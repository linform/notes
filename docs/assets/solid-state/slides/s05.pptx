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261" r:id="rId3"/>
    <p:sldId id="262" r:id="rId4"/>
    <p:sldId id="413" r:id="rId5"/>
    <p:sldId id="263" r:id="rId6"/>
    <p:sldId id="265" r:id="rId7"/>
    <p:sldId id="266" r:id="rId8"/>
    <p:sldId id="267" r:id="rId9"/>
    <p:sldId id="415" r:id="rId10"/>
    <p:sldId id="343" r:id="rId11"/>
    <p:sldId id="292" r:id="rId12"/>
    <p:sldId id="346" r:id="rId13"/>
    <p:sldId id="357" r:id="rId14"/>
    <p:sldId id="358" r:id="rId15"/>
    <p:sldId id="359" r:id="rId16"/>
    <p:sldId id="360" r:id="rId17"/>
    <p:sldId id="361" r:id="rId18"/>
    <p:sldId id="416" r:id="rId19"/>
    <p:sldId id="362" r:id="rId20"/>
    <p:sldId id="364" r:id="rId21"/>
    <p:sldId id="363" r:id="rId22"/>
    <p:sldId id="372" r:id="rId23"/>
    <p:sldId id="373" r:id="rId24"/>
    <p:sldId id="374" r:id="rId25"/>
    <p:sldId id="375" r:id="rId26"/>
    <p:sldId id="376" r:id="rId27"/>
    <p:sldId id="377" r:id="rId28"/>
    <p:sldId id="378" r:id="rId29"/>
    <p:sldId id="402" r:id="rId30"/>
    <p:sldId id="414" r:id="rId31"/>
    <p:sldId id="399" r:id="rId32"/>
    <p:sldId id="417" r:id="rId33"/>
    <p:sldId id="400" r:id="rId34"/>
    <p:sldId id="403" r:id="rId35"/>
    <p:sldId id="404" r:id="rId36"/>
    <p:sldId id="405" r:id="rId37"/>
    <p:sldId id="406" r:id="rId38"/>
    <p:sldId id="407" r:id="rId39"/>
    <p:sldId id="409" r:id="rId40"/>
    <p:sldId id="408" r:id="rId41"/>
    <p:sldId id="411" r:id="rId42"/>
    <p:sldId id="410" r:id="rId43"/>
    <p:sldId id="401" r:id="rId44"/>
    <p:sldId id="412"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FCAF9-9591-469F-AF7B-67A4406227FD}" v="686" dt="2026-09-20T14:13:33.96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152" d="100"/>
          <a:sy n="152" d="100"/>
        </p:scale>
        <p:origin x="226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 Wang" userId="7588ea56f58b19c7" providerId="LiveId" clId="{774C7CDD-8B60-419F-A773-E1B9126FB4F0}"/>
    <pc:docChg chg="undo custSel addSld delSld modSld sldOrd">
      <pc:chgData name="Zhi Wang" userId="7588ea56f58b19c7" providerId="LiveId" clId="{774C7CDD-8B60-419F-A773-E1B9126FB4F0}" dt="2026-09-20T14:13:33.963" v="1855"/>
      <pc:docMkLst>
        <pc:docMk/>
      </pc:docMkLst>
      <pc:sldChg chg="modSp mod">
        <pc:chgData name="Zhi Wang" userId="7588ea56f58b19c7" providerId="LiveId" clId="{774C7CDD-8B60-419F-A773-E1B9126FB4F0}" dt="2026-09-20T08:53:38.410" v="1245" actId="207"/>
        <pc:sldMkLst>
          <pc:docMk/>
          <pc:sldMk cId="431657256" sldId="257"/>
        </pc:sldMkLst>
        <pc:spChg chg="mod">
          <ac:chgData name="Zhi Wang" userId="7588ea56f58b19c7" providerId="LiveId" clId="{774C7CDD-8B60-419F-A773-E1B9126FB4F0}" dt="2026-09-20T08:53:38.410" v="1245" actId="207"/>
          <ac:spMkLst>
            <pc:docMk/>
            <pc:sldMk cId="431657256" sldId="257"/>
            <ac:spMk id="3" creationId="{0FBC71C4-AAF9-252F-52C3-C8A1AD8C5C53}"/>
          </ac:spMkLst>
        </pc:spChg>
      </pc:sldChg>
      <pc:sldChg chg="modSp">
        <pc:chgData name="Zhi Wang" userId="7588ea56f58b19c7" providerId="LiveId" clId="{774C7CDD-8B60-419F-A773-E1B9126FB4F0}" dt="2026-09-20T06:57:33.094" v="2"/>
        <pc:sldMkLst>
          <pc:docMk/>
          <pc:sldMk cId="413324664" sldId="261"/>
        </pc:sldMkLst>
        <pc:graphicFrameChg chg="mod">
          <ac:chgData name="Zhi Wang" userId="7588ea56f58b19c7" providerId="LiveId" clId="{774C7CDD-8B60-419F-A773-E1B9126FB4F0}" dt="2026-09-20T06:57:33.094" v="2"/>
          <ac:graphicFrameMkLst>
            <pc:docMk/>
            <pc:sldMk cId="413324664" sldId="261"/>
            <ac:graphicFrameMk id="3" creationId="{D2513C53-9C04-5277-3FAD-1A2A4C2FA53E}"/>
          </ac:graphicFrameMkLst>
        </pc:graphicFrameChg>
      </pc:sldChg>
      <pc:sldChg chg="addSp delSp modSp mod modAnim">
        <pc:chgData name="Zhi Wang" userId="7588ea56f58b19c7" providerId="LiveId" clId="{774C7CDD-8B60-419F-A773-E1B9126FB4F0}" dt="2026-09-20T07:26:49.183" v="318"/>
        <pc:sldMkLst>
          <pc:docMk/>
          <pc:sldMk cId="3692729850" sldId="262"/>
        </pc:sldMkLst>
        <pc:spChg chg="mod">
          <ac:chgData name="Zhi Wang" userId="7588ea56f58b19c7" providerId="LiveId" clId="{774C7CDD-8B60-419F-A773-E1B9126FB4F0}" dt="2026-09-20T07:07:52.459" v="74" actId="1076"/>
          <ac:spMkLst>
            <pc:docMk/>
            <pc:sldMk cId="3692729850" sldId="262"/>
            <ac:spMk id="2" creationId="{6AAE3400-36FE-A17D-4481-E219D27245A5}"/>
          </ac:spMkLst>
        </pc:spChg>
        <pc:spChg chg="del mod">
          <ac:chgData name="Zhi Wang" userId="7588ea56f58b19c7" providerId="LiveId" clId="{774C7CDD-8B60-419F-A773-E1B9126FB4F0}" dt="2026-09-20T07:05:35.051" v="14" actId="478"/>
          <ac:spMkLst>
            <pc:docMk/>
            <pc:sldMk cId="3692729850" sldId="262"/>
            <ac:spMk id="5" creationId="{DF89F629-8A02-1D33-769D-1C619A5732C5}"/>
          </ac:spMkLst>
        </pc:spChg>
        <pc:spChg chg="add mod">
          <ac:chgData name="Zhi Wang" userId="7588ea56f58b19c7" providerId="LiveId" clId="{774C7CDD-8B60-419F-A773-E1B9126FB4F0}" dt="2026-09-20T07:08:05.517" v="78" actId="1076"/>
          <ac:spMkLst>
            <pc:docMk/>
            <pc:sldMk cId="3692729850" sldId="262"/>
            <ac:spMk id="6" creationId="{40CDB010-232D-93FC-AFA7-4BA2B22A7A06}"/>
          </ac:spMkLst>
        </pc:spChg>
        <pc:spChg chg="mod">
          <ac:chgData name="Zhi Wang" userId="7588ea56f58b19c7" providerId="LiveId" clId="{774C7CDD-8B60-419F-A773-E1B9126FB4F0}" dt="2026-09-20T07:07:52.459" v="74" actId="1076"/>
          <ac:spMkLst>
            <pc:docMk/>
            <pc:sldMk cId="3692729850" sldId="262"/>
            <ac:spMk id="11" creationId="{A0A36484-499F-3467-DF25-AFA6B0279A6C}"/>
          </ac:spMkLst>
        </pc:spChg>
        <pc:spChg chg="mod">
          <ac:chgData name="Zhi Wang" userId="7588ea56f58b19c7" providerId="LiveId" clId="{774C7CDD-8B60-419F-A773-E1B9126FB4F0}" dt="2026-09-20T07:07:52.459" v="74" actId="1076"/>
          <ac:spMkLst>
            <pc:docMk/>
            <pc:sldMk cId="3692729850" sldId="262"/>
            <ac:spMk id="13" creationId="{A5CD8DEE-D220-063E-67ED-59A7C6AA647C}"/>
          </ac:spMkLst>
        </pc:spChg>
        <pc:spChg chg="mod">
          <ac:chgData name="Zhi Wang" userId="7588ea56f58b19c7" providerId="LiveId" clId="{774C7CDD-8B60-419F-A773-E1B9126FB4F0}" dt="2026-09-20T07:08:38.675" v="79" actId="1076"/>
          <ac:spMkLst>
            <pc:docMk/>
            <pc:sldMk cId="3692729850" sldId="262"/>
            <ac:spMk id="14" creationId="{28F86845-4FCA-5EB4-9D1B-E874B66C1A38}"/>
          </ac:spMkLst>
        </pc:spChg>
        <pc:spChg chg="mod">
          <ac:chgData name="Zhi Wang" userId="7588ea56f58b19c7" providerId="LiveId" clId="{774C7CDD-8B60-419F-A773-E1B9126FB4F0}" dt="2026-09-20T07:07:52.459" v="74" actId="1076"/>
          <ac:spMkLst>
            <pc:docMk/>
            <pc:sldMk cId="3692729850" sldId="262"/>
            <ac:spMk id="23" creationId="{CB481275-BFF8-AE8D-4942-DD2B471E8F67}"/>
          </ac:spMkLst>
        </pc:spChg>
        <pc:spChg chg="mod">
          <ac:chgData name="Zhi Wang" userId="7588ea56f58b19c7" providerId="LiveId" clId="{774C7CDD-8B60-419F-A773-E1B9126FB4F0}" dt="2026-09-20T07:07:52.459" v="74" actId="1076"/>
          <ac:spMkLst>
            <pc:docMk/>
            <pc:sldMk cId="3692729850" sldId="262"/>
            <ac:spMk id="28" creationId="{BE112596-AC37-2D44-91D0-782D6D9FEA88}"/>
          </ac:spMkLst>
        </pc:spChg>
        <pc:spChg chg="mod">
          <ac:chgData name="Zhi Wang" userId="7588ea56f58b19c7" providerId="LiveId" clId="{774C7CDD-8B60-419F-A773-E1B9126FB4F0}" dt="2026-09-20T07:07:52.459" v="74" actId="1076"/>
          <ac:spMkLst>
            <pc:docMk/>
            <pc:sldMk cId="3692729850" sldId="262"/>
            <ac:spMk id="30" creationId="{757309CF-7BC4-1F17-4F3D-F9B6122645A8}"/>
          </ac:spMkLst>
        </pc:spChg>
        <pc:spChg chg="mod">
          <ac:chgData name="Zhi Wang" userId="7588ea56f58b19c7" providerId="LiveId" clId="{774C7CDD-8B60-419F-A773-E1B9126FB4F0}" dt="2026-09-20T07:07:52.459" v="74" actId="1076"/>
          <ac:spMkLst>
            <pc:docMk/>
            <pc:sldMk cId="3692729850" sldId="262"/>
            <ac:spMk id="31" creationId="{06790E95-F6F1-AB35-CA05-8EDB70A11BCC}"/>
          </ac:spMkLst>
        </pc:spChg>
        <pc:spChg chg="mod">
          <ac:chgData name="Zhi Wang" userId="7588ea56f58b19c7" providerId="LiveId" clId="{774C7CDD-8B60-419F-A773-E1B9126FB4F0}" dt="2026-09-20T07:07:52.459" v="74" actId="1076"/>
          <ac:spMkLst>
            <pc:docMk/>
            <pc:sldMk cId="3692729850" sldId="262"/>
            <ac:spMk id="32" creationId="{E13CA20C-AAC1-9E28-3783-7D3580450C47}"/>
          </ac:spMkLst>
        </pc:spChg>
        <pc:spChg chg="mod">
          <ac:chgData name="Zhi Wang" userId="7588ea56f58b19c7" providerId="LiveId" clId="{774C7CDD-8B60-419F-A773-E1B9126FB4F0}" dt="2026-09-20T07:07:52.459" v="74" actId="1076"/>
          <ac:spMkLst>
            <pc:docMk/>
            <pc:sldMk cId="3692729850" sldId="262"/>
            <ac:spMk id="33" creationId="{1A629BCB-ACD4-271F-1D66-59A96A45E805}"/>
          </ac:spMkLst>
        </pc:spChg>
        <pc:spChg chg="mod">
          <ac:chgData name="Zhi Wang" userId="7588ea56f58b19c7" providerId="LiveId" clId="{774C7CDD-8B60-419F-A773-E1B9126FB4F0}" dt="2026-09-20T07:07:52.459" v="74" actId="1076"/>
          <ac:spMkLst>
            <pc:docMk/>
            <pc:sldMk cId="3692729850" sldId="262"/>
            <ac:spMk id="36" creationId="{64DFBF8B-BEA7-EF1A-CF03-8B453D871707}"/>
          </ac:spMkLst>
        </pc:spChg>
        <pc:graphicFrameChg chg="mod">
          <ac:chgData name="Zhi Wang" userId="7588ea56f58b19c7" providerId="LiveId" clId="{774C7CDD-8B60-419F-A773-E1B9126FB4F0}" dt="2026-09-20T06:57:33.094" v="2"/>
          <ac:graphicFrameMkLst>
            <pc:docMk/>
            <pc:sldMk cId="3692729850" sldId="262"/>
            <ac:graphicFrameMk id="37" creationId="{6A85569C-7A3B-D44F-71EE-A1CE0C714EC4}"/>
          </ac:graphicFrameMkLst>
        </pc:graphicFrameChg>
      </pc:sldChg>
      <pc:sldChg chg="addSp modSp mod modAnim">
        <pc:chgData name="Zhi Wang" userId="7588ea56f58b19c7" providerId="LiveId" clId="{774C7CDD-8B60-419F-A773-E1B9126FB4F0}" dt="2026-09-20T09:24:14.811" v="1750" actId="20577"/>
        <pc:sldMkLst>
          <pc:docMk/>
          <pc:sldMk cId="1696548086" sldId="263"/>
        </pc:sldMkLst>
        <pc:spChg chg="mod">
          <ac:chgData name="Zhi Wang" userId="7588ea56f58b19c7" providerId="LiveId" clId="{774C7CDD-8B60-419F-A773-E1B9126FB4F0}" dt="2026-09-20T09:24:14.811" v="1750" actId="20577"/>
          <ac:spMkLst>
            <pc:docMk/>
            <pc:sldMk cId="1696548086" sldId="263"/>
            <ac:spMk id="2" creationId="{72B33D45-79D7-5843-8AFE-09D12FCDC517}"/>
          </ac:spMkLst>
        </pc:spChg>
        <pc:spChg chg="mod">
          <ac:chgData name="Zhi Wang" userId="7588ea56f58b19c7" providerId="LiveId" clId="{774C7CDD-8B60-419F-A773-E1B9126FB4F0}" dt="2026-09-20T07:18:05.596" v="158" actId="1076"/>
          <ac:spMkLst>
            <pc:docMk/>
            <pc:sldMk cId="1696548086" sldId="263"/>
            <ac:spMk id="3" creationId="{B5FCDF71-62C0-1AFE-C56F-025AD975DF91}"/>
          </ac:spMkLst>
        </pc:spChg>
        <pc:spChg chg="add mod">
          <ac:chgData name="Zhi Wang" userId="7588ea56f58b19c7" providerId="LiveId" clId="{774C7CDD-8B60-419F-A773-E1B9126FB4F0}" dt="2026-09-20T07:18:53.025" v="194"/>
          <ac:spMkLst>
            <pc:docMk/>
            <pc:sldMk cId="1696548086" sldId="263"/>
            <ac:spMk id="5" creationId="{BC27E5EA-C3D9-BAC1-0094-A4F0FB4BE999}"/>
          </ac:spMkLst>
        </pc:spChg>
        <pc:spChg chg="mod">
          <ac:chgData name="Zhi Wang" userId="7588ea56f58b19c7" providerId="LiveId" clId="{774C7CDD-8B60-419F-A773-E1B9126FB4F0}" dt="2026-09-20T07:18:24.534" v="163" actId="20577"/>
          <ac:spMkLst>
            <pc:docMk/>
            <pc:sldMk cId="1696548086" sldId="263"/>
            <ac:spMk id="6" creationId="{B8ED4A8E-E1FB-1A8C-E57F-F1A472E9D148}"/>
          </ac:spMkLst>
        </pc:spChg>
        <pc:spChg chg="add mod">
          <ac:chgData name="Zhi Wang" userId="7588ea56f58b19c7" providerId="LiveId" clId="{774C7CDD-8B60-419F-A773-E1B9126FB4F0}" dt="2026-09-20T07:21:38.796" v="256" actId="20577"/>
          <ac:spMkLst>
            <pc:docMk/>
            <pc:sldMk cId="1696548086" sldId="263"/>
            <ac:spMk id="9" creationId="{6B0B1363-A8AE-577D-5F76-46CEC73B3C6F}"/>
          </ac:spMkLst>
        </pc:spChg>
        <pc:spChg chg="mod">
          <ac:chgData name="Zhi Wang" userId="7588ea56f58b19c7" providerId="LiveId" clId="{774C7CDD-8B60-419F-A773-E1B9126FB4F0}" dt="2026-09-20T07:18:13.283" v="161" actId="1076"/>
          <ac:spMkLst>
            <pc:docMk/>
            <pc:sldMk cId="1696548086" sldId="263"/>
            <ac:spMk id="11" creationId="{BDB15DAB-C788-134F-72C2-DDCE6A27EBAD}"/>
          </ac:spMkLst>
        </pc:spChg>
        <pc:spChg chg="mod">
          <ac:chgData name="Zhi Wang" userId="7588ea56f58b19c7" providerId="LiveId" clId="{774C7CDD-8B60-419F-A773-E1B9126FB4F0}" dt="2026-09-20T07:18:20.977" v="162" actId="1076"/>
          <ac:spMkLst>
            <pc:docMk/>
            <pc:sldMk cId="1696548086" sldId="263"/>
            <ac:spMk id="12" creationId="{EDB401E3-0B2A-43A6-5455-60817451D369}"/>
          </ac:spMkLst>
        </pc:spChg>
        <pc:spChg chg="add mod">
          <ac:chgData name="Zhi Wang" userId="7588ea56f58b19c7" providerId="LiveId" clId="{774C7CDD-8B60-419F-A773-E1B9126FB4F0}" dt="2026-09-20T07:20:09.675" v="227" actId="207"/>
          <ac:spMkLst>
            <pc:docMk/>
            <pc:sldMk cId="1696548086" sldId="263"/>
            <ac:spMk id="13" creationId="{0B24A2AC-541B-77C7-1E84-CF78B4F8E9B9}"/>
          </ac:spMkLst>
        </pc:spChg>
        <pc:spChg chg="add mod">
          <ac:chgData name="Zhi Wang" userId="7588ea56f58b19c7" providerId="LiveId" clId="{774C7CDD-8B60-419F-A773-E1B9126FB4F0}" dt="2026-09-20T07:21:36.901" v="255" actId="20577"/>
          <ac:spMkLst>
            <pc:docMk/>
            <pc:sldMk cId="1696548086" sldId="263"/>
            <ac:spMk id="15" creationId="{E47A5600-9C5A-D3AD-9DEA-9282B2A18ADD}"/>
          </ac:spMkLst>
        </pc:spChg>
        <pc:spChg chg="add mod">
          <ac:chgData name="Zhi Wang" userId="7588ea56f58b19c7" providerId="LiveId" clId="{774C7CDD-8B60-419F-A773-E1B9126FB4F0}" dt="2026-09-20T07:23:31.005" v="308" actId="1076"/>
          <ac:spMkLst>
            <pc:docMk/>
            <pc:sldMk cId="1696548086" sldId="263"/>
            <ac:spMk id="16" creationId="{E8CAB974-4D8D-B8A2-F80E-B6FB7BAE703F}"/>
          </ac:spMkLst>
        </pc:spChg>
        <pc:graphicFrameChg chg="mod">
          <ac:chgData name="Zhi Wang" userId="7588ea56f58b19c7" providerId="LiveId" clId="{774C7CDD-8B60-419F-A773-E1B9126FB4F0}" dt="2026-09-20T06:57:33.094" v="2"/>
          <ac:graphicFrameMkLst>
            <pc:docMk/>
            <pc:sldMk cId="1696548086" sldId="263"/>
            <ac:graphicFrameMk id="7" creationId="{AAF4D1BD-8B59-3591-D1F6-D6888FF9134A}"/>
          </ac:graphicFrameMkLst>
        </pc:graphicFrameChg>
        <pc:picChg chg="add mod modCrop">
          <ac:chgData name="Zhi Wang" userId="7588ea56f58b19c7" providerId="LiveId" clId="{774C7CDD-8B60-419F-A773-E1B9126FB4F0}" dt="2026-09-20T07:25:23.383" v="317" actId="1076"/>
          <ac:picMkLst>
            <pc:docMk/>
            <pc:sldMk cId="1696548086" sldId="263"/>
            <ac:picMk id="18" creationId="{1C6EAD96-8C8B-880A-44C3-F9FAA5FA2202}"/>
          </ac:picMkLst>
        </pc:picChg>
      </pc:sldChg>
      <pc:sldChg chg="modSp">
        <pc:chgData name="Zhi Wang" userId="7588ea56f58b19c7" providerId="LiveId" clId="{774C7CDD-8B60-419F-A773-E1B9126FB4F0}" dt="2026-09-20T07:27:18.196" v="320" actId="113"/>
        <pc:sldMkLst>
          <pc:docMk/>
          <pc:sldMk cId="1578045993" sldId="265"/>
        </pc:sldMkLst>
        <pc:spChg chg="mod">
          <ac:chgData name="Zhi Wang" userId="7588ea56f58b19c7" providerId="LiveId" clId="{774C7CDD-8B60-419F-A773-E1B9126FB4F0}" dt="2026-09-20T07:27:18.196" v="320" actId="113"/>
          <ac:spMkLst>
            <pc:docMk/>
            <pc:sldMk cId="1578045993" sldId="265"/>
            <ac:spMk id="6" creationId="{5C9E28CF-2C47-25D5-E04F-37295E1E1F28}"/>
          </ac:spMkLst>
        </pc:spChg>
        <pc:graphicFrameChg chg="mod">
          <ac:chgData name="Zhi Wang" userId="7588ea56f58b19c7" providerId="LiveId" clId="{774C7CDD-8B60-419F-A773-E1B9126FB4F0}" dt="2026-09-20T06:57:33.094" v="2"/>
          <ac:graphicFrameMkLst>
            <pc:docMk/>
            <pc:sldMk cId="1578045993" sldId="265"/>
            <ac:graphicFrameMk id="4" creationId="{6A877BFB-87C1-BC64-3A2B-569088B79EA3}"/>
          </ac:graphicFrameMkLst>
        </pc:graphicFrameChg>
      </pc:sldChg>
      <pc:sldChg chg="modSp mod">
        <pc:chgData name="Zhi Wang" userId="7588ea56f58b19c7" providerId="LiveId" clId="{774C7CDD-8B60-419F-A773-E1B9126FB4F0}" dt="2026-09-20T09:06:31.016" v="1477" actId="20577"/>
        <pc:sldMkLst>
          <pc:docMk/>
          <pc:sldMk cId="257803291" sldId="266"/>
        </pc:sldMkLst>
        <pc:spChg chg="mod">
          <ac:chgData name="Zhi Wang" userId="7588ea56f58b19c7" providerId="LiveId" clId="{774C7CDD-8B60-419F-A773-E1B9126FB4F0}" dt="2026-09-20T07:28:48.174" v="331"/>
          <ac:spMkLst>
            <pc:docMk/>
            <pc:sldMk cId="257803291" sldId="266"/>
            <ac:spMk id="4" creationId="{2BAF1ECF-A698-7455-6367-0AFE3D4E271F}"/>
          </ac:spMkLst>
        </pc:spChg>
        <pc:spChg chg="mod">
          <ac:chgData name="Zhi Wang" userId="7588ea56f58b19c7" providerId="LiveId" clId="{774C7CDD-8B60-419F-A773-E1B9126FB4F0}" dt="2026-09-20T09:06:31.016" v="1477" actId="20577"/>
          <ac:spMkLst>
            <pc:docMk/>
            <pc:sldMk cId="257803291" sldId="266"/>
            <ac:spMk id="5" creationId="{F382CA9B-7DA5-4B5A-0E4A-B4850A01CF9C}"/>
          </ac:spMkLst>
        </pc:spChg>
        <pc:spChg chg="mod">
          <ac:chgData name="Zhi Wang" userId="7588ea56f58b19c7" providerId="LiveId" clId="{774C7CDD-8B60-419F-A773-E1B9126FB4F0}" dt="2026-09-20T09:05:16.844" v="1463" actId="255"/>
          <ac:spMkLst>
            <pc:docMk/>
            <pc:sldMk cId="257803291" sldId="266"/>
            <ac:spMk id="6" creationId="{7769B5AC-3DCB-8BD5-155D-F8A2CFCF753E}"/>
          </ac:spMkLst>
        </pc:spChg>
        <pc:graphicFrameChg chg="mod">
          <ac:chgData name="Zhi Wang" userId="7588ea56f58b19c7" providerId="LiveId" clId="{774C7CDD-8B60-419F-A773-E1B9126FB4F0}" dt="2026-09-20T06:57:33.094" v="2"/>
          <ac:graphicFrameMkLst>
            <pc:docMk/>
            <pc:sldMk cId="257803291" sldId="266"/>
            <ac:graphicFrameMk id="2" creationId="{BD3340A7-5ABA-9F90-2E76-C34EEBD02DBF}"/>
          </ac:graphicFrameMkLst>
        </pc:graphicFrameChg>
        <pc:picChg chg="mod">
          <ac:chgData name="Zhi Wang" userId="7588ea56f58b19c7" providerId="LiveId" clId="{774C7CDD-8B60-419F-A773-E1B9126FB4F0}" dt="2026-09-20T08:31:30.615" v="1039" actId="1076"/>
          <ac:picMkLst>
            <pc:docMk/>
            <pc:sldMk cId="257803291" sldId="266"/>
            <ac:picMk id="10" creationId="{5DA7483B-EB5D-19E5-BB5B-F58EDC426114}"/>
          </ac:picMkLst>
        </pc:picChg>
      </pc:sldChg>
      <pc:sldChg chg="modSp mod">
        <pc:chgData name="Zhi Wang" userId="7588ea56f58b19c7" providerId="LiveId" clId="{774C7CDD-8B60-419F-A773-E1B9126FB4F0}" dt="2026-09-20T07:32:40.939" v="369" actId="20577"/>
        <pc:sldMkLst>
          <pc:docMk/>
          <pc:sldMk cId="1985858738" sldId="267"/>
        </pc:sldMkLst>
        <pc:spChg chg="mod">
          <ac:chgData name="Zhi Wang" userId="7588ea56f58b19c7" providerId="LiveId" clId="{774C7CDD-8B60-419F-A773-E1B9126FB4F0}" dt="2026-09-20T07:32:40.939" v="369" actId="20577"/>
          <ac:spMkLst>
            <pc:docMk/>
            <pc:sldMk cId="1985858738" sldId="267"/>
            <ac:spMk id="2" creationId="{020B4EF1-77F6-BA72-0B7B-99861EEE2E38}"/>
          </ac:spMkLst>
        </pc:spChg>
        <pc:spChg chg="mod">
          <ac:chgData name="Zhi Wang" userId="7588ea56f58b19c7" providerId="LiveId" clId="{774C7CDD-8B60-419F-A773-E1B9126FB4F0}" dt="2026-09-20T07:31:23.683" v="348" actId="13926"/>
          <ac:spMkLst>
            <pc:docMk/>
            <pc:sldMk cId="1985858738" sldId="267"/>
            <ac:spMk id="20" creationId="{53BE1223-B658-DEC0-4C2C-626DFACE6F53}"/>
          </ac:spMkLst>
        </pc:spChg>
        <pc:spChg chg="mod">
          <ac:chgData name="Zhi Wang" userId="7588ea56f58b19c7" providerId="LiveId" clId="{774C7CDD-8B60-419F-A773-E1B9126FB4F0}" dt="2026-09-20T07:31:05.254" v="345" actId="14100"/>
          <ac:spMkLst>
            <pc:docMk/>
            <pc:sldMk cId="1985858738" sldId="267"/>
            <ac:spMk id="27" creationId="{4D6E5A16-E9F8-E454-7E71-08EB60532647}"/>
          </ac:spMkLst>
        </pc:spChg>
        <pc:graphicFrameChg chg="mod">
          <ac:chgData name="Zhi Wang" userId="7588ea56f58b19c7" providerId="LiveId" clId="{774C7CDD-8B60-419F-A773-E1B9126FB4F0}" dt="2026-09-20T06:57:33.094" v="2"/>
          <ac:graphicFrameMkLst>
            <pc:docMk/>
            <pc:sldMk cId="1985858738" sldId="267"/>
            <ac:graphicFrameMk id="3" creationId="{C78B7BD5-6A34-ECAA-0D09-3DC1F7554B9E}"/>
          </ac:graphicFrameMkLst>
        </pc:graphicFrameChg>
        <pc:picChg chg="mod">
          <ac:chgData name="Zhi Wang" userId="7588ea56f58b19c7" providerId="LiveId" clId="{774C7CDD-8B60-419F-A773-E1B9126FB4F0}" dt="2026-09-20T07:31:07.394" v="346" actId="1076"/>
          <ac:picMkLst>
            <pc:docMk/>
            <pc:sldMk cId="1985858738" sldId="267"/>
            <ac:picMk id="16" creationId="{BFFC6A48-BD83-DC44-4C6A-B5C197A521A7}"/>
          </ac:picMkLst>
        </pc:picChg>
      </pc:sldChg>
      <pc:sldChg chg="modSp">
        <pc:chgData name="Zhi Wang" userId="7588ea56f58b19c7" providerId="LiveId" clId="{774C7CDD-8B60-419F-A773-E1B9126FB4F0}" dt="2026-09-20T06:57:33.094" v="2"/>
        <pc:sldMkLst>
          <pc:docMk/>
          <pc:sldMk cId="0" sldId="292"/>
        </pc:sldMkLst>
        <pc:graphicFrameChg chg="mod">
          <ac:chgData name="Zhi Wang" userId="7588ea56f58b19c7" providerId="LiveId" clId="{774C7CDD-8B60-419F-A773-E1B9126FB4F0}" dt="2026-09-20T06:57:33.094" v="2"/>
          <ac:graphicFrameMkLst>
            <pc:docMk/>
            <pc:sldMk cId="0" sldId="292"/>
            <ac:graphicFrameMk id="3" creationId="{9D388958-145A-3698-CF42-3FE24112EB36}"/>
          </ac:graphicFrameMkLst>
        </pc:graphicFrameChg>
      </pc:sldChg>
      <pc:sldChg chg="modSp">
        <pc:chgData name="Zhi Wang" userId="7588ea56f58b19c7" providerId="LiveId" clId="{774C7CDD-8B60-419F-A773-E1B9126FB4F0}" dt="2026-09-20T06:57:33.094" v="2"/>
        <pc:sldMkLst>
          <pc:docMk/>
          <pc:sldMk cId="0" sldId="343"/>
        </pc:sldMkLst>
        <pc:graphicFrameChg chg="mod">
          <ac:chgData name="Zhi Wang" userId="7588ea56f58b19c7" providerId="LiveId" clId="{774C7CDD-8B60-419F-A773-E1B9126FB4F0}" dt="2026-09-20T06:57:33.094" v="2"/>
          <ac:graphicFrameMkLst>
            <pc:docMk/>
            <pc:sldMk cId="0" sldId="343"/>
            <ac:graphicFrameMk id="3" creationId="{CFC97549-1733-7E6B-EA0B-A07746813E98}"/>
          </ac:graphicFrameMkLst>
        </pc:graphicFrameChg>
      </pc:sldChg>
      <pc:sldChg chg="modSp del">
        <pc:chgData name="Zhi Wang" userId="7588ea56f58b19c7" providerId="LiveId" clId="{774C7CDD-8B60-419F-A773-E1B9126FB4F0}" dt="2026-09-20T09:22:23.431" v="1743" actId="47"/>
        <pc:sldMkLst>
          <pc:docMk/>
          <pc:sldMk cId="0" sldId="345"/>
        </pc:sldMkLst>
        <pc:graphicFrameChg chg="mod">
          <ac:chgData name="Zhi Wang" userId="7588ea56f58b19c7" providerId="LiveId" clId="{774C7CDD-8B60-419F-A773-E1B9126FB4F0}" dt="2026-09-20T06:57:33.094" v="2"/>
          <ac:graphicFrameMkLst>
            <pc:docMk/>
            <pc:sldMk cId="0" sldId="345"/>
            <ac:graphicFrameMk id="4" creationId="{81770AF4-DD6F-A1C7-9EE6-0F1E9CA18018}"/>
          </ac:graphicFrameMkLst>
        </pc:graphicFrameChg>
      </pc:sldChg>
      <pc:sldChg chg="modSp">
        <pc:chgData name="Zhi Wang" userId="7588ea56f58b19c7" providerId="LiveId" clId="{774C7CDD-8B60-419F-A773-E1B9126FB4F0}" dt="2026-09-20T06:57:33.094" v="2"/>
        <pc:sldMkLst>
          <pc:docMk/>
          <pc:sldMk cId="0" sldId="346"/>
        </pc:sldMkLst>
        <pc:graphicFrameChg chg="mod">
          <ac:chgData name="Zhi Wang" userId="7588ea56f58b19c7" providerId="LiveId" clId="{774C7CDD-8B60-419F-A773-E1B9126FB4F0}" dt="2026-09-20T06:57:33.094" v="2"/>
          <ac:graphicFrameMkLst>
            <pc:docMk/>
            <pc:sldMk cId="0" sldId="346"/>
            <ac:graphicFrameMk id="7" creationId="{5FC152D1-8219-8984-743C-B2AC1761ACE2}"/>
          </ac:graphicFrameMkLst>
        </pc:graphicFrameChg>
      </pc:sldChg>
      <pc:sldChg chg="modSp del">
        <pc:chgData name="Zhi Wang" userId="7588ea56f58b19c7" providerId="LiveId" clId="{774C7CDD-8B60-419F-A773-E1B9126FB4F0}" dt="2026-09-20T09:22:42.414" v="1744" actId="47"/>
        <pc:sldMkLst>
          <pc:docMk/>
          <pc:sldMk cId="0" sldId="347"/>
        </pc:sldMkLst>
        <pc:graphicFrameChg chg="mod">
          <ac:chgData name="Zhi Wang" userId="7588ea56f58b19c7" providerId="LiveId" clId="{774C7CDD-8B60-419F-A773-E1B9126FB4F0}" dt="2026-09-20T06:57:33.094" v="2"/>
          <ac:graphicFrameMkLst>
            <pc:docMk/>
            <pc:sldMk cId="0" sldId="347"/>
            <ac:graphicFrameMk id="4" creationId="{0A114EF3-3675-B21A-294C-38AEA5A7B95C}"/>
          </ac:graphicFrameMkLst>
        </pc:graphicFrameChg>
      </pc:sldChg>
      <pc:sldChg chg="modSp mod">
        <pc:chgData name="Zhi Wang" userId="7588ea56f58b19c7" providerId="LiveId" clId="{774C7CDD-8B60-419F-A773-E1B9126FB4F0}" dt="2026-09-20T09:08:35.785" v="1524" actId="20577"/>
        <pc:sldMkLst>
          <pc:docMk/>
          <pc:sldMk cId="0" sldId="357"/>
        </pc:sldMkLst>
        <pc:spChg chg="mod">
          <ac:chgData name="Zhi Wang" userId="7588ea56f58b19c7" providerId="LiveId" clId="{774C7CDD-8B60-419F-A773-E1B9126FB4F0}" dt="2026-09-20T09:08:35.785" v="1524" actId="20577"/>
          <ac:spMkLst>
            <pc:docMk/>
            <pc:sldMk cId="0" sldId="357"/>
            <ac:spMk id="3" creationId="{00000000-0000-0000-0000-000000000000}"/>
          </ac:spMkLst>
        </pc:spChg>
        <pc:graphicFrameChg chg="mod">
          <ac:chgData name="Zhi Wang" userId="7588ea56f58b19c7" providerId="LiveId" clId="{774C7CDD-8B60-419F-A773-E1B9126FB4F0}" dt="2026-09-20T06:57:33.094" v="2"/>
          <ac:graphicFrameMkLst>
            <pc:docMk/>
            <pc:sldMk cId="0" sldId="357"/>
            <ac:graphicFrameMk id="4" creationId="{E903F1FC-ADA3-E76D-D0F4-3BECA6D04E2D}"/>
          </ac:graphicFrameMkLst>
        </pc:graphicFrameChg>
      </pc:sldChg>
      <pc:sldChg chg="modSp mod">
        <pc:chgData name="Zhi Wang" userId="7588ea56f58b19c7" providerId="LiveId" clId="{774C7CDD-8B60-419F-A773-E1B9126FB4F0}" dt="2026-09-20T07:45:52.975" v="684" actId="20577"/>
        <pc:sldMkLst>
          <pc:docMk/>
          <pc:sldMk cId="0" sldId="358"/>
        </pc:sldMkLst>
        <pc:spChg chg="mod">
          <ac:chgData name="Zhi Wang" userId="7588ea56f58b19c7" providerId="LiveId" clId="{774C7CDD-8B60-419F-A773-E1B9126FB4F0}" dt="2026-09-20T07:45:52.975" v="684" actId="20577"/>
          <ac:spMkLst>
            <pc:docMk/>
            <pc:sldMk cId="0" sldId="358"/>
            <ac:spMk id="3" creationId="{00000000-0000-0000-0000-000000000000}"/>
          </ac:spMkLst>
        </pc:spChg>
        <pc:graphicFrameChg chg="mod">
          <ac:chgData name="Zhi Wang" userId="7588ea56f58b19c7" providerId="LiveId" clId="{774C7CDD-8B60-419F-A773-E1B9126FB4F0}" dt="2026-09-20T06:57:33.094" v="2"/>
          <ac:graphicFrameMkLst>
            <pc:docMk/>
            <pc:sldMk cId="0" sldId="358"/>
            <ac:graphicFrameMk id="2" creationId="{AC02EE79-6F43-2693-094E-503D6CD5C7E6}"/>
          </ac:graphicFrameMkLst>
        </pc:graphicFrameChg>
      </pc:sldChg>
      <pc:sldChg chg="modSp">
        <pc:chgData name="Zhi Wang" userId="7588ea56f58b19c7" providerId="LiveId" clId="{774C7CDD-8B60-419F-A773-E1B9126FB4F0}" dt="2026-09-20T06:57:33.094" v="2"/>
        <pc:sldMkLst>
          <pc:docMk/>
          <pc:sldMk cId="3863822594" sldId="359"/>
        </pc:sldMkLst>
        <pc:graphicFrameChg chg="mod">
          <ac:chgData name="Zhi Wang" userId="7588ea56f58b19c7" providerId="LiveId" clId="{774C7CDD-8B60-419F-A773-E1B9126FB4F0}" dt="2026-09-20T06:57:33.094" v="2"/>
          <ac:graphicFrameMkLst>
            <pc:docMk/>
            <pc:sldMk cId="3863822594" sldId="359"/>
            <ac:graphicFrameMk id="11" creationId="{411C1B06-3472-8634-1CDE-2D952DBBA6CB}"/>
          </ac:graphicFrameMkLst>
        </pc:graphicFrameChg>
      </pc:sldChg>
      <pc:sldChg chg="modSp mod">
        <pc:chgData name="Zhi Wang" userId="7588ea56f58b19c7" providerId="LiveId" clId="{774C7CDD-8B60-419F-A773-E1B9126FB4F0}" dt="2026-09-20T09:09:28.849" v="1534"/>
        <pc:sldMkLst>
          <pc:docMk/>
          <pc:sldMk cId="4158817906" sldId="360"/>
        </pc:sldMkLst>
        <pc:spChg chg="mod">
          <ac:chgData name="Zhi Wang" userId="7588ea56f58b19c7" providerId="LiveId" clId="{774C7CDD-8B60-419F-A773-E1B9126FB4F0}" dt="2026-09-20T09:09:28.849" v="1534"/>
          <ac:spMkLst>
            <pc:docMk/>
            <pc:sldMk cId="4158817906" sldId="360"/>
            <ac:spMk id="3" creationId="{A724AC19-7B24-694D-F530-19985DDF41CE}"/>
          </ac:spMkLst>
        </pc:spChg>
        <pc:graphicFrameChg chg="mod">
          <ac:chgData name="Zhi Wang" userId="7588ea56f58b19c7" providerId="LiveId" clId="{774C7CDD-8B60-419F-A773-E1B9126FB4F0}" dt="2026-09-20T06:57:33.094" v="2"/>
          <ac:graphicFrameMkLst>
            <pc:docMk/>
            <pc:sldMk cId="4158817906" sldId="360"/>
            <ac:graphicFrameMk id="4" creationId="{A6533C98-0176-18B3-0496-770DDB452344}"/>
          </ac:graphicFrameMkLst>
        </pc:graphicFrameChg>
      </pc:sldChg>
      <pc:sldChg chg="modSp mod">
        <pc:chgData name="Zhi Wang" userId="7588ea56f58b19c7" providerId="LiveId" clId="{774C7CDD-8B60-419F-A773-E1B9126FB4F0}" dt="2026-09-20T09:10:02.943" v="1545" actId="20577"/>
        <pc:sldMkLst>
          <pc:docMk/>
          <pc:sldMk cId="3388695054" sldId="361"/>
        </pc:sldMkLst>
        <pc:spChg chg="mod">
          <ac:chgData name="Zhi Wang" userId="7588ea56f58b19c7" providerId="LiveId" clId="{774C7CDD-8B60-419F-A773-E1B9126FB4F0}" dt="2026-09-20T09:10:02.943" v="1545" actId="20577"/>
          <ac:spMkLst>
            <pc:docMk/>
            <pc:sldMk cId="3388695054" sldId="361"/>
            <ac:spMk id="3" creationId="{722CC3AE-B12A-0709-8CD7-5825C98EE18B}"/>
          </ac:spMkLst>
        </pc:spChg>
        <pc:graphicFrameChg chg="mod">
          <ac:chgData name="Zhi Wang" userId="7588ea56f58b19c7" providerId="LiveId" clId="{774C7CDD-8B60-419F-A773-E1B9126FB4F0}" dt="2026-09-20T06:57:33.094" v="2"/>
          <ac:graphicFrameMkLst>
            <pc:docMk/>
            <pc:sldMk cId="3388695054" sldId="361"/>
            <ac:graphicFrameMk id="5" creationId="{9AA119C8-60D3-8A53-CCE3-636111457179}"/>
          </ac:graphicFrameMkLst>
        </pc:graphicFrameChg>
      </pc:sldChg>
      <pc:sldChg chg="addSp delSp modSp mod">
        <pc:chgData name="Zhi Wang" userId="7588ea56f58b19c7" providerId="LiveId" clId="{774C7CDD-8B60-419F-A773-E1B9126FB4F0}" dt="2026-09-20T08:16:20.404" v="1008"/>
        <pc:sldMkLst>
          <pc:docMk/>
          <pc:sldMk cId="3667599471" sldId="362"/>
        </pc:sldMkLst>
        <pc:spChg chg="mod">
          <ac:chgData name="Zhi Wang" userId="7588ea56f58b19c7" providerId="LiveId" clId="{774C7CDD-8B60-419F-A773-E1B9126FB4F0}" dt="2026-09-20T08:16:18.639" v="1005"/>
          <ac:spMkLst>
            <pc:docMk/>
            <pc:sldMk cId="3667599471" sldId="362"/>
            <ac:spMk id="2" creationId="{E176B8FA-5384-5ED8-8179-C747517C35F8}"/>
          </ac:spMkLst>
        </pc:spChg>
        <pc:spChg chg="mod">
          <ac:chgData name="Zhi Wang" userId="7588ea56f58b19c7" providerId="LiveId" clId="{774C7CDD-8B60-419F-A773-E1B9126FB4F0}" dt="2026-09-20T08:15:44.399" v="1000" actId="20577"/>
          <ac:spMkLst>
            <pc:docMk/>
            <pc:sldMk cId="3667599471" sldId="362"/>
            <ac:spMk id="3" creationId="{F7F83599-826D-86B9-7D49-A477EEEB2443}"/>
          </ac:spMkLst>
        </pc:spChg>
        <pc:spChg chg="add del mod">
          <ac:chgData name="Zhi Wang" userId="7588ea56f58b19c7" providerId="LiveId" clId="{774C7CDD-8B60-419F-A773-E1B9126FB4F0}" dt="2026-09-20T08:12:54.068" v="982" actId="478"/>
          <ac:spMkLst>
            <pc:docMk/>
            <pc:sldMk cId="3667599471" sldId="362"/>
            <ac:spMk id="6" creationId="{88D2E61E-8873-1EC1-AF9B-625EBC4B5F8D}"/>
          </ac:spMkLst>
        </pc:spChg>
        <pc:spChg chg="add del mod">
          <ac:chgData name="Zhi Wang" userId="7588ea56f58b19c7" providerId="LiveId" clId="{774C7CDD-8B60-419F-A773-E1B9126FB4F0}" dt="2026-09-20T08:12:55.147" v="983" actId="478"/>
          <ac:spMkLst>
            <pc:docMk/>
            <pc:sldMk cId="3667599471" sldId="362"/>
            <ac:spMk id="8" creationId="{20035F0F-4677-A1F8-B4BE-A6E68284A743}"/>
          </ac:spMkLst>
        </pc:spChg>
        <pc:spChg chg="add del mod">
          <ac:chgData name="Zhi Wang" userId="7588ea56f58b19c7" providerId="LiveId" clId="{774C7CDD-8B60-419F-A773-E1B9126FB4F0}" dt="2026-09-20T08:16:20.404" v="1008"/>
          <ac:spMkLst>
            <pc:docMk/>
            <pc:sldMk cId="3667599471" sldId="362"/>
            <ac:spMk id="9" creationId="{7F97476E-2189-3842-3869-2327DA991F85}"/>
          </ac:spMkLst>
        </pc:spChg>
        <pc:graphicFrameChg chg="mod">
          <ac:chgData name="Zhi Wang" userId="7588ea56f58b19c7" providerId="LiveId" clId="{774C7CDD-8B60-419F-A773-E1B9126FB4F0}" dt="2026-09-20T06:57:33.094" v="2"/>
          <ac:graphicFrameMkLst>
            <pc:docMk/>
            <pc:sldMk cId="3667599471" sldId="362"/>
            <ac:graphicFrameMk id="4" creationId="{6F92062B-9504-EA35-C601-4A13CC0D1850}"/>
          </ac:graphicFrameMkLst>
        </pc:graphicFrameChg>
      </pc:sldChg>
      <pc:sldChg chg="modSp mod">
        <pc:chgData name="Zhi Wang" userId="7588ea56f58b19c7" providerId="LiveId" clId="{774C7CDD-8B60-419F-A773-E1B9126FB4F0}" dt="2026-09-20T08:01:12.775" v="875" actId="20577"/>
        <pc:sldMkLst>
          <pc:docMk/>
          <pc:sldMk cId="1776819293" sldId="363"/>
        </pc:sldMkLst>
        <pc:spChg chg="mod">
          <ac:chgData name="Zhi Wang" userId="7588ea56f58b19c7" providerId="LiveId" clId="{774C7CDD-8B60-419F-A773-E1B9126FB4F0}" dt="2026-09-20T08:00:54.146" v="868" actId="20577"/>
          <ac:spMkLst>
            <pc:docMk/>
            <pc:sldMk cId="1776819293" sldId="363"/>
            <ac:spMk id="2" creationId="{F6C787E3-DB13-0C52-CDF2-8114F02DA6F0}"/>
          </ac:spMkLst>
        </pc:spChg>
        <pc:spChg chg="mod">
          <ac:chgData name="Zhi Wang" userId="7588ea56f58b19c7" providerId="LiveId" clId="{774C7CDD-8B60-419F-A773-E1B9126FB4F0}" dt="2026-09-20T08:01:12.775" v="875" actId="20577"/>
          <ac:spMkLst>
            <pc:docMk/>
            <pc:sldMk cId="1776819293" sldId="363"/>
            <ac:spMk id="4" creationId="{C62B38AB-9CA1-EB50-B80D-B657DB10E3DB}"/>
          </ac:spMkLst>
        </pc:spChg>
        <pc:graphicFrameChg chg="mod">
          <ac:chgData name="Zhi Wang" userId="7588ea56f58b19c7" providerId="LiveId" clId="{774C7CDD-8B60-419F-A773-E1B9126FB4F0}" dt="2026-09-20T06:57:33.094" v="2"/>
          <ac:graphicFrameMkLst>
            <pc:docMk/>
            <pc:sldMk cId="1776819293" sldId="363"/>
            <ac:graphicFrameMk id="3" creationId="{6899CC28-6770-2EC7-234B-666D3C46CED0}"/>
          </ac:graphicFrameMkLst>
        </pc:graphicFrameChg>
      </pc:sldChg>
      <pc:sldChg chg="addSp delSp modSp mod ord">
        <pc:chgData name="Zhi Wang" userId="7588ea56f58b19c7" providerId="LiveId" clId="{774C7CDD-8B60-419F-A773-E1B9126FB4F0}" dt="2026-09-20T08:03:44.317" v="895" actId="1076"/>
        <pc:sldMkLst>
          <pc:docMk/>
          <pc:sldMk cId="4195283561" sldId="364"/>
        </pc:sldMkLst>
        <pc:spChg chg="del">
          <ac:chgData name="Zhi Wang" userId="7588ea56f58b19c7" providerId="LiveId" clId="{774C7CDD-8B60-419F-A773-E1B9126FB4F0}" dt="2026-09-20T07:59:48.787" v="848" actId="478"/>
          <ac:spMkLst>
            <pc:docMk/>
            <pc:sldMk cId="4195283561" sldId="364"/>
            <ac:spMk id="2" creationId="{E35E1539-A4CE-C210-9A6D-3CE4DD667FC9}"/>
          </ac:spMkLst>
        </pc:spChg>
        <pc:spChg chg="del">
          <ac:chgData name="Zhi Wang" userId="7588ea56f58b19c7" providerId="LiveId" clId="{774C7CDD-8B60-419F-A773-E1B9126FB4F0}" dt="2026-09-20T07:59:49.655" v="849" actId="478"/>
          <ac:spMkLst>
            <pc:docMk/>
            <pc:sldMk cId="4195283561" sldId="364"/>
            <ac:spMk id="3" creationId="{46E00660-0B33-0874-87C6-F49745FD019F}"/>
          </ac:spMkLst>
        </pc:spChg>
        <pc:spChg chg="add mod">
          <ac:chgData name="Zhi Wang" userId="7588ea56f58b19c7" providerId="LiveId" clId="{774C7CDD-8B60-419F-A773-E1B9126FB4F0}" dt="2026-09-20T08:03:44.317" v="895" actId="1076"/>
          <ac:spMkLst>
            <pc:docMk/>
            <pc:sldMk cId="4195283561" sldId="364"/>
            <ac:spMk id="7" creationId="{ADBC04BD-B796-79D7-A975-8EFE3339B219}"/>
          </ac:spMkLst>
        </pc:spChg>
        <pc:graphicFrameChg chg="mod">
          <ac:chgData name="Zhi Wang" userId="7588ea56f58b19c7" providerId="LiveId" clId="{774C7CDD-8B60-419F-A773-E1B9126FB4F0}" dt="2026-09-20T06:57:33.094" v="2"/>
          <ac:graphicFrameMkLst>
            <pc:docMk/>
            <pc:sldMk cId="4195283561" sldId="364"/>
            <ac:graphicFrameMk id="4" creationId="{D477081A-B9A9-FB6F-61F4-AC065DF3850F}"/>
          </ac:graphicFrameMkLst>
        </pc:graphicFrameChg>
        <pc:picChg chg="mod">
          <ac:chgData name="Zhi Wang" userId="7588ea56f58b19c7" providerId="LiveId" clId="{774C7CDD-8B60-419F-A773-E1B9126FB4F0}" dt="2026-09-20T08:00:00.741" v="855" actId="1076"/>
          <ac:picMkLst>
            <pc:docMk/>
            <pc:sldMk cId="4195283561" sldId="364"/>
            <ac:picMk id="5" creationId="{29325B8F-65C4-F5F9-305E-9CDD27A31DA6}"/>
          </ac:picMkLst>
        </pc:picChg>
      </pc:sldChg>
      <pc:sldChg chg="modSp mod">
        <pc:chgData name="Zhi Wang" userId="7588ea56f58b19c7" providerId="LiveId" clId="{774C7CDD-8B60-419F-A773-E1B9126FB4F0}" dt="2026-09-20T08:31:55.536" v="1054" actId="20577"/>
        <pc:sldMkLst>
          <pc:docMk/>
          <pc:sldMk cId="0" sldId="372"/>
        </pc:sldMkLst>
        <pc:spChg chg="mod">
          <ac:chgData name="Zhi Wang" userId="7588ea56f58b19c7" providerId="LiveId" clId="{774C7CDD-8B60-419F-A773-E1B9126FB4F0}" dt="2026-09-20T08:31:55.536" v="1054" actId="20577"/>
          <ac:spMkLst>
            <pc:docMk/>
            <pc:sldMk cId="0" sldId="372"/>
            <ac:spMk id="2" creationId="{00000000-0000-0000-0000-000000000000}"/>
          </ac:spMkLst>
        </pc:spChg>
        <pc:graphicFrameChg chg="mod">
          <ac:chgData name="Zhi Wang" userId="7588ea56f58b19c7" providerId="LiveId" clId="{774C7CDD-8B60-419F-A773-E1B9126FB4F0}" dt="2026-09-20T06:57:33.094" v="2"/>
          <ac:graphicFrameMkLst>
            <pc:docMk/>
            <pc:sldMk cId="0" sldId="372"/>
            <ac:graphicFrameMk id="4" creationId="{2CFDE420-2035-6A94-7CE2-F288DA6BE53B}"/>
          </ac:graphicFrameMkLst>
        </pc:graphicFrameChg>
      </pc:sldChg>
      <pc:sldChg chg="addSp delSp modSp mod">
        <pc:chgData name="Zhi Wang" userId="7588ea56f58b19c7" providerId="LiveId" clId="{774C7CDD-8B60-419F-A773-E1B9126FB4F0}" dt="2026-09-20T09:30:07.958" v="1835" actId="20577"/>
        <pc:sldMkLst>
          <pc:docMk/>
          <pc:sldMk cId="0" sldId="373"/>
        </pc:sldMkLst>
        <pc:spChg chg="mod">
          <ac:chgData name="Zhi Wang" userId="7588ea56f58b19c7" providerId="LiveId" clId="{774C7CDD-8B60-419F-A773-E1B9126FB4F0}" dt="2026-09-20T09:30:07.958" v="1835" actId="20577"/>
          <ac:spMkLst>
            <pc:docMk/>
            <pc:sldMk cId="0" sldId="373"/>
            <ac:spMk id="10" creationId="{BFA94B4A-B966-1F36-4BE1-D6FFE27C86DB}"/>
          </ac:spMkLst>
        </pc:spChg>
        <pc:graphicFrameChg chg="mod">
          <ac:chgData name="Zhi Wang" userId="7588ea56f58b19c7" providerId="LiveId" clId="{774C7CDD-8B60-419F-A773-E1B9126FB4F0}" dt="2026-09-20T06:57:33.094" v="2"/>
          <ac:graphicFrameMkLst>
            <pc:docMk/>
            <pc:sldMk cId="0" sldId="373"/>
            <ac:graphicFrameMk id="3" creationId="{AB3A8909-2D54-3C3D-AABD-0C3EC92FA1CF}"/>
          </ac:graphicFrameMkLst>
        </pc:graphicFrameChg>
        <pc:picChg chg="add del mod">
          <ac:chgData name="Zhi Wang" userId="7588ea56f58b19c7" providerId="LiveId" clId="{774C7CDD-8B60-419F-A773-E1B9126FB4F0}" dt="2026-09-20T08:18:07.393" v="1012" actId="478"/>
          <ac:picMkLst>
            <pc:docMk/>
            <pc:sldMk cId="0" sldId="373"/>
            <ac:picMk id="5" creationId="{812F60EF-E7A4-7BAF-DF25-0B7023D4EB24}"/>
          </ac:picMkLst>
        </pc:picChg>
        <pc:picChg chg="add mod">
          <ac:chgData name="Zhi Wang" userId="7588ea56f58b19c7" providerId="LiveId" clId="{774C7CDD-8B60-419F-A773-E1B9126FB4F0}" dt="2026-09-20T08:18:12.638" v="1016" actId="1076"/>
          <ac:picMkLst>
            <pc:docMk/>
            <pc:sldMk cId="0" sldId="373"/>
            <ac:picMk id="7" creationId="{26A0F314-95B6-46FB-3706-0398175D12CA}"/>
          </ac:picMkLst>
        </pc:picChg>
        <pc:picChg chg="del">
          <ac:chgData name="Zhi Wang" userId="7588ea56f58b19c7" providerId="LiveId" clId="{774C7CDD-8B60-419F-A773-E1B9126FB4F0}" dt="2026-09-20T08:16:53.334" v="1009" actId="478"/>
          <ac:picMkLst>
            <pc:docMk/>
            <pc:sldMk cId="0" sldId="373"/>
            <ac:picMk id="11" creationId="{144687B9-DFCA-E859-9F7B-62A37148D326}"/>
          </ac:picMkLst>
        </pc:picChg>
      </pc:sldChg>
      <pc:sldChg chg="modSp mod">
        <pc:chgData name="Zhi Wang" userId="7588ea56f58b19c7" providerId="LiveId" clId="{774C7CDD-8B60-419F-A773-E1B9126FB4F0}" dt="2026-09-20T09:31:30.651" v="1844"/>
        <pc:sldMkLst>
          <pc:docMk/>
          <pc:sldMk cId="2750957167" sldId="374"/>
        </pc:sldMkLst>
        <pc:spChg chg="mod">
          <ac:chgData name="Zhi Wang" userId="7588ea56f58b19c7" providerId="LiveId" clId="{774C7CDD-8B60-419F-A773-E1B9126FB4F0}" dt="2026-09-20T09:31:30.651" v="1844"/>
          <ac:spMkLst>
            <pc:docMk/>
            <pc:sldMk cId="2750957167" sldId="374"/>
            <ac:spMk id="3" creationId="{549930A4-08E3-F1AE-E3D1-75993B3D80C6}"/>
          </ac:spMkLst>
        </pc:spChg>
        <pc:spChg chg="mod">
          <ac:chgData name="Zhi Wang" userId="7588ea56f58b19c7" providerId="LiveId" clId="{774C7CDD-8B60-419F-A773-E1B9126FB4F0}" dt="2026-09-20T08:38:41.906" v="1159" actId="14100"/>
          <ac:spMkLst>
            <pc:docMk/>
            <pc:sldMk cId="2750957167" sldId="374"/>
            <ac:spMk id="4" creationId="{339F4CA1-9833-E8FB-9E25-8B8B78C3C320}"/>
          </ac:spMkLst>
        </pc:spChg>
        <pc:graphicFrameChg chg="mod">
          <ac:chgData name="Zhi Wang" userId="7588ea56f58b19c7" providerId="LiveId" clId="{774C7CDD-8B60-419F-A773-E1B9126FB4F0}" dt="2026-09-20T06:57:33.094" v="2"/>
          <ac:graphicFrameMkLst>
            <pc:docMk/>
            <pc:sldMk cId="2750957167" sldId="374"/>
            <ac:graphicFrameMk id="5" creationId="{B6A7E3CD-4937-D3E9-9EA6-08AE04DA960D}"/>
          </ac:graphicFrameMkLst>
        </pc:graphicFrameChg>
      </pc:sldChg>
      <pc:sldChg chg="modSp mod">
        <pc:chgData name="Zhi Wang" userId="7588ea56f58b19c7" providerId="LiveId" clId="{774C7CDD-8B60-419F-A773-E1B9126FB4F0}" dt="2026-09-20T09:31:48.802" v="1846"/>
        <pc:sldMkLst>
          <pc:docMk/>
          <pc:sldMk cId="1117987510" sldId="375"/>
        </pc:sldMkLst>
        <pc:spChg chg="mod">
          <ac:chgData name="Zhi Wang" userId="7588ea56f58b19c7" providerId="LiveId" clId="{774C7CDD-8B60-419F-A773-E1B9126FB4F0}" dt="2026-09-20T09:30:47.536" v="1837" actId="207"/>
          <ac:spMkLst>
            <pc:docMk/>
            <pc:sldMk cId="1117987510" sldId="375"/>
            <ac:spMk id="3" creationId="{549930A4-08E3-F1AE-E3D1-75993B3D80C6}"/>
          </ac:spMkLst>
        </pc:spChg>
        <pc:spChg chg="mod">
          <ac:chgData name="Zhi Wang" userId="7588ea56f58b19c7" providerId="LiveId" clId="{774C7CDD-8B60-419F-A773-E1B9126FB4F0}" dt="2026-09-20T08:38:17.848" v="1156" actId="14100"/>
          <ac:spMkLst>
            <pc:docMk/>
            <pc:sldMk cId="1117987510" sldId="375"/>
            <ac:spMk id="4" creationId="{DEAACAFE-A6AA-DD3D-E363-357D4A9443A6}"/>
          </ac:spMkLst>
        </pc:spChg>
        <pc:spChg chg="mod">
          <ac:chgData name="Zhi Wang" userId="7588ea56f58b19c7" providerId="LiveId" clId="{774C7CDD-8B60-419F-A773-E1B9126FB4F0}" dt="2026-09-20T09:31:48.802" v="1846"/>
          <ac:spMkLst>
            <pc:docMk/>
            <pc:sldMk cId="1117987510" sldId="375"/>
            <ac:spMk id="5" creationId="{9DC78416-7662-3729-0356-0358B6F2042C}"/>
          </ac:spMkLst>
        </pc:spChg>
        <pc:graphicFrameChg chg="mod">
          <ac:chgData name="Zhi Wang" userId="7588ea56f58b19c7" providerId="LiveId" clId="{774C7CDD-8B60-419F-A773-E1B9126FB4F0}" dt="2026-09-20T06:57:33.094" v="2"/>
          <ac:graphicFrameMkLst>
            <pc:docMk/>
            <pc:sldMk cId="1117987510" sldId="375"/>
            <ac:graphicFrameMk id="6" creationId="{F6254551-F8F5-FD47-D68E-4F25FC54FA53}"/>
          </ac:graphicFrameMkLst>
        </pc:graphicFrameChg>
      </pc:sldChg>
      <pc:sldChg chg="modSp mod">
        <pc:chgData name="Zhi Wang" userId="7588ea56f58b19c7" providerId="LiveId" clId="{774C7CDD-8B60-419F-A773-E1B9126FB4F0}" dt="2026-09-20T09:23:24.768" v="1746" actId="1076"/>
        <pc:sldMkLst>
          <pc:docMk/>
          <pc:sldMk cId="1778153698" sldId="376"/>
        </pc:sldMkLst>
        <pc:graphicFrameChg chg="mod">
          <ac:chgData name="Zhi Wang" userId="7588ea56f58b19c7" providerId="LiveId" clId="{774C7CDD-8B60-419F-A773-E1B9126FB4F0}" dt="2026-09-20T06:57:33.094" v="2"/>
          <ac:graphicFrameMkLst>
            <pc:docMk/>
            <pc:sldMk cId="1778153698" sldId="376"/>
            <ac:graphicFrameMk id="2" creationId="{E642B2F1-9E56-80A1-44FB-9CCB9A8A5265}"/>
          </ac:graphicFrameMkLst>
        </pc:graphicFrameChg>
        <pc:graphicFrameChg chg="mod modGraphic">
          <ac:chgData name="Zhi Wang" userId="7588ea56f58b19c7" providerId="LiveId" clId="{774C7CDD-8B60-419F-A773-E1B9126FB4F0}" dt="2026-09-20T09:23:24.768" v="1746" actId="1076"/>
          <ac:graphicFrameMkLst>
            <pc:docMk/>
            <pc:sldMk cId="1778153698" sldId="376"/>
            <ac:graphicFrameMk id="4" creationId="{ACBBEDD9-2A02-9F78-1BDA-C45D6A589419}"/>
          </ac:graphicFrameMkLst>
        </pc:graphicFrameChg>
      </pc:sldChg>
      <pc:sldChg chg="modSp mod">
        <pc:chgData name="Zhi Wang" userId="7588ea56f58b19c7" providerId="LiveId" clId="{774C7CDD-8B60-419F-A773-E1B9126FB4F0}" dt="2026-09-20T14:10:04.315" v="1853" actId="20577"/>
        <pc:sldMkLst>
          <pc:docMk/>
          <pc:sldMk cId="4006308031" sldId="377"/>
        </pc:sldMkLst>
        <pc:spChg chg="mod">
          <ac:chgData name="Zhi Wang" userId="7588ea56f58b19c7" providerId="LiveId" clId="{774C7CDD-8B60-419F-A773-E1B9126FB4F0}" dt="2026-09-20T14:10:04.315" v="1853" actId="20577"/>
          <ac:spMkLst>
            <pc:docMk/>
            <pc:sldMk cId="4006308031" sldId="377"/>
            <ac:spMk id="3" creationId="{4FB2B31E-C6B2-5FE1-624C-CE7EAD56608E}"/>
          </ac:spMkLst>
        </pc:spChg>
        <pc:graphicFrameChg chg="mod">
          <ac:chgData name="Zhi Wang" userId="7588ea56f58b19c7" providerId="LiveId" clId="{774C7CDD-8B60-419F-A773-E1B9126FB4F0}" dt="2026-09-20T06:57:33.094" v="2"/>
          <ac:graphicFrameMkLst>
            <pc:docMk/>
            <pc:sldMk cId="4006308031" sldId="377"/>
            <ac:graphicFrameMk id="4" creationId="{6C792E38-0B83-AA7F-CDAB-B247F64AC0A1}"/>
          </ac:graphicFrameMkLst>
        </pc:graphicFrameChg>
      </pc:sldChg>
      <pc:sldChg chg="modSp mod">
        <pc:chgData name="Zhi Wang" userId="7588ea56f58b19c7" providerId="LiveId" clId="{774C7CDD-8B60-419F-A773-E1B9126FB4F0}" dt="2026-09-20T08:44:20.585" v="1185" actId="13926"/>
        <pc:sldMkLst>
          <pc:docMk/>
          <pc:sldMk cId="2703386160" sldId="378"/>
        </pc:sldMkLst>
        <pc:spChg chg="mod">
          <ac:chgData name="Zhi Wang" userId="7588ea56f58b19c7" providerId="LiveId" clId="{774C7CDD-8B60-419F-A773-E1B9126FB4F0}" dt="2026-09-20T08:44:20.585" v="1185" actId="13926"/>
          <ac:spMkLst>
            <pc:docMk/>
            <pc:sldMk cId="2703386160" sldId="378"/>
            <ac:spMk id="3" creationId="{E72892D2-B23A-863F-9DDC-345F38849CFD}"/>
          </ac:spMkLst>
        </pc:spChg>
        <pc:graphicFrameChg chg="mod">
          <ac:chgData name="Zhi Wang" userId="7588ea56f58b19c7" providerId="LiveId" clId="{774C7CDD-8B60-419F-A773-E1B9126FB4F0}" dt="2026-09-20T06:57:33.094" v="2"/>
          <ac:graphicFrameMkLst>
            <pc:docMk/>
            <pc:sldMk cId="2703386160" sldId="378"/>
            <ac:graphicFrameMk id="4" creationId="{5FE04CC1-CA15-BCFC-D482-C0B3EC15918B}"/>
          </ac:graphicFrameMkLst>
        </pc:graphicFrameChg>
      </pc:sldChg>
      <pc:sldChg chg="addSp modSp mod modAnim">
        <pc:chgData name="Zhi Wang" userId="7588ea56f58b19c7" providerId="LiveId" clId="{774C7CDD-8B60-419F-A773-E1B9126FB4F0}" dt="2026-09-20T14:13:33.963" v="1855"/>
        <pc:sldMkLst>
          <pc:docMk/>
          <pc:sldMk cId="0" sldId="399"/>
        </pc:sldMkLst>
        <pc:spChg chg="mod">
          <ac:chgData name="Zhi Wang" userId="7588ea56f58b19c7" providerId="LiveId" clId="{774C7CDD-8B60-419F-A773-E1B9126FB4F0}" dt="2026-09-20T09:10:51.024" v="1549" actId="1076"/>
          <ac:spMkLst>
            <pc:docMk/>
            <pc:sldMk cId="0" sldId="399"/>
            <ac:spMk id="4" creationId="{00000000-0000-0000-0000-000000000000}"/>
          </ac:spMkLst>
        </pc:spChg>
        <pc:spChg chg="add mod">
          <ac:chgData name="Zhi Wang" userId="7588ea56f58b19c7" providerId="LiveId" clId="{774C7CDD-8B60-419F-A773-E1B9126FB4F0}" dt="2026-09-20T09:11:22.603" v="1560" actId="1076"/>
          <ac:spMkLst>
            <pc:docMk/>
            <pc:sldMk cId="0" sldId="399"/>
            <ac:spMk id="9" creationId="{BD0C9DFE-0B89-E974-BA14-C16DE146675E}"/>
          </ac:spMkLst>
        </pc:spChg>
        <pc:graphicFrameChg chg="mod">
          <ac:chgData name="Zhi Wang" userId="7588ea56f58b19c7" providerId="LiveId" clId="{774C7CDD-8B60-419F-A773-E1B9126FB4F0}" dt="2026-09-20T06:57:33.094" v="2"/>
          <ac:graphicFrameMkLst>
            <pc:docMk/>
            <pc:sldMk cId="0" sldId="399"/>
            <ac:graphicFrameMk id="5" creationId="{95B62C6C-EBF5-DCBB-5F0A-FDA5581E3D02}"/>
          </ac:graphicFrameMkLst>
        </pc:graphicFrameChg>
        <pc:picChg chg="mod">
          <ac:chgData name="Zhi Wang" userId="7588ea56f58b19c7" providerId="LiveId" clId="{774C7CDD-8B60-419F-A773-E1B9126FB4F0}" dt="2026-09-20T09:10:48.946" v="1548" actId="1076"/>
          <ac:picMkLst>
            <pc:docMk/>
            <pc:sldMk cId="0" sldId="399"/>
            <ac:picMk id="6" creationId="{00000000-0000-0000-0000-000000000000}"/>
          </ac:picMkLst>
        </pc:picChg>
        <pc:picChg chg="mod">
          <ac:chgData name="Zhi Wang" userId="7588ea56f58b19c7" providerId="LiveId" clId="{774C7CDD-8B60-419F-A773-E1B9126FB4F0}" dt="2026-09-20T09:10:47.342" v="1547" actId="1076"/>
          <ac:picMkLst>
            <pc:docMk/>
            <pc:sldMk cId="0" sldId="399"/>
            <ac:picMk id="7" creationId="{00000000-0000-0000-0000-000000000000}"/>
          </ac:picMkLst>
        </pc:picChg>
      </pc:sldChg>
      <pc:sldChg chg="modSp">
        <pc:chgData name="Zhi Wang" userId="7588ea56f58b19c7" providerId="LiveId" clId="{774C7CDD-8B60-419F-A773-E1B9126FB4F0}" dt="2026-09-20T06:57:33.094" v="2"/>
        <pc:sldMkLst>
          <pc:docMk/>
          <pc:sldMk cId="0" sldId="400"/>
        </pc:sldMkLst>
        <pc:graphicFrameChg chg="mod">
          <ac:chgData name="Zhi Wang" userId="7588ea56f58b19c7" providerId="LiveId" clId="{774C7CDD-8B60-419F-A773-E1B9126FB4F0}" dt="2026-09-20T06:57:33.094" v="2"/>
          <ac:graphicFrameMkLst>
            <pc:docMk/>
            <pc:sldMk cId="0" sldId="400"/>
            <ac:graphicFrameMk id="2" creationId="{B33487C2-B708-26F6-DF16-87E323824956}"/>
          </ac:graphicFrameMkLst>
        </pc:graphicFrameChg>
      </pc:sldChg>
      <pc:sldChg chg="modSp del mod">
        <pc:chgData name="Zhi Wang" userId="7588ea56f58b19c7" providerId="LiveId" clId="{774C7CDD-8B60-419F-A773-E1B9126FB4F0}" dt="2026-09-20T08:58:38.315" v="1266" actId="2696"/>
        <pc:sldMkLst>
          <pc:docMk/>
          <pc:sldMk cId="0" sldId="401"/>
        </pc:sldMkLst>
        <pc:graphicFrameChg chg="mod modGraphic">
          <ac:chgData name="Zhi Wang" userId="7588ea56f58b19c7" providerId="LiveId" clId="{774C7CDD-8B60-419F-A773-E1B9126FB4F0}" dt="2026-09-20T08:58:09.255" v="1265"/>
          <ac:graphicFrameMkLst>
            <pc:docMk/>
            <pc:sldMk cId="0" sldId="401"/>
            <ac:graphicFrameMk id="3" creationId="{1E72E62F-9AF3-ACB4-21D0-8D3B93CCB0C2}"/>
          </ac:graphicFrameMkLst>
        </pc:graphicFrameChg>
        <pc:graphicFrameChg chg="mod">
          <ac:chgData name="Zhi Wang" userId="7588ea56f58b19c7" providerId="LiveId" clId="{774C7CDD-8B60-419F-A773-E1B9126FB4F0}" dt="2026-09-20T06:57:33.094" v="2"/>
          <ac:graphicFrameMkLst>
            <pc:docMk/>
            <pc:sldMk cId="0" sldId="401"/>
            <ac:graphicFrameMk id="4" creationId="{2B9F5AC9-DF89-1D1D-525E-88BE1EE25293}"/>
          </ac:graphicFrameMkLst>
        </pc:graphicFrameChg>
      </pc:sldChg>
      <pc:sldChg chg="modSp add mod">
        <pc:chgData name="Zhi Wang" userId="7588ea56f58b19c7" providerId="LiveId" clId="{774C7CDD-8B60-419F-A773-E1B9126FB4F0}" dt="2026-09-20T09:29:05.409" v="1829"/>
        <pc:sldMkLst>
          <pc:docMk/>
          <pc:sldMk cId="673461891" sldId="401"/>
        </pc:sldMkLst>
        <pc:spChg chg="mod">
          <ac:chgData name="Zhi Wang" userId="7588ea56f58b19c7" providerId="LiveId" clId="{774C7CDD-8B60-419F-A773-E1B9126FB4F0}" dt="2026-09-20T08:58:45.296" v="1269"/>
          <ac:spMkLst>
            <pc:docMk/>
            <pc:sldMk cId="673461891" sldId="401"/>
            <ac:spMk id="2" creationId="{00000000-0000-0000-0000-000000000000}"/>
          </ac:spMkLst>
        </pc:spChg>
        <pc:graphicFrameChg chg="mod modGraphic">
          <ac:chgData name="Zhi Wang" userId="7588ea56f58b19c7" providerId="LiveId" clId="{774C7CDD-8B60-419F-A773-E1B9126FB4F0}" dt="2026-09-20T09:29:05.409" v="1829"/>
          <ac:graphicFrameMkLst>
            <pc:docMk/>
            <pc:sldMk cId="673461891" sldId="401"/>
            <ac:graphicFrameMk id="3" creationId="{1E72E62F-9AF3-ACB4-21D0-8D3B93CCB0C2}"/>
          </ac:graphicFrameMkLst>
        </pc:graphicFrameChg>
      </pc:sldChg>
      <pc:sldChg chg="modSp">
        <pc:chgData name="Zhi Wang" userId="7588ea56f58b19c7" providerId="LiveId" clId="{774C7CDD-8B60-419F-A773-E1B9126FB4F0}" dt="2026-09-20T06:57:33.094" v="2"/>
        <pc:sldMkLst>
          <pc:docMk/>
          <pc:sldMk cId="2367939261" sldId="402"/>
        </pc:sldMkLst>
        <pc:graphicFrameChg chg="mod">
          <ac:chgData name="Zhi Wang" userId="7588ea56f58b19c7" providerId="LiveId" clId="{774C7CDD-8B60-419F-A773-E1B9126FB4F0}" dt="2026-09-20T06:57:33.094" v="2"/>
          <ac:graphicFrameMkLst>
            <pc:docMk/>
            <pc:sldMk cId="2367939261" sldId="402"/>
            <ac:graphicFrameMk id="9" creationId="{9331913D-BD38-A0A5-860B-A751E687A0AF}"/>
          </ac:graphicFrameMkLst>
        </pc:graphicFrameChg>
      </pc:sldChg>
      <pc:sldChg chg="modSp mod">
        <pc:chgData name="Zhi Wang" userId="7588ea56f58b19c7" providerId="LiveId" clId="{774C7CDD-8B60-419F-A773-E1B9126FB4F0}" dt="2026-09-20T08:45:48.545" v="1216" actId="1076"/>
        <pc:sldMkLst>
          <pc:docMk/>
          <pc:sldMk cId="0" sldId="403"/>
        </pc:sldMkLst>
        <pc:spChg chg="mod">
          <ac:chgData name="Zhi Wang" userId="7588ea56f58b19c7" providerId="LiveId" clId="{774C7CDD-8B60-419F-A773-E1B9126FB4F0}" dt="2026-09-20T08:45:42.350" v="1215"/>
          <ac:spMkLst>
            <pc:docMk/>
            <pc:sldMk cId="0" sldId="403"/>
            <ac:spMk id="3" creationId="{00000000-0000-0000-0000-000000000000}"/>
          </ac:spMkLst>
        </pc:spChg>
        <pc:graphicFrameChg chg="mod">
          <ac:chgData name="Zhi Wang" userId="7588ea56f58b19c7" providerId="LiveId" clId="{774C7CDD-8B60-419F-A773-E1B9126FB4F0}" dt="2026-09-20T06:57:33.094" v="2"/>
          <ac:graphicFrameMkLst>
            <pc:docMk/>
            <pc:sldMk cId="0" sldId="403"/>
            <ac:graphicFrameMk id="4" creationId="{32A7C1C9-F78F-2C23-44CB-52E60E3B2E4E}"/>
          </ac:graphicFrameMkLst>
        </pc:graphicFrameChg>
        <pc:picChg chg="mod">
          <ac:chgData name="Zhi Wang" userId="7588ea56f58b19c7" providerId="LiveId" clId="{774C7CDD-8B60-419F-A773-E1B9126FB4F0}" dt="2026-09-20T08:45:48.545" v="1216" actId="1076"/>
          <ac:picMkLst>
            <pc:docMk/>
            <pc:sldMk cId="0" sldId="403"/>
            <ac:picMk id="6" creationId="{00000000-0000-0000-0000-000000000000}"/>
          </ac:picMkLst>
        </pc:picChg>
      </pc:sldChg>
      <pc:sldChg chg="modSp mod">
        <pc:chgData name="Zhi Wang" userId="7588ea56f58b19c7" providerId="LiveId" clId="{774C7CDD-8B60-419F-A773-E1B9126FB4F0}" dt="2026-09-20T09:12:49.637" v="1571" actId="20578"/>
        <pc:sldMkLst>
          <pc:docMk/>
          <pc:sldMk cId="0" sldId="404"/>
        </pc:sldMkLst>
        <pc:spChg chg="mod">
          <ac:chgData name="Zhi Wang" userId="7588ea56f58b19c7" providerId="LiveId" clId="{774C7CDD-8B60-419F-A773-E1B9126FB4F0}" dt="2026-09-20T09:12:49.637" v="1571" actId="20578"/>
          <ac:spMkLst>
            <pc:docMk/>
            <pc:sldMk cId="0" sldId="404"/>
            <ac:spMk id="5" creationId="{00000000-0000-0000-0000-000000000000}"/>
          </ac:spMkLst>
        </pc:spChg>
        <pc:graphicFrameChg chg="mod">
          <ac:chgData name="Zhi Wang" userId="7588ea56f58b19c7" providerId="LiveId" clId="{774C7CDD-8B60-419F-A773-E1B9126FB4F0}" dt="2026-09-20T06:57:33.094" v="2"/>
          <ac:graphicFrameMkLst>
            <pc:docMk/>
            <pc:sldMk cId="0" sldId="404"/>
            <ac:graphicFrameMk id="2" creationId="{6F922A88-DA16-6B3E-FB68-D46F7F507B3D}"/>
          </ac:graphicFrameMkLst>
        </pc:graphicFrameChg>
      </pc:sldChg>
      <pc:sldChg chg="modSp mod">
        <pc:chgData name="Zhi Wang" userId="7588ea56f58b19c7" providerId="LiveId" clId="{774C7CDD-8B60-419F-A773-E1B9126FB4F0}" dt="2026-09-20T08:46:47.050" v="1229" actId="20577"/>
        <pc:sldMkLst>
          <pc:docMk/>
          <pc:sldMk cId="978256473" sldId="405"/>
        </pc:sldMkLst>
        <pc:spChg chg="mod">
          <ac:chgData name="Zhi Wang" userId="7588ea56f58b19c7" providerId="LiveId" clId="{774C7CDD-8B60-419F-A773-E1B9126FB4F0}" dt="2026-09-20T08:46:47.050" v="1229" actId="20577"/>
          <ac:spMkLst>
            <pc:docMk/>
            <pc:sldMk cId="978256473" sldId="405"/>
            <ac:spMk id="2" creationId="{B8701206-5C76-8888-23AE-1C067D93EB1C}"/>
          </ac:spMkLst>
        </pc:spChg>
        <pc:graphicFrameChg chg="mod">
          <ac:chgData name="Zhi Wang" userId="7588ea56f58b19c7" providerId="LiveId" clId="{774C7CDD-8B60-419F-A773-E1B9126FB4F0}" dt="2026-09-20T06:57:33.094" v="2"/>
          <ac:graphicFrameMkLst>
            <pc:docMk/>
            <pc:sldMk cId="978256473" sldId="405"/>
            <ac:graphicFrameMk id="4" creationId="{D0E2BF3D-A57D-2BE5-09F0-A63B323DE00A}"/>
          </ac:graphicFrameMkLst>
        </pc:graphicFrameChg>
      </pc:sldChg>
      <pc:sldChg chg="modSp">
        <pc:chgData name="Zhi Wang" userId="7588ea56f58b19c7" providerId="LiveId" clId="{774C7CDD-8B60-419F-A773-E1B9126FB4F0}" dt="2026-09-20T06:57:33.094" v="2"/>
        <pc:sldMkLst>
          <pc:docMk/>
          <pc:sldMk cId="527887224" sldId="406"/>
        </pc:sldMkLst>
        <pc:graphicFrameChg chg="mod">
          <ac:chgData name="Zhi Wang" userId="7588ea56f58b19c7" providerId="LiveId" clId="{774C7CDD-8B60-419F-A773-E1B9126FB4F0}" dt="2026-09-20T06:57:33.094" v="2"/>
          <ac:graphicFrameMkLst>
            <pc:docMk/>
            <pc:sldMk cId="527887224" sldId="406"/>
            <ac:graphicFrameMk id="3" creationId="{2D65742A-177D-D763-4493-1C1E69E27FF5}"/>
          </ac:graphicFrameMkLst>
        </pc:graphicFrameChg>
      </pc:sldChg>
      <pc:sldChg chg="modSp mod">
        <pc:chgData name="Zhi Wang" userId="7588ea56f58b19c7" providerId="LiveId" clId="{774C7CDD-8B60-419F-A773-E1B9126FB4F0}" dt="2026-09-20T09:15:22.613" v="1599" actId="20577"/>
        <pc:sldMkLst>
          <pc:docMk/>
          <pc:sldMk cId="3732503260" sldId="407"/>
        </pc:sldMkLst>
        <pc:spChg chg="mod">
          <ac:chgData name="Zhi Wang" userId="7588ea56f58b19c7" providerId="LiveId" clId="{774C7CDD-8B60-419F-A773-E1B9126FB4F0}" dt="2026-09-20T09:15:22.613" v="1599" actId="20577"/>
          <ac:spMkLst>
            <pc:docMk/>
            <pc:sldMk cId="3732503260" sldId="407"/>
            <ac:spMk id="9" creationId="{492F9767-054B-EEE2-E5AA-41EDABECD3F3}"/>
          </ac:spMkLst>
        </pc:spChg>
        <pc:graphicFrameChg chg="mod">
          <ac:chgData name="Zhi Wang" userId="7588ea56f58b19c7" providerId="LiveId" clId="{774C7CDD-8B60-419F-A773-E1B9126FB4F0}" dt="2026-09-20T06:57:33.094" v="2"/>
          <ac:graphicFrameMkLst>
            <pc:docMk/>
            <pc:sldMk cId="3732503260" sldId="407"/>
            <ac:graphicFrameMk id="3" creationId="{003CF46D-0D9D-4035-E943-E45EA6860F49}"/>
          </ac:graphicFrameMkLst>
        </pc:graphicFrameChg>
      </pc:sldChg>
      <pc:sldChg chg="modSp">
        <pc:chgData name="Zhi Wang" userId="7588ea56f58b19c7" providerId="LiveId" clId="{774C7CDD-8B60-419F-A773-E1B9126FB4F0}" dt="2026-09-20T06:57:33.094" v="2"/>
        <pc:sldMkLst>
          <pc:docMk/>
          <pc:sldMk cId="1460878770" sldId="408"/>
        </pc:sldMkLst>
        <pc:graphicFrameChg chg="mod">
          <ac:chgData name="Zhi Wang" userId="7588ea56f58b19c7" providerId="LiveId" clId="{774C7CDD-8B60-419F-A773-E1B9126FB4F0}" dt="2026-09-20T06:57:33.094" v="2"/>
          <ac:graphicFrameMkLst>
            <pc:docMk/>
            <pc:sldMk cId="1460878770" sldId="408"/>
            <ac:graphicFrameMk id="3" creationId="{8989170B-EE91-1B3B-FB2E-072B77F3B8D9}"/>
          </ac:graphicFrameMkLst>
        </pc:graphicFrameChg>
      </pc:sldChg>
      <pc:sldChg chg="modSp">
        <pc:chgData name="Zhi Wang" userId="7588ea56f58b19c7" providerId="LiveId" clId="{774C7CDD-8B60-419F-A773-E1B9126FB4F0}" dt="2026-09-20T06:57:33.094" v="2"/>
        <pc:sldMkLst>
          <pc:docMk/>
          <pc:sldMk cId="418924524" sldId="409"/>
        </pc:sldMkLst>
        <pc:graphicFrameChg chg="mod">
          <ac:chgData name="Zhi Wang" userId="7588ea56f58b19c7" providerId="LiveId" clId="{774C7CDD-8B60-419F-A773-E1B9126FB4F0}" dt="2026-09-20T06:57:33.094" v="2"/>
          <ac:graphicFrameMkLst>
            <pc:docMk/>
            <pc:sldMk cId="418924524" sldId="409"/>
            <ac:graphicFrameMk id="3" creationId="{9F2A3433-9A1D-CBEA-317B-9B1AE651BE57}"/>
          </ac:graphicFrameMkLst>
        </pc:graphicFrameChg>
      </pc:sldChg>
      <pc:sldChg chg="addSp modSp mod">
        <pc:chgData name="Zhi Wang" userId="7588ea56f58b19c7" providerId="LiveId" clId="{774C7CDD-8B60-419F-A773-E1B9126FB4F0}" dt="2026-09-20T09:21:35.918" v="1742" actId="20577"/>
        <pc:sldMkLst>
          <pc:docMk/>
          <pc:sldMk cId="4011341546" sldId="410"/>
        </pc:sldMkLst>
        <pc:spChg chg="mod">
          <ac:chgData name="Zhi Wang" userId="7588ea56f58b19c7" providerId="LiveId" clId="{774C7CDD-8B60-419F-A773-E1B9126FB4F0}" dt="2026-09-20T08:47:08.837" v="1230" actId="20577"/>
          <ac:spMkLst>
            <pc:docMk/>
            <pc:sldMk cId="4011341546" sldId="410"/>
            <ac:spMk id="2" creationId="{8F6B64F4-1BCD-852C-D969-4BD7EC23AA93}"/>
          </ac:spMkLst>
        </pc:spChg>
        <pc:spChg chg="mod">
          <ac:chgData name="Zhi Wang" userId="7588ea56f58b19c7" providerId="LiveId" clId="{774C7CDD-8B60-419F-A773-E1B9126FB4F0}" dt="2026-09-20T09:20:48.463" v="1723"/>
          <ac:spMkLst>
            <pc:docMk/>
            <pc:sldMk cId="4011341546" sldId="410"/>
            <ac:spMk id="3" creationId="{CD459FC8-2299-2B26-02D9-5B097DE7A283}"/>
          </ac:spMkLst>
        </pc:spChg>
        <pc:spChg chg="add mod">
          <ac:chgData name="Zhi Wang" userId="7588ea56f58b19c7" providerId="LiveId" clId="{774C7CDD-8B60-419F-A773-E1B9126FB4F0}" dt="2026-09-20T09:21:35.918" v="1742" actId="20577"/>
          <ac:spMkLst>
            <pc:docMk/>
            <pc:sldMk cId="4011341546" sldId="410"/>
            <ac:spMk id="6" creationId="{A9935F5C-7AA1-0A94-28EB-267FCE08D3B3}"/>
          </ac:spMkLst>
        </pc:spChg>
        <pc:graphicFrameChg chg="mod">
          <ac:chgData name="Zhi Wang" userId="7588ea56f58b19c7" providerId="LiveId" clId="{774C7CDD-8B60-419F-A773-E1B9126FB4F0}" dt="2026-09-20T06:57:33.094" v="2"/>
          <ac:graphicFrameMkLst>
            <pc:docMk/>
            <pc:sldMk cId="4011341546" sldId="410"/>
            <ac:graphicFrameMk id="4" creationId="{5C2B0F8E-C6D8-CA99-F0A0-B2D6E0B313EB}"/>
          </ac:graphicFrameMkLst>
        </pc:graphicFrameChg>
        <pc:picChg chg="mod ord">
          <ac:chgData name="Zhi Wang" userId="7588ea56f58b19c7" providerId="LiveId" clId="{774C7CDD-8B60-419F-A773-E1B9126FB4F0}" dt="2026-09-20T09:17:40.994" v="1632" actId="1076"/>
          <ac:picMkLst>
            <pc:docMk/>
            <pc:sldMk cId="4011341546" sldId="410"/>
            <ac:picMk id="5" creationId="{3FBE9CE6-382B-DF7C-7B43-C92CD09B2492}"/>
          </ac:picMkLst>
        </pc:picChg>
        <pc:picChg chg="mod">
          <ac:chgData name="Zhi Wang" userId="7588ea56f58b19c7" providerId="LiveId" clId="{774C7CDD-8B60-419F-A773-E1B9126FB4F0}" dt="2026-09-20T09:17:40.994" v="1632" actId="1076"/>
          <ac:picMkLst>
            <pc:docMk/>
            <pc:sldMk cId="4011341546" sldId="410"/>
            <ac:picMk id="7" creationId="{A9FF8EE9-A316-E5A5-258B-456BDBFF49B1}"/>
          </ac:picMkLst>
        </pc:picChg>
      </pc:sldChg>
      <pc:sldChg chg="modSp">
        <pc:chgData name="Zhi Wang" userId="7588ea56f58b19c7" providerId="LiveId" clId="{774C7CDD-8B60-419F-A773-E1B9126FB4F0}" dt="2026-09-20T06:57:33.094" v="2"/>
        <pc:sldMkLst>
          <pc:docMk/>
          <pc:sldMk cId="788580010" sldId="411"/>
        </pc:sldMkLst>
        <pc:graphicFrameChg chg="mod">
          <ac:chgData name="Zhi Wang" userId="7588ea56f58b19c7" providerId="LiveId" clId="{774C7CDD-8B60-419F-A773-E1B9126FB4F0}" dt="2026-09-20T06:57:33.094" v="2"/>
          <ac:graphicFrameMkLst>
            <pc:docMk/>
            <pc:sldMk cId="788580010" sldId="411"/>
            <ac:graphicFrameMk id="2" creationId="{2BB7BA8E-CF9A-3361-D201-CBBFD63D642E}"/>
          </ac:graphicFrameMkLst>
        </pc:graphicFrameChg>
      </pc:sldChg>
      <pc:sldChg chg="modSp mod">
        <pc:chgData name="Zhi Wang" userId="7588ea56f58b19c7" providerId="LiveId" clId="{774C7CDD-8B60-419F-A773-E1B9126FB4F0}" dt="2026-09-20T09:25:44.664" v="1785" actId="20577"/>
        <pc:sldMkLst>
          <pc:docMk/>
          <pc:sldMk cId="3830200687" sldId="412"/>
        </pc:sldMkLst>
        <pc:spChg chg="mod">
          <ac:chgData name="Zhi Wang" userId="7588ea56f58b19c7" providerId="LiveId" clId="{774C7CDD-8B60-419F-A773-E1B9126FB4F0}" dt="2026-09-20T09:25:44.664" v="1785" actId="20577"/>
          <ac:spMkLst>
            <pc:docMk/>
            <pc:sldMk cId="3830200687" sldId="412"/>
            <ac:spMk id="3" creationId="{421F9B4D-4FA4-1526-613C-62E231D2C24B}"/>
          </ac:spMkLst>
        </pc:spChg>
        <pc:graphicFrameChg chg="mod">
          <ac:chgData name="Zhi Wang" userId="7588ea56f58b19c7" providerId="LiveId" clId="{774C7CDD-8B60-419F-A773-E1B9126FB4F0}" dt="2026-09-20T06:57:33.094" v="2"/>
          <ac:graphicFrameMkLst>
            <pc:docMk/>
            <pc:sldMk cId="3830200687" sldId="412"/>
            <ac:graphicFrameMk id="4" creationId="{2079FF25-9C83-00B0-632B-C70FA203C884}"/>
          </ac:graphicFrameMkLst>
        </pc:graphicFrameChg>
      </pc:sldChg>
      <pc:sldChg chg="addSp modSp mod">
        <pc:chgData name="Zhi Wang" userId="7588ea56f58b19c7" providerId="LiveId" clId="{774C7CDD-8B60-419F-A773-E1B9126FB4F0}" dt="2026-09-20T09:24:10.093" v="1748" actId="20577"/>
        <pc:sldMkLst>
          <pc:docMk/>
          <pc:sldMk cId="2797012778" sldId="413"/>
        </pc:sldMkLst>
        <pc:spChg chg="add mod">
          <ac:chgData name="Zhi Wang" userId="7588ea56f58b19c7" providerId="LiveId" clId="{774C7CDD-8B60-419F-A773-E1B9126FB4F0}" dt="2026-09-20T09:04:07.362" v="1447" actId="1076"/>
          <ac:spMkLst>
            <pc:docMk/>
            <pc:sldMk cId="2797012778" sldId="413"/>
            <ac:spMk id="2" creationId="{A3A2DE38-1F93-79B2-CD61-365049BF30AD}"/>
          </ac:spMkLst>
        </pc:spChg>
        <pc:spChg chg="mod">
          <ac:chgData name="Zhi Wang" userId="7588ea56f58b19c7" providerId="LiveId" clId="{774C7CDD-8B60-419F-A773-E1B9126FB4F0}" dt="2026-09-20T09:24:10.093" v="1748" actId="20577"/>
          <ac:spMkLst>
            <pc:docMk/>
            <pc:sldMk cId="2797012778" sldId="413"/>
            <ac:spMk id="4" creationId="{1275F5FA-5778-8C40-B137-37108EC7498F}"/>
          </ac:spMkLst>
        </pc:spChg>
        <pc:spChg chg="mod">
          <ac:chgData name="Zhi Wang" userId="7588ea56f58b19c7" providerId="LiveId" clId="{774C7CDD-8B60-419F-A773-E1B9126FB4F0}" dt="2026-09-20T09:04:04.018" v="1446" actId="1035"/>
          <ac:spMkLst>
            <pc:docMk/>
            <pc:sldMk cId="2797012778" sldId="413"/>
            <ac:spMk id="19" creationId="{CE81E08F-E986-BA54-3D12-2E9735CE2579}"/>
          </ac:spMkLst>
        </pc:spChg>
        <pc:spChg chg="mod">
          <ac:chgData name="Zhi Wang" userId="7588ea56f58b19c7" providerId="LiveId" clId="{774C7CDD-8B60-419F-A773-E1B9126FB4F0}" dt="2026-09-20T09:04:04.018" v="1446" actId="1035"/>
          <ac:spMkLst>
            <pc:docMk/>
            <pc:sldMk cId="2797012778" sldId="413"/>
            <ac:spMk id="20" creationId="{1D795591-4B54-82F5-6D6E-962417497CFB}"/>
          </ac:spMkLst>
        </pc:spChg>
        <pc:spChg chg="mod">
          <ac:chgData name="Zhi Wang" userId="7588ea56f58b19c7" providerId="LiveId" clId="{774C7CDD-8B60-419F-A773-E1B9126FB4F0}" dt="2026-09-20T09:04:04.018" v="1446" actId="1035"/>
          <ac:spMkLst>
            <pc:docMk/>
            <pc:sldMk cId="2797012778" sldId="413"/>
            <ac:spMk id="21" creationId="{A86FF74E-857D-D569-5FD0-3BB9F04C841B}"/>
          </ac:spMkLst>
        </pc:spChg>
        <pc:spChg chg="mod">
          <ac:chgData name="Zhi Wang" userId="7588ea56f58b19c7" providerId="LiveId" clId="{774C7CDD-8B60-419F-A773-E1B9126FB4F0}" dt="2026-09-20T09:04:04.018" v="1446" actId="1035"/>
          <ac:spMkLst>
            <pc:docMk/>
            <pc:sldMk cId="2797012778" sldId="413"/>
            <ac:spMk id="22" creationId="{79B69BD9-C2F9-6AD7-C34A-9C9D80FD6486}"/>
          </ac:spMkLst>
        </pc:spChg>
        <pc:spChg chg="mod">
          <ac:chgData name="Zhi Wang" userId="7588ea56f58b19c7" providerId="LiveId" clId="{774C7CDD-8B60-419F-A773-E1B9126FB4F0}" dt="2026-09-20T09:04:04.018" v="1446" actId="1035"/>
          <ac:spMkLst>
            <pc:docMk/>
            <pc:sldMk cId="2797012778" sldId="413"/>
            <ac:spMk id="34" creationId="{3B3AAD58-8A10-0FEF-D05B-A26A970213F1}"/>
          </ac:spMkLst>
        </pc:spChg>
        <pc:spChg chg="mod">
          <ac:chgData name="Zhi Wang" userId="7588ea56f58b19c7" providerId="LiveId" clId="{774C7CDD-8B60-419F-A773-E1B9126FB4F0}" dt="2026-09-20T07:12:48.552" v="124" actId="20577"/>
          <ac:spMkLst>
            <pc:docMk/>
            <pc:sldMk cId="2797012778" sldId="413"/>
            <ac:spMk id="35" creationId="{2B984EA6-91A7-03B4-63BC-5EAE253915DF}"/>
          </ac:spMkLst>
        </pc:spChg>
        <pc:spChg chg="mod">
          <ac:chgData name="Zhi Wang" userId="7588ea56f58b19c7" providerId="LiveId" clId="{774C7CDD-8B60-419F-A773-E1B9126FB4F0}" dt="2026-09-20T09:04:04.018" v="1446" actId="1035"/>
          <ac:spMkLst>
            <pc:docMk/>
            <pc:sldMk cId="2797012778" sldId="413"/>
            <ac:spMk id="37" creationId="{539971C9-DC01-6B53-56C8-F699A998DFEF}"/>
          </ac:spMkLst>
        </pc:spChg>
        <pc:graphicFrameChg chg="mod">
          <ac:chgData name="Zhi Wang" userId="7588ea56f58b19c7" providerId="LiveId" clId="{774C7CDD-8B60-419F-A773-E1B9126FB4F0}" dt="2026-09-20T06:57:33.094" v="2"/>
          <ac:graphicFrameMkLst>
            <pc:docMk/>
            <pc:sldMk cId="2797012778" sldId="413"/>
            <ac:graphicFrameMk id="38" creationId="{4A2F9216-7E5A-0960-4540-6FEF37453565}"/>
          </ac:graphicFrameMkLst>
        </pc:graphicFrameChg>
      </pc:sldChg>
      <pc:sldChg chg="modSp">
        <pc:chgData name="Zhi Wang" userId="7588ea56f58b19c7" providerId="LiveId" clId="{774C7CDD-8B60-419F-A773-E1B9126FB4F0}" dt="2026-09-20T06:57:33.094" v="2"/>
        <pc:sldMkLst>
          <pc:docMk/>
          <pc:sldMk cId="2735404207" sldId="414"/>
        </pc:sldMkLst>
        <pc:graphicFrameChg chg="mod">
          <ac:chgData name="Zhi Wang" userId="7588ea56f58b19c7" providerId="LiveId" clId="{774C7CDD-8B60-419F-A773-E1B9126FB4F0}" dt="2026-09-20T06:57:33.094" v="2"/>
          <ac:graphicFrameMkLst>
            <pc:docMk/>
            <pc:sldMk cId="2735404207" sldId="414"/>
            <ac:graphicFrameMk id="4" creationId="{F77CB1A5-002B-0EAB-325F-C9E66B3D9DD7}"/>
          </ac:graphicFrameMkLst>
        </pc:graphicFrameChg>
      </pc:sldChg>
      <pc:sldChg chg="addSp delSp modSp add mod">
        <pc:chgData name="Zhi Wang" userId="7588ea56f58b19c7" providerId="LiveId" clId="{774C7CDD-8B60-419F-A773-E1B9126FB4F0}" dt="2026-09-20T07:41:59.312" v="658" actId="1076"/>
        <pc:sldMkLst>
          <pc:docMk/>
          <pc:sldMk cId="2948089862" sldId="415"/>
        </pc:sldMkLst>
        <pc:spChg chg="mod">
          <ac:chgData name="Zhi Wang" userId="7588ea56f58b19c7" providerId="LiveId" clId="{774C7CDD-8B60-419F-A773-E1B9126FB4F0}" dt="2026-09-20T07:33:17.241" v="393"/>
          <ac:spMkLst>
            <pc:docMk/>
            <pc:sldMk cId="2948089862" sldId="415"/>
            <ac:spMk id="2" creationId="{F0D9993F-0A7E-9B4E-1112-AC637B51FB62}"/>
          </ac:spMkLst>
        </pc:spChg>
        <pc:spChg chg="add mod">
          <ac:chgData name="Zhi Wang" userId="7588ea56f58b19c7" providerId="LiveId" clId="{774C7CDD-8B60-419F-A773-E1B9126FB4F0}" dt="2026-09-20T07:40:59.527" v="649" actId="1076"/>
          <ac:spMkLst>
            <pc:docMk/>
            <pc:sldMk cId="2948089862" sldId="415"/>
            <ac:spMk id="4" creationId="{DA70193B-30B3-2ECE-9950-9A347C4E6B4B}"/>
          </ac:spMkLst>
        </pc:spChg>
        <pc:spChg chg="add mod">
          <ac:chgData name="Zhi Wang" userId="7588ea56f58b19c7" providerId="LiveId" clId="{774C7CDD-8B60-419F-A773-E1B9126FB4F0}" dt="2026-09-20T07:40:59.527" v="649" actId="1076"/>
          <ac:spMkLst>
            <pc:docMk/>
            <pc:sldMk cId="2948089862" sldId="415"/>
            <ac:spMk id="5" creationId="{3F43FC04-B781-B198-6AE6-793294D68831}"/>
          </ac:spMkLst>
        </pc:spChg>
        <pc:spChg chg="add mod">
          <ac:chgData name="Zhi Wang" userId="7588ea56f58b19c7" providerId="LiveId" clId="{774C7CDD-8B60-419F-A773-E1B9126FB4F0}" dt="2026-09-20T07:40:59.527" v="649" actId="1076"/>
          <ac:spMkLst>
            <pc:docMk/>
            <pc:sldMk cId="2948089862" sldId="415"/>
            <ac:spMk id="7" creationId="{764C8211-3719-375E-7A0C-9E1A14A7CB3E}"/>
          </ac:spMkLst>
        </pc:spChg>
        <pc:spChg chg="add mod">
          <ac:chgData name="Zhi Wang" userId="7588ea56f58b19c7" providerId="LiveId" clId="{774C7CDD-8B60-419F-A773-E1B9126FB4F0}" dt="2026-09-20T07:40:59.527" v="649" actId="1076"/>
          <ac:spMkLst>
            <pc:docMk/>
            <pc:sldMk cId="2948089862" sldId="415"/>
            <ac:spMk id="11" creationId="{09FB372E-0CD1-C912-4BA2-FF4454AAFE9C}"/>
          </ac:spMkLst>
        </pc:spChg>
        <pc:spChg chg="add mod">
          <ac:chgData name="Zhi Wang" userId="7588ea56f58b19c7" providerId="LiveId" clId="{774C7CDD-8B60-419F-A773-E1B9126FB4F0}" dt="2026-09-20T07:40:59.527" v="649" actId="1076"/>
          <ac:spMkLst>
            <pc:docMk/>
            <pc:sldMk cId="2948089862" sldId="415"/>
            <ac:spMk id="15" creationId="{9B0D6302-2255-3D8E-B70B-6A239BCAA404}"/>
          </ac:spMkLst>
        </pc:spChg>
        <pc:spChg chg="del">
          <ac:chgData name="Zhi Wang" userId="7588ea56f58b19c7" providerId="LiveId" clId="{774C7CDD-8B60-419F-A773-E1B9126FB4F0}" dt="2026-09-20T07:33:22.549" v="394" actId="478"/>
          <ac:spMkLst>
            <pc:docMk/>
            <pc:sldMk cId="2948089862" sldId="415"/>
            <ac:spMk id="17" creationId="{9D2B5C65-1DEE-C7FD-2A9D-FB58BC6F89CA}"/>
          </ac:spMkLst>
        </pc:spChg>
        <pc:spChg chg="del">
          <ac:chgData name="Zhi Wang" userId="7588ea56f58b19c7" providerId="LiveId" clId="{774C7CDD-8B60-419F-A773-E1B9126FB4F0}" dt="2026-09-20T07:33:22.549" v="394" actId="478"/>
          <ac:spMkLst>
            <pc:docMk/>
            <pc:sldMk cId="2948089862" sldId="415"/>
            <ac:spMk id="18" creationId="{F674792C-F000-D42A-3632-72DA35A7E3E3}"/>
          </ac:spMkLst>
        </pc:spChg>
        <pc:spChg chg="del">
          <ac:chgData name="Zhi Wang" userId="7588ea56f58b19c7" providerId="LiveId" clId="{774C7CDD-8B60-419F-A773-E1B9126FB4F0}" dt="2026-09-20T07:33:22.549" v="394" actId="478"/>
          <ac:spMkLst>
            <pc:docMk/>
            <pc:sldMk cId="2948089862" sldId="415"/>
            <ac:spMk id="19" creationId="{092ABED8-373E-7F6F-5A97-182875F2BB57}"/>
          </ac:spMkLst>
        </pc:spChg>
        <pc:spChg chg="del">
          <ac:chgData name="Zhi Wang" userId="7588ea56f58b19c7" providerId="LiveId" clId="{774C7CDD-8B60-419F-A773-E1B9126FB4F0}" dt="2026-09-20T07:33:22.549" v="394" actId="478"/>
          <ac:spMkLst>
            <pc:docMk/>
            <pc:sldMk cId="2948089862" sldId="415"/>
            <ac:spMk id="21" creationId="{4F052BA1-C308-D6C6-0899-CE681E954C77}"/>
          </ac:spMkLst>
        </pc:spChg>
        <pc:spChg chg="del">
          <ac:chgData name="Zhi Wang" userId="7588ea56f58b19c7" providerId="LiveId" clId="{774C7CDD-8B60-419F-A773-E1B9126FB4F0}" dt="2026-09-20T07:33:22.549" v="394" actId="478"/>
          <ac:spMkLst>
            <pc:docMk/>
            <pc:sldMk cId="2948089862" sldId="415"/>
            <ac:spMk id="23" creationId="{9F49277D-0FC5-0500-36CF-1D5D783FB9DC}"/>
          </ac:spMkLst>
        </pc:spChg>
        <pc:spChg chg="del">
          <ac:chgData name="Zhi Wang" userId="7588ea56f58b19c7" providerId="LiveId" clId="{774C7CDD-8B60-419F-A773-E1B9126FB4F0}" dt="2026-09-20T07:33:22.549" v="394" actId="478"/>
          <ac:spMkLst>
            <pc:docMk/>
            <pc:sldMk cId="2948089862" sldId="415"/>
            <ac:spMk id="24" creationId="{137380DB-7212-3C9E-309A-D2013B0D8CE0}"/>
          </ac:spMkLst>
        </pc:spChg>
        <pc:spChg chg="del">
          <ac:chgData name="Zhi Wang" userId="7588ea56f58b19c7" providerId="LiveId" clId="{774C7CDD-8B60-419F-A773-E1B9126FB4F0}" dt="2026-09-20T07:33:22.549" v="394" actId="478"/>
          <ac:spMkLst>
            <pc:docMk/>
            <pc:sldMk cId="2948089862" sldId="415"/>
            <ac:spMk id="25" creationId="{D114CBEA-8C32-9B90-562D-93C622DC0122}"/>
          </ac:spMkLst>
        </pc:spChg>
        <pc:spChg chg="del">
          <ac:chgData name="Zhi Wang" userId="7588ea56f58b19c7" providerId="LiveId" clId="{774C7CDD-8B60-419F-A773-E1B9126FB4F0}" dt="2026-09-20T07:33:22.549" v="394" actId="478"/>
          <ac:spMkLst>
            <pc:docMk/>
            <pc:sldMk cId="2948089862" sldId="415"/>
            <ac:spMk id="26" creationId="{51AC6322-C74A-B319-938D-DD4CAA482F0E}"/>
          </ac:spMkLst>
        </pc:spChg>
        <pc:spChg chg="del">
          <ac:chgData name="Zhi Wang" userId="7588ea56f58b19c7" providerId="LiveId" clId="{774C7CDD-8B60-419F-A773-E1B9126FB4F0}" dt="2026-09-20T07:33:22.549" v="394" actId="478"/>
          <ac:spMkLst>
            <pc:docMk/>
            <pc:sldMk cId="2948089862" sldId="415"/>
            <ac:spMk id="27" creationId="{5E09D203-18D7-B612-A287-B6B79E049B93}"/>
          </ac:spMkLst>
        </pc:spChg>
        <pc:spChg chg="del">
          <ac:chgData name="Zhi Wang" userId="7588ea56f58b19c7" providerId="LiveId" clId="{774C7CDD-8B60-419F-A773-E1B9126FB4F0}" dt="2026-09-20T07:33:22.549" v="394" actId="478"/>
          <ac:spMkLst>
            <pc:docMk/>
            <pc:sldMk cId="2948089862" sldId="415"/>
            <ac:spMk id="28" creationId="{59F4B789-5D25-F315-82DA-135B40867C89}"/>
          </ac:spMkLst>
        </pc:spChg>
        <pc:spChg chg="add mod">
          <ac:chgData name="Zhi Wang" userId="7588ea56f58b19c7" providerId="LiveId" clId="{774C7CDD-8B60-419F-A773-E1B9126FB4F0}" dt="2026-09-20T07:40:59.527" v="649" actId="1076"/>
          <ac:spMkLst>
            <pc:docMk/>
            <pc:sldMk cId="2948089862" sldId="415"/>
            <ac:spMk id="30" creationId="{E8D6CFAE-1108-F07A-716B-9634B190E113}"/>
          </ac:spMkLst>
        </pc:spChg>
        <pc:spChg chg="add mod">
          <ac:chgData name="Zhi Wang" userId="7588ea56f58b19c7" providerId="LiveId" clId="{774C7CDD-8B60-419F-A773-E1B9126FB4F0}" dt="2026-09-20T07:40:59.527" v="649" actId="1076"/>
          <ac:spMkLst>
            <pc:docMk/>
            <pc:sldMk cId="2948089862" sldId="415"/>
            <ac:spMk id="32" creationId="{DBB1708E-638E-5ACE-22E2-2172E4B13246}"/>
          </ac:spMkLst>
        </pc:spChg>
        <pc:spChg chg="add mod">
          <ac:chgData name="Zhi Wang" userId="7588ea56f58b19c7" providerId="LiveId" clId="{774C7CDD-8B60-419F-A773-E1B9126FB4F0}" dt="2026-09-20T07:40:59.527" v="649" actId="1076"/>
          <ac:spMkLst>
            <pc:docMk/>
            <pc:sldMk cId="2948089862" sldId="415"/>
            <ac:spMk id="33" creationId="{F1D094F5-6CA7-CC53-FC13-1518538AFC22}"/>
          </ac:spMkLst>
        </pc:spChg>
        <pc:spChg chg="add mod">
          <ac:chgData name="Zhi Wang" userId="7588ea56f58b19c7" providerId="LiveId" clId="{774C7CDD-8B60-419F-A773-E1B9126FB4F0}" dt="2026-09-20T07:41:53.499" v="657" actId="1076"/>
          <ac:spMkLst>
            <pc:docMk/>
            <pc:sldMk cId="2948089862" sldId="415"/>
            <ac:spMk id="35" creationId="{D104E43D-797A-0F11-1C9B-A8A336BD87EB}"/>
          </ac:spMkLst>
        </pc:spChg>
        <pc:picChg chg="add mod modCrop">
          <ac:chgData name="Zhi Wang" userId="7588ea56f58b19c7" providerId="LiveId" clId="{774C7CDD-8B60-419F-A773-E1B9126FB4F0}" dt="2026-09-20T07:41:59.312" v="658" actId="1076"/>
          <ac:picMkLst>
            <pc:docMk/>
            <pc:sldMk cId="2948089862" sldId="415"/>
            <ac:picMk id="36" creationId="{E86F8D14-6D2E-12A3-2FFB-B950C211A3E4}"/>
          </ac:picMkLst>
        </pc:picChg>
      </pc:sldChg>
      <pc:sldChg chg="addSp delSp modSp add mod">
        <pc:chgData name="Zhi Wang" userId="7588ea56f58b19c7" providerId="LiveId" clId="{774C7CDD-8B60-419F-A773-E1B9126FB4F0}" dt="2026-09-20T07:56:28.388" v="833"/>
        <pc:sldMkLst>
          <pc:docMk/>
          <pc:sldMk cId="2883107011" sldId="416"/>
        </pc:sldMkLst>
        <pc:spChg chg="del">
          <ac:chgData name="Zhi Wang" userId="7588ea56f58b19c7" providerId="LiveId" clId="{774C7CDD-8B60-419F-A773-E1B9126FB4F0}" dt="2026-09-20T07:51:47.149" v="687" actId="478"/>
          <ac:spMkLst>
            <pc:docMk/>
            <pc:sldMk cId="2883107011" sldId="416"/>
            <ac:spMk id="3" creationId="{C478BB38-A947-78B1-C4CB-FB0FD450467E}"/>
          </ac:spMkLst>
        </pc:spChg>
        <pc:spChg chg="add del mod">
          <ac:chgData name="Zhi Wang" userId="7588ea56f58b19c7" providerId="LiveId" clId="{774C7CDD-8B60-419F-A773-E1B9126FB4F0}" dt="2026-09-20T07:51:49.173" v="688" actId="478"/>
          <ac:spMkLst>
            <pc:docMk/>
            <pc:sldMk cId="2883107011" sldId="416"/>
            <ac:spMk id="7" creationId="{078DE985-C8BB-7DC2-88C6-8FA50A562D58}"/>
          </ac:spMkLst>
        </pc:spChg>
        <pc:spChg chg="add mod">
          <ac:chgData name="Zhi Wang" userId="7588ea56f58b19c7" providerId="LiveId" clId="{774C7CDD-8B60-419F-A773-E1B9126FB4F0}" dt="2026-09-20T07:53:01.837" v="715" actId="1076"/>
          <ac:spMkLst>
            <pc:docMk/>
            <pc:sldMk cId="2883107011" sldId="416"/>
            <ac:spMk id="10" creationId="{B553578E-E891-4429-3B95-DF42B0A9A85B}"/>
          </ac:spMkLst>
        </pc:spChg>
        <pc:spChg chg="add mod">
          <ac:chgData name="Zhi Wang" userId="7588ea56f58b19c7" providerId="LiveId" clId="{774C7CDD-8B60-419F-A773-E1B9126FB4F0}" dt="2026-09-20T07:55:15.376" v="801" actId="1076"/>
          <ac:spMkLst>
            <pc:docMk/>
            <pc:sldMk cId="2883107011" sldId="416"/>
            <ac:spMk id="11" creationId="{8B1BE61E-E679-4702-1003-FC8B3E402A36}"/>
          </ac:spMkLst>
        </pc:spChg>
        <pc:spChg chg="add mod">
          <ac:chgData name="Zhi Wang" userId="7588ea56f58b19c7" providerId="LiveId" clId="{774C7CDD-8B60-419F-A773-E1B9126FB4F0}" dt="2026-09-20T07:56:28.388" v="833"/>
          <ac:spMkLst>
            <pc:docMk/>
            <pc:sldMk cId="2883107011" sldId="416"/>
            <ac:spMk id="13" creationId="{44F1ADBF-48F9-EC44-4068-5C0A4A8733CC}"/>
          </ac:spMkLst>
        </pc:spChg>
        <pc:picChg chg="del">
          <ac:chgData name="Zhi Wang" userId="7588ea56f58b19c7" providerId="LiveId" clId="{774C7CDD-8B60-419F-A773-E1B9126FB4F0}" dt="2026-09-20T07:51:45.269" v="686" actId="478"/>
          <ac:picMkLst>
            <pc:docMk/>
            <pc:sldMk cId="2883107011" sldId="416"/>
            <ac:picMk id="4" creationId="{5E7153BF-326B-0E14-1FCD-E6071186B124}"/>
          </ac:picMkLst>
        </pc:picChg>
        <pc:picChg chg="add mod">
          <ac:chgData name="Zhi Wang" userId="7588ea56f58b19c7" providerId="LiveId" clId="{774C7CDD-8B60-419F-A773-E1B9126FB4F0}" dt="2026-09-20T07:52:22.993" v="693" actId="1076"/>
          <ac:picMkLst>
            <pc:docMk/>
            <pc:sldMk cId="2883107011" sldId="416"/>
            <ac:picMk id="9" creationId="{9B420E0F-8107-81DE-E73F-28C802273AA1}"/>
          </ac:picMkLst>
        </pc:picChg>
      </pc:sldChg>
      <pc:sldChg chg="modSp add del mod">
        <pc:chgData name="Zhi Wang" userId="7588ea56f58b19c7" providerId="LiveId" clId="{774C7CDD-8B60-419F-A773-E1B9126FB4F0}" dt="2026-09-20T08:32:52.260" v="1055" actId="47"/>
        <pc:sldMkLst>
          <pc:docMk/>
          <pc:sldMk cId="57371831" sldId="417"/>
        </pc:sldMkLst>
        <pc:spChg chg="mod">
          <ac:chgData name="Zhi Wang" userId="7588ea56f58b19c7" providerId="LiveId" clId="{774C7CDD-8B60-419F-A773-E1B9126FB4F0}" dt="2026-09-20T08:19:34.268" v="1028" actId="20577"/>
          <ac:spMkLst>
            <pc:docMk/>
            <pc:sldMk cId="57371831" sldId="417"/>
            <ac:spMk id="2" creationId="{F684D767-5BC1-DBB1-A1C0-82D7CF82E665}"/>
          </ac:spMkLst>
        </pc:spChg>
      </pc:sldChg>
      <pc:sldChg chg="addSp delSp modSp new mod">
        <pc:chgData name="Zhi Wang" userId="7588ea56f58b19c7" providerId="LiveId" clId="{774C7CDD-8B60-419F-A773-E1B9126FB4F0}" dt="2026-09-20T08:49:24.164" v="1244" actId="22"/>
        <pc:sldMkLst>
          <pc:docMk/>
          <pc:sldMk cId="3419840327" sldId="417"/>
        </pc:sldMkLst>
        <pc:spChg chg="del">
          <ac:chgData name="Zhi Wang" userId="7588ea56f58b19c7" providerId="LiveId" clId="{774C7CDD-8B60-419F-A773-E1B9126FB4F0}" dt="2026-09-20T08:49:10.349" v="1240" actId="478"/>
          <ac:spMkLst>
            <pc:docMk/>
            <pc:sldMk cId="3419840327" sldId="417"/>
            <ac:spMk id="2" creationId="{AD870407-0991-BBBA-24BE-17691F927125}"/>
          </ac:spMkLst>
        </pc:spChg>
        <pc:spChg chg="del">
          <ac:chgData name="Zhi Wang" userId="7588ea56f58b19c7" providerId="LiveId" clId="{774C7CDD-8B60-419F-A773-E1B9126FB4F0}" dt="2026-09-20T08:49:10.349" v="1240" actId="478"/>
          <ac:spMkLst>
            <pc:docMk/>
            <pc:sldMk cId="3419840327" sldId="417"/>
            <ac:spMk id="3" creationId="{341A03C8-C7BD-EC40-D4A8-CD9146851442}"/>
          </ac:spMkLst>
        </pc:spChg>
        <pc:graphicFrameChg chg="add">
          <ac:chgData name="Zhi Wang" userId="7588ea56f58b19c7" providerId="LiveId" clId="{774C7CDD-8B60-419F-A773-E1B9126FB4F0}" dt="2026-09-20T08:49:24.164" v="1244" actId="22"/>
          <ac:graphicFrameMkLst>
            <pc:docMk/>
            <pc:sldMk cId="3419840327" sldId="417"/>
            <ac:graphicFrameMk id="7" creationId="{9C7FE161-2032-3E59-3F29-CF3AD7D44F02}"/>
          </ac:graphicFrameMkLst>
        </pc:graphicFrameChg>
        <pc:picChg chg="add mod">
          <ac:chgData name="Zhi Wang" userId="7588ea56f58b19c7" providerId="LiveId" clId="{774C7CDD-8B60-419F-A773-E1B9126FB4F0}" dt="2026-09-20T08:49:16.293" v="1243" actId="1076"/>
          <ac:picMkLst>
            <pc:docMk/>
            <pc:sldMk cId="3419840327" sldId="417"/>
            <ac:picMk id="5" creationId="{70B87DD7-D302-7ECB-D8D4-427E5A42AC3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A8AB4-FF85-49A2-94B2-3E9D0526FCD7}" type="datetimeFigureOut">
              <a:rPr lang="en-US" smtClean="0"/>
              <a:t>9/20/2026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0AD85C-B42F-45E2-A64D-6FEB1CCFF0C3}" type="slidenum">
              <a:rPr lang="en-US" smtClean="0"/>
              <a:t>‹#›</a:t>
            </a:fld>
            <a:endParaRPr lang="en-US"/>
          </a:p>
        </p:txBody>
      </p:sp>
    </p:spTree>
    <p:extLst>
      <p:ext uri="{BB962C8B-B14F-4D97-AF65-F5344CB8AC3E}">
        <p14:creationId xmlns:p14="http://schemas.microsoft.com/office/powerpoint/2010/main" val="282264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2A6E1F-410B-44CA-9071-CB362EFAAA03}" type="slidenum">
              <a:rPr lang="zh-CN" altLang="en-US" smtClean="0"/>
              <a:t>1</a:t>
            </a:fld>
            <a:endParaRPr lang="zh-CN" altLang="en-US"/>
          </a:p>
        </p:txBody>
      </p:sp>
    </p:spTree>
    <p:extLst>
      <p:ext uri="{BB962C8B-B14F-4D97-AF65-F5344CB8AC3E}">
        <p14:creationId xmlns:p14="http://schemas.microsoft.com/office/powerpoint/2010/main" val="1208213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0AD85C-B42F-45E2-A64D-6FEB1CCFF0C3}" type="slidenum">
              <a:rPr lang="en-US" smtClean="0"/>
              <a:t>3</a:t>
            </a:fld>
            <a:endParaRPr lang="en-US"/>
          </a:p>
        </p:txBody>
      </p:sp>
    </p:spTree>
    <p:extLst>
      <p:ext uri="{BB962C8B-B14F-4D97-AF65-F5344CB8AC3E}">
        <p14:creationId xmlns:p14="http://schemas.microsoft.com/office/powerpoint/2010/main" val="217596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666BA-30A7-8B42-0CE1-C969BDA321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7567B7-731B-C505-4164-89BA75E632FB}"/>
              </a:ext>
            </a:extLst>
          </p:cNvPr>
          <p:cNvSpPr>
            <a:spLocks noGrp="1" noRot="1" noChangeAspect="1"/>
          </p:cNvSpPr>
          <p:nvPr>
            <p:ph type="sldImg"/>
          </p:nvPr>
        </p:nvSpPr>
        <p:spPr/>
        <p:txBody>
          <a:bodyPr/>
          <a:lstStyle/>
          <a:p>
            <a:endParaRPr lang="en-US"/>
          </a:p>
        </p:txBody>
      </p:sp>
      <p:sp>
        <p:nvSpPr>
          <p:cNvPr id="3" name="备注占位符 2">
            <a:extLst>
              <a:ext uri="{FF2B5EF4-FFF2-40B4-BE49-F238E27FC236}">
                <a16:creationId xmlns:a16="http://schemas.microsoft.com/office/drawing/2014/main" id="{F72F5186-FEFB-2114-33E4-B1D437FA315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EEFD7D-E0D0-21C7-65B0-BA32D4D28FA9}"/>
              </a:ext>
            </a:extLst>
          </p:cNvPr>
          <p:cNvSpPr>
            <a:spLocks noGrp="1"/>
          </p:cNvSpPr>
          <p:nvPr>
            <p:ph type="sldNum" sz="quarter" idx="5"/>
          </p:nvPr>
        </p:nvSpPr>
        <p:spPr/>
        <p:txBody>
          <a:bodyPr/>
          <a:lstStyle/>
          <a:p>
            <a:fld id="{A20AD85C-B42F-45E2-A64D-6FEB1CCFF0C3}" type="slidenum">
              <a:rPr lang="en-US" smtClean="0"/>
              <a:t>4</a:t>
            </a:fld>
            <a:endParaRPr lang="en-US"/>
          </a:p>
        </p:txBody>
      </p:sp>
    </p:spTree>
    <p:extLst>
      <p:ext uri="{BB962C8B-B14F-4D97-AF65-F5344CB8AC3E}">
        <p14:creationId xmlns:p14="http://schemas.microsoft.com/office/powerpoint/2010/main" val="1290729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A20AD85C-B42F-45E2-A64D-6FEB1CCFF0C3}" type="slidenum">
              <a:rPr lang="en-US" smtClean="0"/>
              <a:t>5</a:t>
            </a:fld>
            <a:endParaRPr lang="en-US"/>
          </a:p>
        </p:txBody>
      </p:sp>
    </p:spTree>
    <p:extLst>
      <p:ext uri="{BB962C8B-B14F-4D97-AF65-F5344CB8AC3E}">
        <p14:creationId xmlns:p14="http://schemas.microsoft.com/office/powerpoint/2010/main" val="1170487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）不同元素之间的区别，除了原子半径以外，更重要的是其得失电子的能力，这决定的元素的性质</a:t>
            </a:r>
            <a:endParaRPr lang="en-US" altLang="zh-CN" dirty="0"/>
          </a:p>
          <a:p>
            <a:r>
              <a:rPr lang="zh-CN" altLang="en-US" dirty="0"/>
              <a:t>（</a:t>
            </a:r>
            <a:r>
              <a:rPr lang="en-US" altLang="zh-CN" dirty="0"/>
              <a:t>2</a:t>
            </a:r>
            <a:r>
              <a:rPr lang="zh-CN" altLang="en-US" dirty="0"/>
              <a:t>）两个原子接近的时候，两者的电子态会相互影响，形成原子间的不同相互结合类型</a:t>
            </a:r>
            <a:endParaRPr lang="en-US" altLang="zh-CN" dirty="0"/>
          </a:p>
          <a:p>
            <a:r>
              <a:rPr lang="zh-CN" altLang="en-US" dirty="0"/>
              <a:t>（</a:t>
            </a:r>
            <a:r>
              <a:rPr lang="en-US" altLang="zh-CN" dirty="0"/>
              <a:t>3</a:t>
            </a:r>
            <a:r>
              <a:rPr lang="zh-CN" altLang="en-US" dirty="0"/>
              <a:t>）比如</a:t>
            </a:r>
            <a:r>
              <a:rPr lang="en-US" altLang="zh-CN" dirty="0"/>
              <a:t>Na</a:t>
            </a:r>
            <a:r>
              <a:rPr lang="zh-CN" altLang="en-US" dirty="0"/>
              <a:t>原子和</a:t>
            </a:r>
            <a:r>
              <a:rPr lang="en-US" altLang="zh-CN" dirty="0"/>
              <a:t>Cl</a:t>
            </a:r>
            <a:r>
              <a:rPr lang="zh-CN" altLang="en-US" dirty="0"/>
              <a:t>原子靠近的时候，</a:t>
            </a:r>
            <a:r>
              <a:rPr lang="en-US" altLang="zh-CN" dirty="0"/>
              <a:t>Na</a:t>
            </a:r>
            <a:r>
              <a:rPr lang="zh-CN" altLang="en-US" dirty="0"/>
              <a:t>的外层电子会转移给</a:t>
            </a:r>
            <a:r>
              <a:rPr lang="en-US" altLang="zh-CN" dirty="0"/>
              <a:t>Cl</a:t>
            </a:r>
            <a:r>
              <a:rPr lang="zh-CN" altLang="en-US" dirty="0"/>
              <a:t>原子，从而形成带正电的</a:t>
            </a:r>
            <a:r>
              <a:rPr lang="en-US" altLang="zh-CN" dirty="0"/>
              <a:t>Na</a:t>
            </a:r>
            <a:r>
              <a:rPr lang="zh-CN" altLang="en-US" dirty="0"/>
              <a:t>离子和带负电的</a:t>
            </a:r>
            <a:r>
              <a:rPr lang="en-US" altLang="zh-CN" dirty="0"/>
              <a:t>Cl</a:t>
            </a:r>
            <a:r>
              <a:rPr lang="zh-CN" altLang="en-US" dirty="0"/>
              <a:t>离子，两者相互吸引，从而结合在一起</a:t>
            </a:r>
            <a:endParaRPr lang="en-US" altLang="zh-CN" dirty="0"/>
          </a:p>
          <a:p>
            <a:r>
              <a:rPr lang="zh-CN" altLang="en-US" dirty="0"/>
              <a:t>（</a:t>
            </a:r>
            <a:r>
              <a:rPr lang="en-US" altLang="zh-CN" dirty="0"/>
              <a:t>4</a:t>
            </a:r>
            <a:r>
              <a:rPr lang="zh-CN" altLang="en-US" dirty="0"/>
              <a:t>）不同的原子靠近的时候，情形不同，也就形成了不同的结合方式和类型</a:t>
            </a:r>
            <a:endParaRPr lang="en-US" altLang="zh-CN" dirty="0"/>
          </a:p>
          <a:p>
            <a:r>
              <a:rPr lang="zh-CN" altLang="en-US" dirty="0"/>
              <a:t>（</a:t>
            </a:r>
            <a:r>
              <a:rPr lang="en-US" altLang="zh-CN" dirty="0"/>
              <a:t>5</a:t>
            </a:r>
            <a:r>
              <a:rPr lang="zh-CN" altLang="en-US" dirty="0"/>
              <a:t>）这些主要由电子得失能力来定量描述</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10</a:t>
            </a:fld>
            <a:endParaRPr lang="zh-CN" altLang="en-US"/>
          </a:p>
        </p:txBody>
      </p:sp>
    </p:spTree>
    <p:extLst>
      <p:ext uri="{BB962C8B-B14F-4D97-AF65-F5344CB8AC3E}">
        <p14:creationId xmlns:p14="http://schemas.microsoft.com/office/powerpoint/2010/main" val="1436900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）电子得失能力，可以从不同角度描述</a:t>
            </a:r>
            <a:endParaRPr lang="en-US" altLang="zh-CN" dirty="0"/>
          </a:p>
          <a:p>
            <a:r>
              <a:rPr lang="zh-CN" altLang="en-US" dirty="0"/>
              <a:t>（</a:t>
            </a:r>
            <a:r>
              <a:rPr lang="en-US" altLang="zh-CN" dirty="0"/>
              <a:t>2</a:t>
            </a:r>
            <a:r>
              <a:rPr lang="zh-CN" altLang="en-US" dirty="0"/>
              <a:t>）原子失去一个电子所需要的能量被称为原子的电离能</a:t>
            </a:r>
            <a:endParaRPr lang="en-US" altLang="zh-CN" dirty="0"/>
          </a:p>
          <a:p>
            <a:r>
              <a:rPr lang="zh-CN" altLang="en-US" dirty="0"/>
              <a:t>（</a:t>
            </a:r>
            <a:r>
              <a:rPr lang="en-US" altLang="zh-CN" dirty="0"/>
              <a:t>3</a:t>
            </a:r>
            <a:r>
              <a:rPr lang="zh-CN" altLang="en-US" dirty="0"/>
              <a:t>）电离能越小，说明其形成阳离子的倾向越强</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11</a:t>
            </a:fld>
            <a:endParaRPr lang="zh-CN" altLang="en-US"/>
          </a:p>
        </p:txBody>
      </p:sp>
    </p:spTree>
    <p:extLst>
      <p:ext uri="{BB962C8B-B14F-4D97-AF65-F5344CB8AC3E}">
        <p14:creationId xmlns:p14="http://schemas.microsoft.com/office/powerpoint/2010/main" val="212373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）一个中性原子获得一个电子称为负离子所释放的能量叫电子亲和能</a:t>
            </a:r>
            <a:endParaRPr lang="en-US" altLang="zh-CN" dirty="0"/>
          </a:p>
          <a:p>
            <a:r>
              <a:rPr lang="zh-CN" altLang="en-US" dirty="0"/>
              <a:t>（</a:t>
            </a:r>
            <a:r>
              <a:rPr lang="en-US" altLang="zh-CN" dirty="0"/>
              <a:t>2</a:t>
            </a:r>
            <a:r>
              <a:rPr lang="zh-CN" altLang="en-US" dirty="0"/>
              <a:t>）电子亲和能越大，说明其形成负离子的倾向越强</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12</a:t>
            </a:fld>
            <a:endParaRPr lang="zh-CN" altLang="en-US"/>
          </a:p>
        </p:txBody>
      </p:sp>
    </p:spTree>
    <p:extLst>
      <p:ext uri="{BB962C8B-B14F-4D97-AF65-F5344CB8AC3E}">
        <p14:creationId xmlns:p14="http://schemas.microsoft.com/office/powerpoint/2010/main" val="350228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）电离能和亲和能分别表达了原子的吸引电子能力的两个方面，从中性原子变成阳离子和阴离子所需要或者放出的能量</a:t>
            </a:r>
            <a:endParaRPr lang="en-US" altLang="zh-CN" dirty="0"/>
          </a:p>
          <a:p>
            <a:r>
              <a:rPr lang="zh-CN" altLang="en-US" dirty="0"/>
              <a:t>（</a:t>
            </a:r>
            <a:r>
              <a:rPr lang="en-US" altLang="zh-CN" dirty="0"/>
              <a:t>2</a:t>
            </a:r>
            <a:r>
              <a:rPr lang="zh-CN" altLang="en-US" dirty="0"/>
              <a:t>）化学家提出了更为全面的描述原子吸引电子能力的定义，也就是电负性</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13</a:t>
            </a:fld>
            <a:endParaRPr lang="zh-CN" altLang="en-US"/>
          </a:p>
        </p:txBody>
      </p:sp>
    </p:spTree>
    <p:extLst>
      <p:ext uri="{BB962C8B-B14F-4D97-AF65-F5344CB8AC3E}">
        <p14:creationId xmlns:p14="http://schemas.microsoft.com/office/powerpoint/2010/main" val="3681260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normAutofit/>
          </a:bodyPr>
          <a:lstStyle/>
          <a:p>
            <a:r>
              <a:rPr lang="zh-CN" altLang="en-US" dirty="0"/>
              <a:t>（</a:t>
            </a:r>
            <a:r>
              <a:rPr lang="en-US" altLang="zh-CN" dirty="0"/>
              <a:t>1</a:t>
            </a:r>
            <a:r>
              <a:rPr lang="zh-CN" altLang="en-US" dirty="0"/>
              <a:t>）</a:t>
            </a:r>
            <a:r>
              <a:rPr lang="en-US" altLang="zh-CN" dirty="0"/>
              <a:t>Linus Pauling</a:t>
            </a:r>
            <a:r>
              <a:rPr lang="zh-CN" altLang="en-US" dirty="0"/>
              <a:t>给出了一个使用更为广泛的电负性定义</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14</a:t>
            </a:fld>
            <a:endParaRPr lang="zh-CN" altLang="en-US"/>
          </a:p>
        </p:txBody>
      </p:sp>
    </p:spTree>
    <p:extLst>
      <p:ext uri="{BB962C8B-B14F-4D97-AF65-F5344CB8AC3E}">
        <p14:creationId xmlns:p14="http://schemas.microsoft.com/office/powerpoint/2010/main" val="302653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19094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79536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364CCB1-2560-4683-9A9D-B49D145F2CC1}"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5332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364CCB1-2560-4683-9A9D-B49D145F2CC1}"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419678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364CCB1-2560-4683-9A9D-B49D145F2CC1}"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098289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364CCB1-2560-4683-9A9D-B49D145F2CC1}"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60997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4CCB1-2560-4683-9A9D-B49D145F2CC1}"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849611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64CCB1-2560-4683-9A9D-B49D145F2CC1}"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83686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64CCB1-2560-4683-9A9D-B49D145F2CC1}"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65480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438704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8186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4CCB1-2560-4683-9A9D-B49D145F2CC1}" type="datetimeFigureOut">
              <a:rPr lang="en-US" smtClean="0"/>
              <a:t>9/20/2026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28AEA-04F8-4985-BB48-C19B691D1D80}" type="slidenum">
              <a:rPr lang="en-US" smtClean="0"/>
              <a:t>‹#›</a:t>
            </a:fld>
            <a:endParaRPr lang="en-US"/>
          </a:p>
        </p:txBody>
      </p:sp>
    </p:spTree>
    <p:extLst>
      <p:ext uri="{BB962C8B-B14F-4D97-AF65-F5344CB8AC3E}">
        <p14:creationId xmlns:p14="http://schemas.microsoft.com/office/powerpoint/2010/main" val="2173776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背景图案&#10;&#10;描述已自动生成">
            <a:extLst>
              <a:ext uri="{FF2B5EF4-FFF2-40B4-BE49-F238E27FC236}">
                <a16:creationId xmlns:a16="http://schemas.microsoft.com/office/drawing/2014/main" id="{40966F33-00AC-0962-30D1-0024E93CD20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5400000">
            <a:off x="6834187" y="1500187"/>
            <a:ext cx="6858000" cy="3857626"/>
          </a:xfrm>
          <a:prstGeom prst="rect">
            <a:avLst/>
          </a:prstGeom>
        </p:spPr>
      </p:pic>
      <p:sp>
        <p:nvSpPr>
          <p:cNvPr id="2" name="标题 1">
            <a:extLst>
              <a:ext uri="{FF2B5EF4-FFF2-40B4-BE49-F238E27FC236}">
                <a16:creationId xmlns:a16="http://schemas.microsoft.com/office/drawing/2014/main" id="{0E9BF14C-4FC7-5CBF-3D37-DA31CA5A4A8C}"/>
              </a:ext>
            </a:extLst>
          </p:cNvPr>
          <p:cNvSpPr>
            <a:spLocks noGrp="1"/>
          </p:cNvSpPr>
          <p:nvPr>
            <p:ph type="ctrTitle"/>
          </p:nvPr>
        </p:nvSpPr>
        <p:spPr>
          <a:xfrm>
            <a:off x="1934887" y="864268"/>
            <a:ext cx="9001462" cy="1660594"/>
          </a:xfrm>
        </p:spPr>
        <p:txBody>
          <a:bodyPr/>
          <a:lstStyle/>
          <a:p>
            <a:pPr algn="l"/>
            <a:r>
              <a:rPr lang="zh-CN" altLang="en-US" b="1" dirty="0"/>
              <a:t>固体物理（</a:t>
            </a:r>
            <a:r>
              <a:rPr lang="en-US" altLang="zh-CN" b="1" dirty="0"/>
              <a:t>2</a:t>
            </a:r>
            <a:r>
              <a:rPr lang="zh-CN" altLang="en-US" b="1" dirty="0"/>
              <a:t>班）</a:t>
            </a:r>
            <a:br>
              <a:rPr lang="en-US" altLang="zh-CN" b="1" dirty="0"/>
            </a:br>
            <a:r>
              <a:rPr lang="en-US" altLang="zh-CN" sz="4400" b="1" dirty="0"/>
              <a:t>Solid state physics</a:t>
            </a:r>
            <a:endParaRPr lang="zh-CN" altLang="en-US" b="1" dirty="0"/>
          </a:p>
        </p:txBody>
      </p:sp>
      <p:sp>
        <p:nvSpPr>
          <p:cNvPr id="3" name="副标题 2">
            <a:extLst>
              <a:ext uri="{FF2B5EF4-FFF2-40B4-BE49-F238E27FC236}">
                <a16:creationId xmlns:a16="http://schemas.microsoft.com/office/drawing/2014/main" id="{0FBC71C4-AAF9-252F-52C3-C8A1AD8C5C53}"/>
              </a:ext>
            </a:extLst>
          </p:cNvPr>
          <p:cNvSpPr>
            <a:spLocks noGrp="1"/>
          </p:cNvSpPr>
          <p:nvPr>
            <p:ph type="subTitle" idx="1"/>
          </p:nvPr>
        </p:nvSpPr>
        <p:spPr>
          <a:xfrm>
            <a:off x="1991509" y="2850727"/>
            <a:ext cx="5767639" cy="2475854"/>
          </a:xfrm>
        </p:spPr>
        <p:txBody>
          <a:bodyPr>
            <a:normAutofit/>
          </a:bodyPr>
          <a:lstStyle/>
          <a:p>
            <a:pPr algn="l"/>
            <a:r>
              <a:rPr lang="zh-CN" altLang="en-US" b="1" dirty="0"/>
              <a:t>学院（系）     材料科学与光电技术学院</a:t>
            </a:r>
            <a:endParaRPr lang="en-US" altLang="zh-CN" b="1" dirty="0"/>
          </a:p>
          <a:p>
            <a:pPr algn="l"/>
            <a:r>
              <a:rPr lang="zh-CN" altLang="en-US" b="1" dirty="0"/>
              <a:t>授课教师         王峙，魏大海</a:t>
            </a:r>
            <a:endParaRPr lang="en-US" altLang="zh-CN" b="1" dirty="0"/>
          </a:p>
          <a:p>
            <a:pPr algn="l"/>
            <a:r>
              <a:rPr lang="zh-CN" altLang="en-US" b="1" dirty="0"/>
              <a:t>                           中科院半导体所</a:t>
            </a:r>
            <a:endParaRPr lang="en-US" altLang="zh-CN" b="1" dirty="0"/>
          </a:p>
          <a:p>
            <a:pPr algn="l"/>
            <a:r>
              <a:rPr lang="en-US" altLang="zh-CN" b="1" dirty="0"/>
              <a:t>Email                 wangzhi@semi.ac.cn</a:t>
            </a:r>
          </a:p>
          <a:p>
            <a:pPr algn="l"/>
            <a:r>
              <a:rPr lang="en-US" altLang="zh-CN" b="1" dirty="0"/>
              <a:t>Tel                      010-82304043</a:t>
            </a:r>
            <a:endParaRPr lang="zh-CN" altLang="en-US" b="1" dirty="0"/>
          </a:p>
        </p:txBody>
      </p:sp>
      <p:sp>
        <p:nvSpPr>
          <p:cNvPr id="7" name="文本框 6">
            <a:extLst>
              <a:ext uri="{FF2B5EF4-FFF2-40B4-BE49-F238E27FC236}">
                <a16:creationId xmlns:a16="http://schemas.microsoft.com/office/drawing/2014/main" id="{DFFC7264-F22F-376E-05E6-028D55E09392}"/>
              </a:ext>
            </a:extLst>
          </p:cNvPr>
          <p:cNvSpPr txBox="1"/>
          <p:nvPr/>
        </p:nvSpPr>
        <p:spPr>
          <a:xfrm>
            <a:off x="9442175" y="6550223"/>
            <a:ext cx="2795928" cy="307777"/>
          </a:xfrm>
          <a:prstGeom prst="rect">
            <a:avLst/>
          </a:prstGeom>
          <a:noFill/>
        </p:spPr>
        <p:txBody>
          <a:bodyPr wrap="square" rtlCol="0">
            <a:spAutoFit/>
          </a:bodyPr>
          <a:lstStyle/>
          <a:p>
            <a:r>
              <a:rPr lang="en-US" altLang="zh-CN" sz="1400" b="1" dirty="0">
                <a:solidFill>
                  <a:schemeClr val="bg1"/>
                </a:solidFill>
                <a:effectLst>
                  <a:outerShdw blurRad="50800" dist="38100" algn="l" rotWithShape="0">
                    <a:prstClr val="black">
                      <a:alpha val="40000"/>
                    </a:prstClr>
                  </a:outerShdw>
                </a:effectLst>
              </a:rPr>
              <a:t>Samuel Velasco/Quanta Magazine</a:t>
            </a:r>
            <a:endParaRPr lang="zh-CN" altLang="en-US" sz="1400" b="1" dirty="0">
              <a:solidFill>
                <a:schemeClr val="bg1"/>
              </a:solidFill>
              <a:effectLst>
                <a:outerShdw blurRad="50800" dist="38100" algn="l" rotWithShape="0">
                  <a:prstClr val="black">
                    <a:alpha val="40000"/>
                  </a:prstClr>
                </a:outerShdw>
              </a:effectLst>
            </a:endParaRPr>
          </a:p>
        </p:txBody>
      </p:sp>
      <p:pic>
        <p:nvPicPr>
          <p:cNvPr id="9" name="图片 8" descr="国科大">
            <a:extLst>
              <a:ext uri="{FF2B5EF4-FFF2-40B4-BE49-F238E27FC236}">
                <a16:creationId xmlns:a16="http://schemas.microsoft.com/office/drawing/2014/main" id="{8B5A9827-8F2B-56F1-10E5-A2DA9F8F4B3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259079" y="5634718"/>
            <a:ext cx="975361" cy="981731"/>
          </a:xfrm>
          <a:prstGeom prst="rect">
            <a:avLst/>
          </a:prstGeom>
        </p:spPr>
      </p:pic>
      <p:pic>
        <p:nvPicPr>
          <p:cNvPr id="11" name="图片 10" descr="半导体所">
            <a:extLst>
              <a:ext uri="{FF2B5EF4-FFF2-40B4-BE49-F238E27FC236}">
                <a16:creationId xmlns:a16="http://schemas.microsoft.com/office/drawing/2014/main" id="{53B3A381-6BB4-CE19-645E-ABF72690091A}"/>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424940" y="5634717"/>
            <a:ext cx="1019895" cy="985283"/>
          </a:xfrm>
          <a:prstGeom prst="rect">
            <a:avLst/>
          </a:prstGeom>
        </p:spPr>
      </p:pic>
    </p:spTree>
    <p:extLst>
      <p:ext uri="{BB962C8B-B14F-4D97-AF65-F5344CB8AC3E}">
        <p14:creationId xmlns:p14="http://schemas.microsoft.com/office/powerpoint/2010/main" val="431657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94023-2813-CCE3-975A-DD9AC6D9DAF9}"/>
              </a:ext>
            </a:extLst>
          </p:cNvPr>
          <p:cNvSpPr>
            <a:spLocks noGrp="1"/>
          </p:cNvSpPr>
          <p:nvPr>
            <p:ph type="title"/>
          </p:nvPr>
        </p:nvSpPr>
        <p:spPr>
          <a:xfrm>
            <a:off x="1282703" y="1289888"/>
            <a:ext cx="5854698" cy="4278224"/>
          </a:xfrm>
        </p:spPr>
        <p:txBody>
          <a:bodyPr vert="horz" lIns="91440" tIns="45720" rIns="91440" bIns="45720" rtlCol="0" anchor="ctr">
            <a:normAutofit/>
          </a:bodyPr>
          <a:lstStyle/>
          <a:p>
            <a:pPr algn="r"/>
            <a:r>
              <a:rPr lang="zh-CN" altLang="en-US" sz="5400" dirty="0"/>
              <a:t>第二章 晶体结合</a:t>
            </a:r>
          </a:p>
        </p:txBody>
      </p:sp>
      <p:graphicFrame>
        <p:nvGraphicFramePr>
          <p:cNvPr id="3" name="表格 2">
            <a:extLst>
              <a:ext uri="{FF2B5EF4-FFF2-40B4-BE49-F238E27FC236}">
                <a16:creationId xmlns:a16="http://schemas.microsoft.com/office/drawing/2014/main" id="{D2513C53-9C04-5277-3FAD-1A2A4C2FA53E}"/>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13324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64DFBF8B-BEA7-EF1A-CF03-8B453D871707}"/>
              </a:ext>
            </a:extLst>
          </p:cNvPr>
          <p:cNvSpPr txBox="1"/>
          <p:nvPr/>
        </p:nvSpPr>
        <p:spPr>
          <a:xfrm>
            <a:off x="2624971" y="4576111"/>
            <a:ext cx="9405139" cy="923330"/>
          </a:xfrm>
          <a:prstGeom prst="rect">
            <a:avLst/>
          </a:prstGeom>
          <a:noFill/>
        </p:spPr>
        <p:txBody>
          <a:bodyPr wrap="none" rtlCol="0">
            <a:spAutoFit/>
          </a:bodyPr>
          <a:lstStyle/>
          <a:p>
            <a:r>
              <a:rPr lang="en-US" altLang="zh-CN" sz="5400" dirty="0"/>
              <a:t>[                                                        ]</a:t>
            </a:r>
            <a:endParaRPr lang="zh-CN" altLang="en-US" sz="5400" dirty="0"/>
          </a:p>
        </p:txBody>
      </p:sp>
      <p:sp>
        <p:nvSpPr>
          <p:cNvPr id="33" name="文本框 32">
            <a:extLst>
              <a:ext uri="{FF2B5EF4-FFF2-40B4-BE49-F238E27FC236}">
                <a16:creationId xmlns:a16="http://schemas.microsoft.com/office/drawing/2014/main" id="{1A629BCB-ACD4-271F-1D66-59A96A45E805}"/>
              </a:ext>
            </a:extLst>
          </p:cNvPr>
          <p:cNvSpPr txBox="1"/>
          <p:nvPr/>
        </p:nvSpPr>
        <p:spPr>
          <a:xfrm>
            <a:off x="7107227" y="4588579"/>
            <a:ext cx="4689104" cy="923330"/>
          </a:xfrm>
          <a:prstGeom prst="rect">
            <a:avLst/>
          </a:prstGeom>
          <a:noFill/>
        </p:spPr>
        <p:txBody>
          <a:bodyPr wrap="none" rtlCol="0">
            <a:spAutoFit/>
          </a:bodyPr>
          <a:lstStyle/>
          <a:p>
            <a:r>
              <a:rPr lang="en-US" altLang="zh-CN" sz="5400" dirty="0"/>
              <a:t>(                          )</a:t>
            </a:r>
            <a:endParaRPr lang="zh-CN" altLang="en-US" sz="5400" dirty="0"/>
          </a:p>
        </p:txBody>
      </p:sp>
      <p:sp>
        <p:nvSpPr>
          <p:cNvPr id="4" name="标题 3">
            <a:extLst>
              <a:ext uri="{FF2B5EF4-FFF2-40B4-BE49-F238E27FC236}">
                <a16:creationId xmlns:a16="http://schemas.microsoft.com/office/drawing/2014/main" id="{FD450493-124C-EB7D-64EB-5D63A9D22C70}"/>
              </a:ext>
            </a:extLst>
          </p:cNvPr>
          <p:cNvSpPr>
            <a:spLocks noGrp="1"/>
          </p:cNvSpPr>
          <p:nvPr>
            <p:ph type="title"/>
          </p:nvPr>
        </p:nvSpPr>
        <p:spPr/>
        <p:txBody>
          <a:bodyPr/>
          <a:lstStyle/>
          <a:p>
            <a:r>
              <a:rPr lang="zh-CN" altLang="en-US" dirty="0"/>
              <a:t>什么情况下原子</a:t>
            </a:r>
            <a:r>
              <a:rPr lang="en-US" altLang="zh-CN" dirty="0"/>
              <a:t>(</a:t>
            </a:r>
            <a:r>
              <a:rPr lang="zh-CN" altLang="en-US" dirty="0"/>
              <a:t>离子</a:t>
            </a:r>
            <a:r>
              <a:rPr lang="en-US" altLang="zh-CN" dirty="0"/>
              <a:t>)</a:t>
            </a:r>
            <a:r>
              <a:rPr lang="zh-CN" altLang="en-US" dirty="0"/>
              <a:t>会形成晶体？</a:t>
            </a:r>
            <a:endParaRPr lang="en-US" dirty="0"/>
          </a:p>
        </p:txBody>
      </p:sp>
      <p:pic>
        <p:nvPicPr>
          <p:cNvPr id="7" name="图片 6">
            <a:extLst>
              <a:ext uri="{FF2B5EF4-FFF2-40B4-BE49-F238E27FC236}">
                <a16:creationId xmlns:a16="http://schemas.microsoft.com/office/drawing/2014/main" id="{5FB81574-980B-963A-DFBA-6B357B39C2DA}"/>
              </a:ext>
            </a:extLst>
          </p:cNvPr>
          <p:cNvPicPr>
            <a:picLocks noChangeAspect="1"/>
          </p:cNvPicPr>
          <p:nvPr/>
        </p:nvPicPr>
        <p:blipFill>
          <a:blip r:embed="rId3"/>
          <a:stretch>
            <a:fillRect/>
          </a:stretch>
        </p:blipFill>
        <p:spPr>
          <a:xfrm>
            <a:off x="3545033" y="3795824"/>
            <a:ext cx="2550967" cy="2517490"/>
          </a:xfrm>
          <a:prstGeom prst="rect">
            <a:avLst/>
          </a:prstGeom>
        </p:spPr>
      </p:pic>
      <p:sp>
        <p:nvSpPr>
          <p:cNvPr id="10" name="文本框 9">
            <a:extLst>
              <a:ext uri="{FF2B5EF4-FFF2-40B4-BE49-F238E27FC236}">
                <a16:creationId xmlns:a16="http://schemas.microsoft.com/office/drawing/2014/main" id="{5B3DFF53-7C24-7BCF-7145-7B0B558D6E6B}"/>
              </a:ext>
            </a:extLst>
          </p:cNvPr>
          <p:cNvSpPr txBox="1"/>
          <p:nvPr/>
        </p:nvSpPr>
        <p:spPr>
          <a:xfrm>
            <a:off x="519981" y="4553764"/>
            <a:ext cx="760144" cy="923330"/>
          </a:xfrm>
          <a:prstGeom prst="rect">
            <a:avLst/>
          </a:prstGeom>
          <a:noFill/>
        </p:spPr>
        <p:txBody>
          <a:bodyPr wrap="none" rtlCol="0">
            <a:spAutoFit/>
          </a:bodyPr>
          <a:lstStyle/>
          <a:p>
            <a:r>
              <a:rPr lang="en-US" altLang="zh-CN" sz="5400" i="1" dirty="0"/>
              <a:t>E</a:t>
            </a:r>
            <a:r>
              <a:rPr lang="en-US" altLang="zh-CN" sz="5400" i="1" baseline="-25000" dirty="0"/>
              <a:t>b</a:t>
            </a:r>
            <a:endParaRPr lang="en-US" sz="5400" i="1" baseline="-25000" dirty="0"/>
          </a:p>
        </p:txBody>
      </p:sp>
      <p:sp>
        <p:nvSpPr>
          <p:cNvPr id="11" name="等号 10">
            <a:extLst>
              <a:ext uri="{FF2B5EF4-FFF2-40B4-BE49-F238E27FC236}">
                <a16:creationId xmlns:a16="http://schemas.microsoft.com/office/drawing/2014/main" id="{A0A36484-499F-3467-DF25-AFA6B0279A6C}"/>
              </a:ext>
            </a:extLst>
          </p:cNvPr>
          <p:cNvSpPr/>
          <p:nvPr/>
        </p:nvSpPr>
        <p:spPr>
          <a:xfrm>
            <a:off x="1336287" y="4783402"/>
            <a:ext cx="840347" cy="542334"/>
          </a:xfrm>
          <a:prstGeom prst="mathEqual">
            <a:avLst>
              <a:gd name="adj1" fmla="val 18869"/>
              <a:gd name="adj2" fmla="val 2571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文本框 11">
            <a:extLst>
              <a:ext uri="{FF2B5EF4-FFF2-40B4-BE49-F238E27FC236}">
                <a16:creationId xmlns:a16="http://schemas.microsoft.com/office/drawing/2014/main" id="{E42A9740-F852-6062-9056-F241D360EDD2}"/>
              </a:ext>
            </a:extLst>
          </p:cNvPr>
          <p:cNvSpPr txBox="1"/>
          <p:nvPr/>
        </p:nvSpPr>
        <p:spPr>
          <a:xfrm>
            <a:off x="2875118" y="4592904"/>
            <a:ext cx="3456395" cy="923330"/>
          </a:xfrm>
          <a:prstGeom prst="rect">
            <a:avLst/>
          </a:prstGeom>
          <a:noFill/>
        </p:spPr>
        <p:txBody>
          <a:bodyPr wrap="none" rtlCol="0">
            <a:spAutoFit/>
          </a:bodyPr>
          <a:lstStyle/>
          <a:p>
            <a:r>
              <a:rPr lang="en-US" altLang="zh-CN" sz="5400" i="1" dirty="0"/>
              <a:t>E </a:t>
            </a:r>
            <a:r>
              <a:rPr lang="en-US" altLang="zh-CN" sz="5400" dirty="0"/>
              <a:t>(               )</a:t>
            </a:r>
            <a:endParaRPr lang="en-US" sz="5400" i="1" baseline="-25000" dirty="0"/>
          </a:p>
        </p:txBody>
      </p:sp>
      <p:sp>
        <p:nvSpPr>
          <p:cNvPr id="14" name="减号 13">
            <a:extLst>
              <a:ext uri="{FF2B5EF4-FFF2-40B4-BE49-F238E27FC236}">
                <a16:creationId xmlns:a16="http://schemas.microsoft.com/office/drawing/2014/main" id="{28F86845-4FCA-5EB4-9D1B-E874B66C1A38}"/>
              </a:ext>
            </a:extLst>
          </p:cNvPr>
          <p:cNvSpPr/>
          <p:nvPr/>
        </p:nvSpPr>
        <p:spPr>
          <a:xfrm>
            <a:off x="6262772" y="4904061"/>
            <a:ext cx="859703" cy="41371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a:extLst>
              <a:ext uri="{FF2B5EF4-FFF2-40B4-BE49-F238E27FC236}">
                <a16:creationId xmlns:a16="http://schemas.microsoft.com/office/drawing/2014/main" id="{746F6E58-3147-B535-11DF-DB20417FABDE}"/>
              </a:ext>
            </a:extLst>
          </p:cNvPr>
          <p:cNvSpPr txBox="1"/>
          <p:nvPr/>
        </p:nvSpPr>
        <p:spPr>
          <a:xfrm>
            <a:off x="7380549" y="4793240"/>
            <a:ext cx="914033" cy="584775"/>
          </a:xfrm>
          <a:prstGeom prst="rect">
            <a:avLst/>
          </a:prstGeom>
          <a:noFill/>
        </p:spPr>
        <p:txBody>
          <a:bodyPr wrap="none" rtlCol="0">
            <a:spAutoFit/>
          </a:bodyPr>
          <a:lstStyle/>
          <a:p>
            <a:r>
              <a:rPr lang="en-US" altLang="zh-CN" sz="3200" i="1" dirty="0"/>
              <a:t>E </a:t>
            </a:r>
            <a:r>
              <a:rPr lang="en-US" altLang="zh-CN" sz="3200" dirty="0"/>
              <a:t>(  )</a:t>
            </a:r>
            <a:endParaRPr lang="en-US" sz="3200" i="1" baseline="-25000" dirty="0"/>
          </a:p>
        </p:txBody>
      </p:sp>
      <p:sp>
        <p:nvSpPr>
          <p:cNvPr id="2" name="椭圆 1">
            <a:extLst>
              <a:ext uri="{FF2B5EF4-FFF2-40B4-BE49-F238E27FC236}">
                <a16:creationId xmlns:a16="http://schemas.microsoft.com/office/drawing/2014/main" id="{6AAE3400-36FE-A17D-4481-E219D27245A5}"/>
              </a:ext>
            </a:extLst>
          </p:cNvPr>
          <p:cNvSpPr/>
          <p:nvPr/>
        </p:nvSpPr>
        <p:spPr>
          <a:xfrm>
            <a:off x="7913351" y="5039973"/>
            <a:ext cx="132522" cy="132522"/>
          </a:xfrm>
          <a:prstGeom prst="ellipse">
            <a:avLst/>
          </a:prstGeom>
          <a:solidFill>
            <a:schemeClr val="tx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C4CF95BD-4415-BBF1-56D4-3D979060BED7}"/>
              </a:ext>
            </a:extLst>
          </p:cNvPr>
          <p:cNvSpPr/>
          <p:nvPr/>
        </p:nvSpPr>
        <p:spPr>
          <a:xfrm>
            <a:off x="7933893" y="5060515"/>
            <a:ext cx="45719" cy="45719"/>
          </a:xfrm>
          <a:prstGeom prst="ellipse">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5CD8DEE-D220-063E-67ED-59A7C6AA647C}"/>
              </a:ext>
            </a:extLst>
          </p:cNvPr>
          <p:cNvSpPr txBox="1"/>
          <p:nvPr/>
        </p:nvSpPr>
        <p:spPr>
          <a:xfrm>
            <a:off x="8524885" y="4793240"/>
            <a:ext cx="914033" cy="584775"/>
          </a:xfrm>
          <a:prstGeom prst="rect">
            <a:avLst/>
          </a:prstGeom>
          <a:noFill/>
        </p:spPr>
        <p:txBody>
          <a:bodyPr wrap="none" rtlCol="0">
            <a:spAutoFit/>
          </a:bodyPr>
          <a:lstStyle/>
          <a:p>
            <a:r>
              <a:rPr lang="en-US" altLang="zh-CN" sz="3200" i="1" dirty="0"/>
              <a:t>E </a:t>
            </a:r>
            <a:r>
              <a:rPr lang="en-US" altLang="zh-CN" sz="3200" dirty="0"/>
              <a:t>(  )</a:t>
            </a:r>
            <a:endParaRPr lang="en-US" sz="3200" i="1" baseline="-25000" dirty="0"/>
          </a:p>
        </p:txBody>
      </p:sp>
      <p:sp>
        <p:nvSpPr>
          <p:cNvPr id="23" name="椭圆 22">
            <a:extLst>
              <a:ext uri="{FF2B5EF4-FFF2-40B4-BE49-F238E27FC236}">
                <a16:creationId xmlns:a16="http://schemas.microsoft.com/office/drawing/2014/main" id="{CB481275-BFF8-AE8D-4942-DD2B471E8F67}"/>
              </a:ext>
            </a:extLst>
          </p:cNvPr>
          <p:cNvSpPr/>
          <p:nvPr/>
        </p:nvSpPr>
        <p:spPr>
          <a:xfrm>
            <a:off x="9057687" y="5039973"/>
            <a:ext cx="132522" cy="132522"/>
          </a:xfrm>
          <a:prstGeom prst="ellipse">
            <a:avLst/>
          </a:prstGeom>
          <a:solidFill>
            <a:schemeClr val="tx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680400D7-3AED-7A37-FAD9-D85C2A3CA69E}"/>
              </a:ext>
            </a:extLst>
          </p:cNvPr>
          <p:cNvSpPr/>
          <p:nvPr/>
        </p:nvSpPr>
        <p:spPr>
          <a:xfrm>
            <a:off x="9078229" y="5060515"/>
            <a:ext cx="45719" cy="45719"/>
          </a:xfrm>
          <a:prstGeom prst="ellipse">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D8185457-7D85-24DC-302D-352EA47AB8F4}"/>
              </a:ext>
            </a:extLst>
          </p:cNvPr>
          <p:cNvSpPr txBox="1"/>
          <p:nvPr/>
        </p:nvSpPr>
        <p:spPr>
          <a:xfrm>
            <a:off x="9669221" y="4793240"/>
            <a:ext cx="914033" cy="584775"/>
          </a:xfrm>
          <a:prstGeom prst="rect">
            <a:avLst/>
          </a:prstGeom>
          <a:noFill/>
        </p:spPr>
        <p:txBody>
          <a:bodyPr wrap="none" rtlCol="0">
            <a:spAutoFit/>
          </a:bodyPr>
          <a:lstStyle/>
          <a:p>
            <a:r>
              <a:rPr lang="en-US" altLang="zh-CN" sz="3200" i="1" dirty="0"/>
              <a:t>E </a:t>
            </a:r>
            <a:r>
              <a:rPr lang="en-US" altLang="zh-CN" sz="3200" dirty="0"/>
              <a:t>(  )</a:t>
            </a:r>
            <a:endParaRPr lang="en-US" sz="3200" i="1" baseline="-25000" dirty="0"/>
          </a:p>
        </p:txBody>
      </p:sp>
      <p:sp>
        <p:nvSpPr>
          <p:cNvPr id="27" name="椭圆 26">
            <a:extLst>
              <a:ext uri="{FF2B5EF4-FFF2-40B4-BE49-F238E27FC236}">
                <a16:creationId xmlns:a16="http://schemas.microsoft.com/office/drawing/2014/main" id="{1F4B17C4-6ACD-2E7E-7443-06792915A442}"/>
              </a:ext>
            </a:extLst>
          </p:cNvPr>
          <p:cNvSpPr/>
          <p:nvPr/>
        </p:nvSpPr>
        <p:spPr>
          <a:xfrm>
            <a:off x="10202023" y="5039973"/>
            <a:ext cx="132522" cy="132522"/>
          </a:xfrm>
          <a:prstGeom prst="ellipse">
            <a:avLst/>
          </a:prstGeom>
          <a:solidFill>
            <a:schemeClr val="tx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BE112596-AC37-2D44-91D0-782D6D9FEA88}"/>
              </a:ext>
            </a:extLst>
          </p:cNvPr>
          <p:cNvSpPr/>
          <p:nvPr/>
        </p:nvSpPr>
        <p:spPr>
          <a:xfrm>
            <a:off x="10222565" y="5060515"/>
            <a:ext cx="45719" cy="45719"/>
          </a:xfrm>
          <a:prstGeom prst="ellipse">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加号 28">
            <a:extLst>
              <a:ext uri="{FF2B5EF4-FFF2-40B4-BE49-F238E27FC236}">
                <a16:creationId xmlns:a16="http://schemas.microsoft.com/office/drawing/2014/main" id="{EE71B59A-EE4B-9AA6-122D-903E3ECB4ED6}"/>
              </a:ext>
            </a:extLst>
          </p:cNvPr>
          <p:cNvSpPr/>
          <p:nvPr/>
        </p:nvSpPr>
        <p:spPr>
          <a:xfrm>
            <a:off x="8183975" y="4881619"/>
            <a:ext cx="408017" cy="408017"/>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加号 29">
            <a:extLst>
              <a:ext uri="{FF2B5EF4-FFF2-40B4-BE49-F238E27FC236}">
                <a16:creationId xmlns:a16="http://schemas.microsoft.com/office/drawing/2014/main" id="{757309CF-7BC4-1F17-4F3D-F9B6122645A8}"/>
              </a:ext>
            </a:extLst>
          </p:cNvPr>
          <p:cNvSpPr/>
          <p:nvPr/>
        </p:nvSpPr>
        <p:spPr>
          <a:xfrm>
            <a:off x="9328311" y="4881619"/>
            <a:ext cx="408017" cy="408017"/>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加号 30">
            <a:extLst>
              <a:ext uri="{FF2B5EF4-FFF2-40B4-BE49-F238E27FC236}">
                <a16:creationId xmlns:a16="http://schemas.microsoft.com/office/drawing/2014/main" id="{06790E95-F6F1-AB35-CA05-8EDB70A11BCC}"/>
              </a:ext>
            </a:extLst>
          </p:cNvPr>
          <p:cNvSpPr/>
          <p:nvPr/>
        </p:nvSpPr>
        <p:spPr>
          <a:xfrm>
            <a:off x="10472649" y="4881619"/>
            <a:ext cx="408017" cy="408017"/>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E13CA20C-AAC1-9E28-3783-7D3580450C47}"/>
              </a:ext>
            </a:extLst>
          </p:cNvPr>
          <p:cNvSpPr txBox="1"/>
          <p:nvPr/>
        </p:nvSpPr>
        <p:spPr>
          <a:xfrm>
            <a:off x="10800240" y="4732703"/>
            <a:ext cx="681597" cy="523220"/>
          </a:xfrm>
          <a:prstGeom prst="rect">
            <a:avLst/>
          </a:prstGeom>
          <a:noFill/>
        </p:spPr>
        <p:txBody>
          <a:bodyPr wrap="none" rtlCol="0">
            <a:spAutoFit/>
          </a:bodyPr>
          <a:lstStyle/>
          <a:p>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F8AAB051-2D4F-2A68-DAA0-36BAAC9C5984}"/>
                  </a:ext>
                </a:extLst>
              </p:cNvPr>
              <p:cNvSpPr txBox="1"/>
              <p:nvPr/>
            </p:nvSpPr>
            <p:spPr>
              <a:xfrm>
                <a:off x="2028347" y="4424920"/>
                <a:ext cx="937686" cy="1129476"/>
              </a:xfrm>
              <a:prstGeom prst="rect">
                <a:avLst/>
              </a:prstGeom>
              <a:noFill/>
            </p:spPr>
            <p:txBody>
              <a:bodyPr wrap="square">
                <a:spAutoFit/>
              </a:bodyPr>
              <a:lstStyle/>
              <a:p>
                <a:pPr algn="ctr"/>
                <a14:m>
                  <m:oMathPara xmlns:m="http://schemas.openxmlformats.org/officeDocument/2006/math">
                    <m:oMath>
                      <m:f>
                        <m:fPr>
                          <m:ctrlPr>
                            <a:rPr lang="en-US" altLang="zh-CN" sz="3600" b="1" i="1" smtClean="0">
                              <a:solidFill>
                                <a:schemeClr val="tx1"/>
                              </a:solidFill>
                              <a:latin typeface="Cambria Math" panose="02040503050406030204" pitchFamily="18" charset="0"/>
                            </a:rPr>
                          </m:ctrlPr>
                        </m:fPr>
                        <m:num>
                          <m:r>
                            <a:rPr lang="en-US" altLang="zh-CN" sz="3600" b="1" i="1" smtClean="0">
                              <a:solidFill>
                                <a:schemeClr val="tx1"/>
                              </a:solidFill>
                              <a:latin typeface="Cambria Math" panose="02040503050406030204" pitchFamily="18" charset="0"/>
                            </a:rPr>
                            <m:t>𝟏</m:t>
                          </m:r>
                        </m:num>
                        <m:den>
                          <m:r>
                            <a:rPr lang="en-US" altLang="zh-CN" sz="3600" b="1" i="1" smtClean="0">
                              <a:solidFill>
                                <a:schemeClr val="tx1"/>
                              </a:solidFill>
                              <a:latin typeface="Cambria Math" panose="02040503050406030204" pitchFamily="18" charset="0"/>
                            </a:rPr>
                            <m:t>𝑵</m:t>
                          </m:r>
                        </m:den>
                      </m:f>
                    </m:oMath>
                  </m:oMathPara>
                </a14:m>
                <a:endParaRPr lang="en-US" altLang="zh-CN" sz="3600" b="1" dirty="0">
                  <a:solidFill>
                    <a:schemeClr val="tx1"/>
                  </a:solidFill>
                </a:endParaRPr>
              </a:p>
            </p:txBody>
          </p:sp>
        </mc:Choice>
        <mc:Fallback xmlns="">
          <p:sp>
            <p:nvSpPr>
              <p:cNvPr id="35" name="文本框 34">
                <a:extLst>
                  <a:ext uri="{FF2B5EF4-FFF2-40B4-BE49-F238E27FC236}">
                    <a16:creationId xmlns:a16="http://schemas.microsoft.com/office/drawing/2014/main" id="{F8AAB051-2D4F-2A68-DAA0-36BAAC9C5984}"/>
                  </a:ext>
                </a:extLst>
              </p:cNvPr>
              <p:cNvSpPr txBox="1">
                <a:spLocks noRot="1" noChangeAspect="1" noMove="1" noResize="1" noEditPoints="1" noAdjustHandles="1" noChangeArrowheads="1" noChangeShapeType="1" noTextEdit="1"/>
              </p:cNvSpPr>
              <p:nvPr/>
            </p:nvSpPr>
            <p:spPr>
              <a:xfrm>
                <a:off x="2028347" y="4424920"/>
                <a:ext cx="937686" cy="1129476"/>
              </a:xfrm>
              <a:prstGeom prst="rect">
                <a:avLst/>
              </a:prstGeom>
              <a:blipFill>
                <a:blip r:embed="rId4"/>
                <a:stretch>
                  <a:fillRect/>
                </a:stretch>
              </a:blipFill>
            </p:spPr>
            <p:txBody>
              <a:bodyPr/>
              <a:lstStyle/>
              <a:p>
                <a:r>
                  <a:rPr lang="en-US">
                    <a:noFill/>
                  </a:rPr>
                  <a:t> </a:t>
                </a:r>
              </a:p>
            </p:txBody>
          </p:sp>
        </mc:Fallback>
      </mc:AlternateContent>
      <p:graphicFrame>
        <p:nvGraphicFramePr>
          <p:cNvPr id="37" name="表格 36">
            <a:extLst>
              <a:ext uri="{FF2B5EF4-FFF2-40B4-BE49-F238E27FC236}">
                <a16:creationId xmlns:a16="http://schemas.microsoft.com/office/drawing/2014/main" id="{6A85569C-7A3B-D44F-71EE-A1CE0C714EC4}"/>
              </a:ext>
            </a:extLst>
          </p:cNvPr>
          <p:cNvGraphicFramePr>
            <a:graphicFrameLocks noGrp="1"/>
          </p:cNvGraphicFramePr>
          <p:nvPr>
            <p:extLst>
              <p:ext uri="{D42A27DB-BD31-4B8C-83A1-F6EECF244321}">
                <p14:modId xmlns:p14="http://schemas.microsoft.com/office/powerpoint/2010/main" val="2279348713"/>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6" name="文本框 5">
            <a:extLst>
              <a:ext uri="{FF2B5EF4-FFF2-40B4-BE49-F238E27FC236}">
                <a16:creationId xmlns:a16="http://schemas.microsoft.com/office/drawing/2014/main" id="{40CDB010-232D-93FC-AFA7-4BA2B22A7A06}"/>
              </a:ext>
            </a:extLst>
          </p:cNvPr>
          <p:cNvSpPr txBox="1"/>
          <p:nvPr/>
        </p:nvSpPr>
        <p:spPr>
          <a:xfrm>
            <a:off x="1014406" y="1785555"/>
            <a:ext cx="7031467" cy="1804749"/>
          </a:xfrm>
          <a:prstGeom prst="roundRect">
            <a:avLst/>
          </a:prstGeom>
          <a:solidFill>
            <a:schemeClr val="accent4">
              <a:lumMod val="20000"/>
              <a:lumOff val="80000"/>
            </a:schemeClr>
          </a:solidFill>
          <a:ln w="19050">
            <a:solidFill>
              <a:schemeClr val="accent4">
                <a:lumMod val="50000"/>
              </a:schemeClr>
            </a:solidFill>
          </a:ln>
        </p:spPr>
        <p:txBody>
          <a:bodyPr wrap="none" rtlCol="0">
            <a:spAutoFit/>
          </a:bodyPr>
          <a:lstStyle/>
          <a:p>
            <a:r>
              <a:rPr lang="zh-CN" altLang="en-US" sz="2000" dirty="0"/>
              <a:t>形成晶体后更</a:t>
            </a:r>
            <a:r>
              <a:rPr lang="en-US" altLang="zh-CN" sz="2000" dirty="0"/>
              <a:t>“</a:t>
            </a:r>
            <a:r>
              <a:rPr lang="zh-CN" altLang="en-US" sz="2000" dirty="0">
                <a:solidFill>
                  <a:srgbClr val="FF0000"/>
                </a:solidFill>
              </a:rPr>
              <a:t>稳定</a:t>
            </a:r>
            <a:r>
              <a:rPr lang="en-US" altLang="zh-CN" sz="2000" dirty="0"/>
              <a:t>”</a:t>
            </a:r>
          </a:p>
          <a:p>
            <a:endParaRPr lang="en-US" altLang="zh-CN" sz="2000" dirty="0"/>
          </a:p>
          <a:p>
            <a:r>
              <a:rPr lang="zh-CN" altLang="en-US" sz="2000" dirty="0"/>
              <a:t>稳定性：能量越低</a:t>
            </a:r>
            <a:r>
              <a:rPr lang="en-US" altLang="zh-CN" sz="2000" dirty="0">
                <a:sym typeface="Wingdings" panose="05000000000000000000" pitchFamily="2" charset="2"/>
              </a:rPr>
              <a:t></a:t>
            </a:r>
            <a:r>
              <a:rPr lang="zh-CN" altLang="en-US" sz="2000" dirty="0"/>
              <a:t>越稳定；能量最低</a:t>
            </a:r>
            <a:r>
              <a:rPr lang="en-US" altLang="zh-CN" sz="2000" dirty="0">
                <a:sym typeface="Wingdings" panose="05000000000000000000" pitchFamily="2" charset="2"/>
              </a:rPr>
              <a:t></a:t>
            </a:r>
            <a:r>
              <a:rPr lang="zh-CN" altLang="en-US" sz="2000" dirty="0">
                <a:sym typeface="Wingdings" panose="05000000000000000000" pitchFamily="2" charset="2"/>
              </a:rPr>
              <a:t>最稳定的状态</a:t>
            </a:r>
            <a:endParaRPr lang="en-US" altLang="zh-CN" sz="2000" dirty="0">
              <a:sym typeface="Wingdings" panose="05000000000000000000" pitchFamily="2" charset="2"/>
            </a:endParaRPr>
          </a:p>
          <a:p>
            <a:r>
              <a:rPr lang="zh-CN" altLang="en-US" sz="2000" dirty="0"/>
              <a:t>↓</a:t>
            </a:r>
            <a:endParaRPr lang="en-US" altLang="zh-CN" sz="2000" dirty="0"/>
          </a:p>
          <a:p>
            <a:r>
              <a:rPr lang="zh-CN" altLang="en-US" sz="2000" dirty="0"/>
              <a:t>形成晶体后的原子</a:t>
            </a:r>
            <a:r>
              <a:rPr lang="en-US" altLang="zh-CN" sz="2000" dirty="0"/>
              <a:t>(</a:t>
            </a:r>
            <a:r>
              <a:rPr lang="zh-CN" altLang="en-US" sz="2000" dirty="0"/>
              <a:t>离子</a:t>
            </a:r>
            <a:r>
              <a:rPr lang="en-US" altLang="zh-CN" sz="2000" dirty="0"/>
              <a:t>)</a:t>
            </a:r>
            <a:r>
              <a:rPr lang="zh-CN" altLang="en-US" sz="2000" dirty="0"/>
              <a:t>体系能量 </a:t>
            </a:r>
            <a:r>
              <a:rPr lang="en-US" altLang="zh-CN" sz="2000" b="1" dirty="0">
                <a:solidFill>
                  <a:srgbClr val="FF0000"/>
                </a:solidFill>
              </a:rPr>
              <a:t>&lt;</a:t>
            </a:r>
            <a:r>
              <a:rPr lang="en-US" altLang="zh-CN" sz="2000" dirty="0"/>
              <a:t> </a:t>
            </a:r>
            <a:r>
              <a:rPr lang="zh-CN" altLang="en-US" sz="2000" dirty="0"/>
              <a:t>孤立原子</a:t>
            </a:r>
            <a:r>
              <a:rPr lang="en-US" altLang="zh-CN" sz="2000" dirty="0"/>
              <a:t>(</a:t>
            </a:r>
            <a:r>
              <a:rPr lang="zh-CN" altLang="en-US" sz="2000" dirty="0"/>
              <a:t>离子</a:t>
            </a:r>
            <a:r>
              <a:rPr lang="en-US" altLang="zh-CN" sz="2000" dirty="0"/>
              <a:t>)</a:t>
            </a:r>
            <a:r>
              <a:rPr lang="zh-CN" altLang="en-US" sz="2000" dirty="0"/>
              <a:t>体系能量</a:t>
            </a:r>
            <a:endParaRPr lang="en-US" sz="2000" dirty="0"/>
          </a:p>
        </p:txBody>
      </p:sp>
    </p:spTree>
    <p:extLst>
      <p:ext uri="{BB962C8B-B14F-4D97-AF65-F5344CB8AC3E}">
        <p14:creationId xmlns:p14="http://schemas.microsoft.com/office/powerpoint/2010/main" val="3692729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25F3E-C19E-D37A-44C3-CB4EBF43E90C}"/>
            </a:ext>
          </a:extLst>
        </p:cNvPr>
        <p:cNvGrpSpPr/>
        <p:nvPr/>
      </p:nvGrpSpPr>
      <p:grpSpPr>
        <a:xfrm>
          <a:off x="0" y="0"/>
          <a:ext cx="0" cy="0"/>
          <a:chOff x="0" y="0"/>
          <a:chExt cx="0" cy="0"/>
        </a:xfrm>
      </p:grpSpPr>
      <p:sp>
        <p:nvSpPr>
          <p:cNvPr id="34" name="矩形: 圆角 33">
            <a:extLst>
              <a:ext uri="{FF2B5EF4-FFF2-40B4-BE49-F238E27FC236}">
                <a16:creationId xmlns:a16="http://schemas.microsoft.com/office/drawing/2014/main" id="{3B3AAD58-8A10-0FEF-D05B-A26A970213F1}"/>
              </a:ext>
            </a:extLst>
          </p:cNvPr>
          <p:cNvSpPr/>
          <p:nvPr/>
        </p:nvSpPr>
        <p:spPr>
          <a:xfrm>
            <a:off x="1066800" y="3756660"/>
            <a:ext cx="4757530" cy="2530475"/>
          </a:xfrm>
          <a:prstGeom prst="roundRect">
            <a:avLst/>
          </a:prstGeom>
          <a:solidFill>
            <a:schemeClr val="accent1">
              <a:lumMod val="20000"/>
              <a:lumOff val="80000"/>
              <a:alpha val="50196"/>
            </a:schemeClr>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1275F5FA-5778-8C40-B137-37108EC7498F}"/>
              </a:ext>
            </a:extLst>
          </p:cNvPr>
          <p:cNvSpPr>
            <a:spLocks noGrp="1"/>
          </p:cNvSpPr>
          <p:nvPr>
            <p:ph type="title"/>
          </p:nvPr>
        </p:nvSpPr>
        <p:spPr/>
        <p:txBody>
          <a:bodyPr/>
          <a:lstStyle/>
          <a:p>
            <a:r>
              <a:rPr lang="zh-CN" altLang="en-US" dirty="0"/>
              <a:t>结合能 </a:t>
            </a:r>
            <a:r>
              <a:rPr lang="en-US" altLang="zh-CN" dirty="0"/>
              <a:t>(</a:t>
            </a:r>
            <a:r>
              <a:rPr lang="en-US" altLang="zh-CN" b="1" dirty="0"/>
              <a:t>b</a:t>
            </a:r>
            <a:r>
              <a:rPr lang="en-US" altLang="zh-CN" dirty="0"/>
              <a:t>inding energy)</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E81E08F-E986-BA54-3D12-2E9735CE2579}"/>
                  </a:ext>
                </a:extLst>
              </p:cNvPr>
              <p:cNvSpPr txBox="1"/>
              <p:nvPr/>
            </p:nvSpPr>
            <p:spPr>
              <a:xfrm>
                <a:off x="1413941" y="4266171"/>
                <a:ext cx="1455720" cy="553998"/>
              </a:xfrm>
              <a:prstGeom prst="rect">
                <a:avLst/>
              </a:prstGeom>
              <a:noFill/>
            </p:spPr>
            <p:txBody>
              <a:bodyPr wrap="none" lIns="0" tIns="0" rIns="0" bIns="0" rtlCol="0">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𝑏</m:t>
                          </m:r>
                        </m:sub>
                      </m:sSub>
                      <m:r>
                        <a:rPr lang="en-US" sz="3600" b="0" i="1" smtClean="0">
                          <a:latin typeface="Cambria Math" panose="02040503050406030204" pitchFamily="18" charset="0"/>
                        </a:rPr>
                        <m:t>&lt;0</m:t>
                      </m:r>
                    </m:oMath>
                  </m:oMathPara>
                </a14:m>
                <a:endParaRPr lang="en-US" sz="3600" dirty="0"/>
              </a:p>
            </p:txBody>
          </p:sp>
        </mc:Choice>
        <mc:Fallback xmlns="">
          <p:sp>
            <p:nvSpPr>
              <p:cNvPr id="19" name="文本框 18">
                <a:extLst>
                  <a:ext uri="{FF2B5EF4-FFF2-40B4-BE49-F238E27FC236}">
                    <a16:creationId xmlns:a16="http://schemas.microsoft.com/office/drawing/2014/main" id="{CE81E08F-E986-BA54-3D12-2E9735CE2579}"/>
                  </a:ext>
                </a:extLst>
              </p:cNvPr>
              <p:cNvSpPr txBox="1">
                <a:spLocks noRot="1" noChangeAspect="1" noMove="1" noResize="1" noEditPoints="1" noAdjustHandles="1" noChangeArrowheads="1" noChangeShapeType="1" noTextEdit="1"/>
              </p:cNvSpPr>
              <p:nvPr/>
            </p:nvSpPr>
            <p:spPr>
              <a:xfrm>
                <a:off x="1413941" y="4266171"/>
                <a:ext cx="1455720" cy="5539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D795591-4B54-82F5-6D6E-962417497CFB}"/>
                  </a:ext>
                </a:extLst>
              </p:cNvPr>
              <p:cNvSpPr txBox="1"/>
              <p:nvPr/>
            </p:nvSpPr>
            <p:spPr>
              <a:xfrm>
                <a:off x="1413941" y="5301324"/>
                <a:ext cx="1455720" cy="553998"/>
              </a:xfrm>
              <a:prstGeom prst="rect">
                <a:avLst/>
              </a:prstGeom>
              <a:noFill/>
            </p:spPr>
            <p:txBody>
              <a:bodyPr wrap="none" lIns="0" tIns="0" rIns="0" bIns="0" rtlCol="0">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𝑏</m:t>
                          </m:r>
                        </m:sub>
                      </m:sSub>
                      <m:r>
                        <a:rPr lang="en-US" sz="3600" b="0" i="1" smtClean="0">
                          <a:latin typeface="Cambria Math" panose="02040503050406030204" pitchFamily="18" charset="0"/>
                        </a:rPr>
                        <m:t>&gt;0</m:t>
                      </m:r>
                    </m:oMath>
                  </m:oMathPara>
                </a14:m>
                <a:endParaRPr lang="en-US" sz="3600" dirty="0"/>
              </a:p>
            </p:txBody>
          </p:sp>
        </mc:Choice>
        <mc:Fallback xmlns="">
          <p:sp>
            <p:nvSpPr>
              <p:cNvPr id="20" name="文本框 19">
                <a:extLst>
                  <a:ext uri="{FF2B5EF4-FFF2-40B4-BE49-F238E27FC236}">
                    <a16:creationId xmlns:a16="http://schemas.microsoft.com/office/drawing/2014/main" id="{1D795591-4B54-82F5-6D6E-962417497CFB}"/>
                  </a:ext>
                </a:extLst>
              </p:cNvPr>
              <p:cNvSpPr txBox="1">
                <a:spLocks noRot="1" noChangeAspect="1" noMove="1" noResize="1" noEditPoints="1" noAdjustHandles="1" noChangeArrowheads="1" noChangeShapeType="1" noTextEdit="1"/>
              </p:cNvSpPr>
              <p:nvPr/>
            </p:nvSpPr>
            <p:spPr>
              <a:xfrm>
                <a:off x="1413941" y="5301324"/>
                <a:ext cx="1455720" cy="553998"/>
              </a:xfrm>
              <a:prstGeom prst="rect">
                <a:avLst/>
              </a:prstGeom>
              <a:blipFill>
                <a:blip r:embed="rId4"/>
                <a:stretch>
                  <a:fillRect/>
                </a:stretch>
              </a:blipFill>
            </p:spPr>
            <p:txBody>
              <a:bodyPr/>
              <a:lstStyle/>
              <a:p>
                <a:r>
                  <a:rPr lang="en-US">
                    <a:noFill/>
                  </a:rPr>
                  <a:t> </a:t>
                </a:r>
              </a:p>
            </p:txBody>
          </p:sp>
        </mc:Fallback>
      </mc:AlternateContent>
      <p:sp>
        <p:nvSpPr>
          <p:cNvPr id="21" name="文本框 20">
            <a:extLst>
              <a:ext uri="{FF2B5EF4-FFF2-40B4-BE49-F238E27FC236}">
                <a16:creationId xmlns:a16="http://schemas.microsoft.com/office/drawing/2014/main" id="{A86FF74E-857D-D569-5FD0-3BB9F04C841B}"/>
              </a:ext>
            </a:extLst>
          </p:cNvPr>
          <p:cNvSpPr txBox="1"/>
          <p:nvPr/>
        </p:nvSpPr>
        <p:spPr>
          <a:xfrm>
            <a:off x="3089763" y="4296010"/>
            <a:ext cx="1723549" cy="461665"/>
          </a:xfrm>
          <a:prstGeom prst="rect">
            <a:avLst/>
          </a:prstGeom>
          <a:noFill/>
        </p:spPr>
        <p:txBody>
          <a:bodyPr wrap="none" rtlCol="0">
            <a:spAutoFit/>
          </a:bodyPr>
          <a:lstStyle/>
          <a:p>
            <a:r>
              <a:rPr lang="zh-CN" altLang="en-US" sz="2400" dirty="0"/>
              <a:t>会形成晶体</a:t>
            </a:r>
            <a:endParaRPr lang="en-US" sz="2400" dirty="0"/>
          </a:p>
        </p:txBody>
      </p:sp>
      <p:sp>
        <p:nvSpPr>
          <p:cNvPr id="22" name="文本框 21">
            <a:extLst>
              <a:ext uri="{FF2B5EF4-FFF2-40B4-BE49-F238E27FC236}">
                <a16:creationId xmlns:a16="http://schemas.microsoft.com/office/drawing/2014/main" id="{79B69BD9-C2F9-6AD7-C34A-9C9D80FD6486}"/>
              </a:ext>
            </a:extLst>
          </p:cNvPr>
          <p:cNvSpPr txBox="1"/>
          <p:nvPr/>
        </p:nvSpPr>
        <p:spPr>
          <a:xfrm>
            <a:off x="3041454" y="5347490"/>
            <a:ext cx="2031325" cy="461665"/>
          </a:xfrm>
          <a:prstGeom prst="rect">
            <a:avLst/>
          </a:prstGeom>
          <a:noFill/>
        </p:spPr>
        <p:txBody>
          <a:bodyPr wrap="none" rtlCol="0">
            <a:spAutoFit/>
          </a:bodyPr>
          <a:lstStyle/>
          <a:p>
            <a:r>
              <a:rPr lang="zh-CN" altLang="en-US" sz="2400" dirty="0"/>
              <a:t>不会形成晶体</a:t>
            </a:r>
            <a:endParaRPr lang="en-US" altLang="zh-CN" sz="24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B984EA6-91A7-03B4-63BC-5EAE253915DF}"/>
                  </a:ext>
                </a:extLst>
              </p:cNvPr>
              <p:cNvSpPr txBox="1"/>
              <p:nvPr/>
            </p:nvSpPr>
            <p:spPr>
              <a:xfrm>
                <a:off x="1037488" y="2220485"/>
                <a:ext cx="9573684" cy="1296060"/>
              </a:xfrm>
              <a:prstGeom prst="rect">
                <a:avLst/>
              </a:prstGeom>
              <a:noFill/>
            </p:spPr>
            <p:txBody>
              <a:bodyPr wrap="square">
                <a:spAutoFit/>
              </a:bodyPr>
              <a:lstStyle/>
              <a:p>
                <a:pPr algn="ctr"/>
                <a14:m>
                  <m:oMathPara xmlns:m="http://schemas.openxmlformats.org/officeDocument/2006/math">
                    <m:oMath>
                      <m:sSub>
                        <m:sSubPr>
                          <m:ctrlPr>
                            <a:rPr lang="en-US" altLang="zh-CN" sz="3600" b="0" i="1" smtClean="0">
                              <a:solidFill>
                                <a:schemeClr val="tx1"/>
                              </a:solidFill>
                              <a:latin typeface="Cambria Math" panose="02040503050406030204" pitchFamily="18" charset="0"/>
                            </a:rPr>
                          </m:ctrlPr>
                        </m:sSubPr>
                        <m:e>
                          <m:r>
                            <a:rPr lang="en-US" altLang="zh-CN" sz="3600" b="0" i="1" smtClean="0">
                              <a:solidFill>
                                <a:schemeClr val="tx1"/>
                              </a:solidFill>
                              <a:latin typeface="Cambria Math" panose="02040503050406030204" pitchFamily="18" charset="0"/>
                            </a:rPr>
                            <m:t>𝐸</m:t>
                          </m:r>
                        </m:e>
                        <m:sub>
                          <m:r>
                            <a:rPr lang="en-US" altLang="zh-CN" sz="3600" b="0" i="1" smtClean="0">
                              <a:solidFill>
                                <a:schemeClr val="tx1"/>
                              </a:solidFill>
                              <a:latin typeface="Cambria Math" panose="02040503050406030204" pitchFamily="18" charset="0"/>
                            </a:rPr>
                            <m:t>𝑏</m:t>
                          </m:r>
                        </m:sub>
                      </m:sSub>
                      <m:r>
                        <a:rPr lang="en-US" altLang="zh-CN" sz="3600" b="0" i="1" smtClean="0">
                          <a:solidFill>
                            <a:schemeClr val="tx1"/>
                          </a:solidFill>
                          <a:latin typeface="Cambria Math" panose="02040503050406030204" pitchFamily="18" charset="0"/>
                        </a:rPr>
                        <m:t>=</m:t>
                      </m:r>
                      <m:f>
                        <m:fPr>
                          <m:ctrlPr>
                            <a:rPr lang="en-US" altLang="zh-CN" sz="3600" b="0" i="1" smtClean="0">
                              <a:solidFill>
                                <a:schemeClr val="tx1"/>
                              </a:solidFill>
                              <a:latin typeface="Cambria Math" panose="02040503050406030204" pitchFamily="18" charset="0"/>
                            </a:rPr>
                          </m:ctrlPr>
                        </m:fPr>
                        <m:num>
                          <m:r>
                            <a:rPr lang="en-US" altLang="zh-CN" sz="3600" b="0" i="1" smtClean="0">
                              <a:solidFill>
                                <a:schemeClr val="tx1"/>
                              </a:solidFill>
                              <a:latin typeface="Cambria Math" panose="02040503050406030204" pitchFamily="18" charset="0"/>
                            </a:rPr>
                            <m:t>𝐸</m:t>
                          </m:r>
                          <m:d>
                            <m:dPr>
                              <m:begChr m:val="["/>
                              <m:endChr m:val="]"/>
                              <m:ctrlPr>
                                <a:rPr lang="zh-CN" altLang="en-US" sz="3600" i="1">
                                  <a:latin typeface="Cambria Math" panose="02040503050406030204" pitchFamily="18" charset="0"/>
                                </a:rPr>
                              </m:ctrlPr>
                            </m:dPr>
                            <m:e>
                              <m:sSub>
                                <m:sSubPr>
                                  <m:ctrlPr>
                                    <a:rPr lang="zh-CN" altLang="en-US" sz="3600" i="1">
                                      <a:latin typeface="Cambria Math" panose="02040503050406030204" pitchFamily="18" charset="0"/>
                                    </a:rPr>
                                  </m:ctrlPr>
                                </m:sSubPr>
                                <m:e>
                                  <m:d>
                                    <m:dPr>
                                      <m:ctrlPr>
                                        <a:rPr lang="zh-CN" altLang="en-US" sz="3600" i="1">
                                          <a:latin typeface="Cambria Math" panose="02040503050406030204" pitchFamily="18" charset="0"/>
                                        </a:rPr>
                                      </m:ctrlPr>
                                    </m:dPr>
                                    <m:e>
                                      <m:sSub>
                                        <m:sSubPr>
                                          <m:ctrlPr>
                                            <a:rPr lang="zh-CN" altLang="en-US" sz="3600" i="1">
                                              <a:latin typeface="Cambria Math" panose="02040503050406030204" pitchFamily="18" charset="0"/>
                                            </a:rPr>
                                          </m:ctrlPr>
                                        </m:sSubPr>
                                        <m:e>
                                          <m:r>
                                            <a:rPr lang="zh-CN" altLang="en-US" sz="3600" i="1">
                                              <a:latin typeface="Cambria Math" panose="02040503050406030204" pitchFamily="18" charset="0"/>
                                            </a:rPr>
                                            <m:t>𝐴</m:t>
                                          </m:r>
                                        </m:e>
                                        <m:sub>
                                          <m:r>
                                            <a:rPr lang="en-US" altLang="zh-CN" sz="3600" i="1">
                                              <a:latin typeface="Cambria Math" panose="02040503050406030204" pitchFamily="18" charset="0"/>
                                            </a:rPr>
                                            <m:t>1</m:t>
                                          </m:r>
                                        </m:sub>
                                      </m:sSub>
                                    </m:e>
                                  </m:d>
                                </m:e>
                                <m:sub>
                                  <m:r>
                                    <a:rPr lang="en-US" altLang="zh-CN" sz="3600" b="0" i="1" smtClean="0">
                                      <a:solidFill>
                                        <a:schemeClr val="tx1"/>
                                      </a:solidFill>
                                      <a:latin typeface="Cambria Math" panose="02040503050406030204" pitchFamily="18" charset="0"/>
                                    </a:rPr>
                                    <m:t>𝑛</m:t>
                                  </m:r>
                                  <m:r>
                                    <a:rPr lang="en-US" altLang="zh-CN" sz="3600" b="0" i="1" smtClean="0">
                                      <a:solidFill>
                                        <a:schemeClr val="tx1"/>
                                      </a:solidFill>
                                      <a:latin typeface="Cambria Math" panose="02040503050406030204" pitchFamily="18" charset="0"/>
                                    </a:rPr>
                                    <m:t>1</m:t>
                                  </m:r>
                                </m:sub>
                              </m:sSub>
                              <m:sSub>
                                <m:sSubPr>
                                  <m:ctrlPr>
                                    <a:rPr lang="zh-CN" altLang="en-US" sz="3600" i="1">
                                      <a:latin typeface="Cambria Math" panose="02040503050406030204" pitchFamily="18" charset="0"/>
                                    </a:rPr>
                                  </m:ctrlPr>
                                </m:sSubPr>
                                <m:e>
                                  <m:d>
                                    <m:dPr>
                                      <m:ctrlPr>
                                        <a:rPr lang="zh-CN" altLang="en-US" sz="3600" i="1">
                                          <a:latin typeface="Cambria Math" panose="02040503050406030204" pitchFamily="18" charset="0"/>
                                        </a:rPr>
                                      </m:ctrlPr>
                                    </m:dPr>
                                    <m:e>
                                      <m:sSub>
                                        <m:sSubPr>
                                          <m:ctrlPr>
                                            <a:rPr lang="zh-CN" altLang="en-US" sz="3600" i="1">
                                              <a:latin typeface="Cambria Math" panose="02040503050406030204" pitchFamily="18" charset="0"/>
                                            </a:rPr>
                                          </m:ctrlPr>
                                        </m:sSubPr>
                                        <m:e>
                                          <m:r>
                                            <a:rPr lang="zh-CN" altLang="en-US" sz="3600" i="1">
                                              <a:latin typeface="Cambria Math" panose="02040503050406030204" pitchFamily="18" charset="0"/>
                                            </a:rPr>
                                            <m:t>𝐴</m:t>
                                          </m:r>
                                        </m:e>
                                        <m:sub>
                                          <m:r>
                                            <a:rPr lang="en-US" altLang="zh-CN" sz="3600" b="0" i="1" smtClean="0">
                                              <a:latin typeface="Cambria Math" panose="02040503050406030204" pitchFamily="18" charset="0"/>
                                            </a:rPr>
                                            <m:t>2</m:t>
                                          </m:r>
                                        </m:sub>
                                      </m:sSub>
                                    </m:e>
                                  </m:d>
                                </m:e>
                                <m:sub>
                                  <m:r>
                                    <a:rPr lang="en-US" altLang="zh-CN" sz="3600" i="1">
                                      <a:latin typeface="Cambria Math" panose="02040503050406030204" pitchFamily="18" charset="0"/>
                                    </a:rPr>
                                    <m:t>𝑛</m:t>
                                  </m:r>
                                  <m:r>
                                    <a:rPr lang="en-US" altLang="zh-CN" sz="3600" b="0" i="1" smtClean="0">
                                      <a:latin typeface="Cambria Math" panose="02040503050406030204" pitchFamily="18" charset="0"/>
                                    </a:rPr>
                                    <m:t>2</m:t>
                                  </m:r>
                                </m:sub>
                              </m:sSub>
                              <m:sSub>
                                <m:sSubPr>
                                  <m:ctrlPr>
                                    <a:rPr lang="zh-CN" altLang="en-US" sz="3600" i="1">
                                      <a:latin typeface="Cambria Math" panose="02040503050406030204" pitchFamily="18" charset="0"/>
                                    </a:rPr>
                                  </m:ctrlPr>
                                </m:sSubPr>
                                <m:e>
                                  <m:d>
                                    <m:dPr>
                                      <m:ctrlPr>
                                        <a:rPr lang="zh-CN" altLang="en-US" sz="3600" i="1">
                                          <a:latin typeface="Cambria Math" panose="02040503050406030204" pitchFamily="18" charset="0"/>
                                        </a:rPr>
                                      </m:ctrlPr>
                                    </m:dPr>
                                    <m:e>
                                      <m:sSub>
                                        <m:sSubPr>
                                          <m:ctrlPr>
                                            <a:rPr lang="zh-CN" altLang="en-US" sz="3600" i="1">
                                              <a:latin typeface="Cambria Math" panose="02040503050406030204" pitchFamily="18" charset="0"/>
                                            </a:rPr>
                                          </m:ctrlPr>
                                        </m:sSubPr>
                                        <m:e>
                                          <m:r>
                                            <a:rPr lang="zh-CN" altLang="en-US" sz="3600" i="1">
                                              <a:latin typeface="Cambria Math" panose="02040503050406030204" pitchFamily="18" charset="0"/>
                                            </a:rPr>
                                            <m:t>𝐴</m:t>
                                          </m:r>
                                        </m:e>
                                        <m:sub>
                                          <m:r>
                                            <a:rPr lang="en-US" altLang="zh-CN" sz="3600" b="0" i="1" smtClean="0">
                                              <a:latin typeface="Cambria Math" panose="02040503050406030204" pitchFamily="18" charset="0"/>
                                            </a:rPr>
                                            <m:t>3</m:t>
                                          </m:r>
                                        </m:sub>
                                      </m:sSub>
                                    </m:e>
                                  </m:d>
                                </m:e>
                                <m:sub>
                                  <m:r>
                                    <a:rPr lang="en-US" altLang="zh-CN" sz="3600" i="1">
                                      <a:latin typeface="Cambria Math" panose="02040503050406030204" pitchFamily="18" charset="0"/>
                                    </a:rPr>
                                    <m:t>𝑛</m:t>
                                  </m:r>
                                  <m:r>
                                    <a:rPr lang="en-US" altLang="zh-CN" sz="3600" b="0" i="1" smtClean="0">
                                      <a:latin typeface="Cambria Math" panose="02040503050406030204" pitchFamily="18" charset="0"/>
                                    </a:rPr>
                                    <m:t>3</m:t>
                                  </m:r>
                                </m:sub>
                              </m:sSub>
                              <m:r>
                                <a:rPr lang="en-US" altLang="zh-CN" sz="3600" i="1">
                                  <a:latin typeface="Cambria Math" panose="02040503050406030204" pitchFamily="18" charset="0"/>
                                  <a:ea typeface="Cambria Math" panose="02040503050406030204" pitchFamily="18" charset="0"/>
                                </a:rPr>
                                <m:t>⋯</m:t>
                              </m:r>
                            </m:e>
                          </m:d>
                          <m:r>
                            <a:rPr lang="en-US" altLang="zh-CN" sz="3600" b="0" i="1" smtClean="0">
                              <a:solidFill>
                                <a:schemeClr val="tx1"/>
                              </a:solidFill>
                              <a:latin typeface="Cambria Math" panose="02040503050406030204" pitchFamily="18" charset="0"/>
                            </a:rPr>
                            <m:t>−</m:t>
                          </m:r>
                          <m:nary>
                            <m:naryPr>
                              <m:chr m:val="∑"/>
                              <m:supHide m:val="on"/>
                              <m:ctrlPr>
                                <a:rPr lang="en-US" altLang="zh-CN" sz="3600" b="0" i="1" smtClean="0">
                                  <a:solidFill>
                                    <a:schemeClr val="tx1"/>
                                  </a:solidFill>
                                  <a:latin typeface="Cambria Math" panose="02040503050406030204" pitchFamily="18" charset="0"/>
                                </a:rPr>
                              </m:ctrlPr>
                            </m:naryPr>
                            <m:sub>
                              <m:r>
                                <m:rPr>
                                  <m:brk m:alnAt="7"/>
                                </m:rPr>
                                <a:rPr lang="en-US" altLang="zh-CN" sz="3600" b="0" i="1" smtClean="0">
                                  <a:solidFill>
                                    <a:schemeClr val="tx1"/>
                                  </a:solidFill>
                                  <a:latin typeface="Cambria Math" panose="02040503050406030204" pitchFamily="18" charset="0"/>
                                </a:rPr>
                                <m:t>𝑖</m:t>
                              </m:r>
                            </m:sub>
                            <m:sup/>
                            <m:e>
                              <m:sSub>
                                <m:sSubPr>
                                  <m:ctrlPr>
                                    <a:rPr lang="en-US" altLang="zh-CN" sz="3600" b="0" i="1" smtClean="0">
                                      <a:solidFill>
                                        <a:schemeClr val="tx1"/>
                                      </a:solidFill>
                                      <a:latin typeface="Cambria Math" panose="02040503050406030204" pitchFamily="18" charset="0"/>
                                    </a:rPr>
                                  </m:ctrlPr>
                                </m:sSubPr>
                                <m:e>
                                  <m:r>
                                    <a:rPr lang="en-US" altLang="zh-CN" sz="3600" b="0" i="1" smtClean="0">
                                      <a:solidFill>
                                        <a:schemeClr val="tx1"/>
                                      </a:solidFill>
                                      <a:latin typeface="Cambria Math" panose="02040503050406030204" pitchFamily="18" charset="0"/>
                                    </a:rPr>
                                    <m:t>𝑛</m:t>
                                  </m:r>
                                </m:e>
                                <m:sub>
                                  <m:r>
                                    <a:rPr lang="en-US" altLang="zh-CN" sz="3600" b="0" i="1" smtClean="0">
                                      <a:solidFill>
                                        <a:schemeClr val="tx1"/>
                                      </a:solidFill>
                                      <a:latin typeface="Cambria Math" panose="02040503050406030204" pitchFamily="18" charset="0"/>
                                    </a:rPr>
                                    <m:t>𝑖</m:t>
                                  </m:r>
                                </m:sub>
                              </m:sSub>
                              <m:r>
                                <a:rPr lang="en-US" altLang="zh-CN" sz="3600" b="0" i="1" smtClean="0">
                                  <a:solidFill>
                                    <a:schemeClr val="tx1"/>
                                  </a:solidFill>
                                  <a:latin typeface="Cambria Math" panose="02040503050406030204" pitchFamily="18" charset="0"/>
                                </a:rPr>
                                <m:t>𝐸</m:t>
                              </m:r>
                              <m:d>
                                <m:dPr>
                                  <m:ctrlPr>
                                    <a:rPr lang="en-US" altLang="zh-CN" sz="3600" b="0" i="1" smtClean="0">
                                      <a:solidFill>
                                        <a:schemeClr val="tx1"/>
                                      </a:solidFill>
                                      <a:latin typeface="Cambria Math" panose="02040503050406030204" pitchFamily="18" charset="0"/>
                                    </a:rPr>
                                  </m:ctrlPr>
                                </m:dPr>
                                <m:e>
                                  <m:sSub>
                                    <m:sSubPr>
                                      <m:ctrlPr>
                                        <a:rPr lang="en-US" altLang="zh-CN" sz="3600" b="0" i="1" smtClean="0">
                                          <a:solidFill>
                                            <a:schemeClr val="tx1"/>
                                          </a:solidFill>
                                          <a:latin typeface="Cambria Math" panose="02040503050406030204" pitchFamily="18" charset="0"/>
                                        </a:rPr>
                                      </m:ctrlPr>
                                    </m:sSubPr>
                                    <m:e>
                                      <m:r>
                                        <a:rPr lang="en-US" altLang="zh-CN" sz="3600" b="0" i="1" smtClean="0">
                                          <a:solidFill>
                                            <a:schemeClr val="tx1"/>
                                          </a:solidFill>
                                          <a:latin typeface="Cambria Math" panose="02040503050406030204" pitchFamily="18" charset="0"/>
                                        </a:rPr>
                                        <m:t>𝐴</m:t>
                                      </m:r>
                                    </m:e>
                                    <m:sub>
                                      <m:r>
                                        <a:rPr lang="en-US" altLang="zh-CN" sz="3600" b="0" i="1" smtClean="0">
                                          <a:solidFill>
                                            <a:schemeClr val="tx1"/>
                                          </a:solidFill>
                                          <a:latin typeface="Cambria Math" panose="02040503050406030204" pitchFamily="18" charset="0"/>
                                        </a:rPr>
                                        <m:t>𝑖</m:t>
                                      </m:r>
                                    </m:sub>
                                  </m:sSub>
                                </m:e>
                              </m:d>
                            </m:e>
                          </m:nary>
                        </m:num>
                        <m:den>
                          <m:nary>
                            <m:naryPr>
                              <m:chr m:val="∑"/>
                              <m:supHide m:val="on"/>
                              <m:ctrlPr>
                                <a:rPr lang="en-US" altLang="zh-CN" sz="3600" i="1">
                                  <a:latin typeface="Cambria Math" panose="02040503050406030204" pitchFamily="18" charset="0"/>
                                </a:rPr>
                              </m:ctrlPr>
                            </m:naryPr>
                            <m:sub>
                              <m:r>
                                <m:rPr>
                                  <m:brk m:alnAt="7"/>
                                </m:rPr>
                                <a:rPr lang="en-US" altLang="zh-CN" sz="3600" i="1">
                                  <a:latin typeface="Cambria Math" panose="02040503050406030204" pitchFamily="18" charset="0"/>
                                </a:rPr>
                                <m:t>𝑖</m:t>
                              </m:r>
                            </m:sub>
                            <m:sup/>
                            <m:e>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𝑛</m:t>
                                  </m:r>
                                </m:e>
                                <m:sub>
                                  <m:r>
                                    <a:rPr lang="en-US" altLang="zh-CN" sz="3600" i="1">
                                      <a:latin typeface="Cambria Math" panose="02040503050406030204" pitchFamily="18" charset="0"/>
                                    </a:rPr>
                                    <m:t>𝑖</m:t>
                                  </m:r>
                                </m:sub>
                              </m:sSub>
                            </m:e>
                          </m:nary>
                        </m:den>
                      </m:f>
                    </m:oMath>
                  </m:oMathPara>
                </a14:m>
                <a:endParaRPr lang="en-US" altLang="zh-CN" sz="3600" dirty="0">
                  <a:solidFill>
                    <a:schemeClr val="tx1"/>
                  </a:solidFill>
                </a:endParaRPr>
              </a:p>
            </p:txBody>
          </p:sp>
        </mc:Choice>
        <mc:Fallback xmlns="">
          <p:sp>
            <p:nvSpPr>
              <p:cNvPr id="35" name="文本框 34">
                <a:extLst>
                  <a:ext uri="{FF2B5EF4-FFF2-40B4-BE49-F238E27FC236}">
                    <a16:creationId xmlns:a16="http://schemas.microsoft.com/office/drawing/2014/main" id="{2B984EA6-91A7-03B4-63BC-5EAE253915DF}"/>
                  </a:ext>
                </a:extLst>
              </p:cNvPr>
              <p:cNvSpPr txBox="1">
                <a:spLocks noRot="1" noChangeAspect="1" noMove="1" noResize="1" noEditPoints="1" noAdjustHandles="1" noChangeArrowheads="1" noChangeShapeType="1" noTextEdit="1"/>
              </p:cNvSpPr>
              <p:nvPr/>
            </p:nvSpPr>
            <p:spPr>
              <a:xfrm>
                <a:off x="1037488" y="2220485"/>
                <a:ext cx="9573684" cy="1296060"/>
              </a:xfrm>
              <a:prstGeom prst="rect">
                <a:avLst/>
              </a:prstGeom>
              <a:blipFill>
                <a:blip r:embed="rId5"/>
                <a:stretch>
                  <a:fillRect/>
                </a:stretch>
              </a:blipFill>
            </p:spPr>
            <p:txBody>
              <a:bodyPr/>
              <a:lstStyle/>
              <a:p>
                <a:r>
                  <a:rPr lang="en-US">
                    <a:noFill/>
                  </a:rPr>
                  <a:t> </a:t>
                </a:r>
              </a:p>
            </p:txBody>
          </p:sp>
        </mc:Fallback>
      </mc:AlternateContent>
      <p:sp>
        <p:nvSpPr>
          <p:cNvPr id="6" name="文本框 5">
            <a:extLst>
              <a:ext uri="{FF2B5EF4-FFF2-40B4-BE49-F238E27FC236}">
                <a16:creationId xmlns:a16="http://schemas.microsoft.com/office/drawing/2014/main" id="{577B8176-B172-3B1D-0DD1-8F9C7B71E329}"/>
              </a:ext>
            </a:extLst>
          </p:cNvPr>
          <p:cNvSpPr txBox="1"/>
          <p:nvPr/>
        </p:nvSpPr>
        <p:spPr>
          <a:xfrm>
            <a:off x="4288935" y="1758820"/>
            <a:ext cx="1714299" cy="461665"/>
          </a:xfrm>
          <a:prstGeom prst="rect">
            <a:avLst/>
          </a:prstGeom>
          <a:noFill/>
        </p:spPr>
        <p:txBody>
          <a:bodyPr wrap="square" rtlCol="0">
            <a:spAutoFit/>
          </a:bodyPr>
          <a:lstStyle/>
          <a:p>
            <a:r>
              <a:rPr lang="zh-CN" altLang="en-US" sz="2400" dirty="0"/>
              <a:t>晶体化学式</a:t>
            </a:r>
          </a:p>
        </p:txBody>
      </p:sp>
      <p:sp>
        <p:nvSpPr>
          <p:cNvPr id="8" name="文本框 7">
            <a:extLst>
              <a:ext uri="{FF2B5EF4-FFF2-40B4-BE49-F238E27FC236}">
                <a16:creationId xmlns:a16="http://schemas.microsoft.com/office/drawing/2014/main" id="{DFFDFA2A-A7AE-70D3-D962-7D157DD04AF1}"/>
              </a:ext>
            </a:extLst>
          </p:cNvPr>
          <p:cNvSpPr txBox="1"/>
          <p:nvPr/>
        </p:nvSpPr>
        <p:spPr>
          <a:xfrm>
            <a:off x="7690925" y="1758820"/>
            <a:ext cx="2920247" cy="461665"/>
          </a:xfrm>
          <a:prstGeom prst="rect">
            <a:avLst/>
          </a:prstGeom>
          <a:noFill/>
        </p:spPr>
        <p:txBody>
          <a:bodyPr wrap="square" rtlCol="0">
            <a:spAutoFit/>
          </a:bodyPr>
          <a:lstStyle/>
          <a:p>
            <a:r>
              <a:rPr lang="zh-CN" altLang="en-US" sz="2400" dirty="0"/>
              <a:t>孤立原子</a:t>
            </a:r>
            <a:r>
              <a:rPr lang="en-US" altLang="zh-CN" sz="2400" dirty="0"/>
              <a:t>/</a:t>
            </a:r>
            <a:r>
              <a:rPr lang="zh-CN" altLang="en-US" sz="2400" dirty="0"/>
              <a:t>离子能量</a:t>
            </a:r>
          </a:p>
        </p:txBody>
      </p:sp>
      <p:sp>
        <p:nvSpPr>
          <p:cNvPr id="37" name="矩形: 圆角 36">
            <a:extLst>
              <a:ext uri="{FF2B5EF4-FFF2-40B4-BE49-F238E27FC236}">
                <a16:creationId xmlns:a16="http://schemas.microsoft.com/office/drawing/2014/main" id="{539971C9-DC01-6B53-56C8-F699A998DFEF}"/>
              </a:ext>
            </a:extLst>
          </p:cNvPr>
          <p:cNvSpPr/>
          <p:nvPr/>
        </p:nvSpPr>
        <p:spPr>
          <a:xfrm>
            <a:off x="6367672" y="3756659"/>
            <a:ext cx="4757530" cy="2530475"/>
          </a:xfrm>
          <a:prstGeom prst="roundRect">
            <a:avLst/>
          </a:prstGeom>
          <a:solidFill>
            <a:schemeClr val="accent4">
              <a:lumMod val="20000"/>
              <a:lumOff val="80000"/>
              <a:alpha val="50196"/>
            </a:schemeClr>
          </a:solidFill>
          <a:ln w="190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2000" b="1" dirty="0">
                <a:solidFill>
                  <a:srgbClr val="FF0000"/>
                </a:solidFill>
              </a:rPr>
              <a:t>不同情况下，所使用的“能量”不同</a:t>
            </a:r>
            <a:endParaRPr lang="en-US" altLang="zh-CN" sz="2000" b="1" dirty="0">
              <a:solidFill>
                <a:srgbClr val="FF0000"/>
              </a:solidFill>
            </a:endParaRPr>
          </a:p>
          <a:p>
            <a:pPr marL="285750" indent="-285750">
              <a:buFontTx/>
              <a:buChar char="-"/>
            </a:pPr>
            <a:r>
              <a:rPr lang="zh-CN" altLang="en-US" sz="2000" dirty="0">
                <a:solidFill>
                  <a:schemeClr val="tx1"/>
                </a:solidFill>
              </a:rPr>
              <a:t>比较晶体稳定性、结构强度时，常使用</a:t>
            </a:r>
            <a:r>
              <a:rPr lang="zh-CN" altLang="en-US" sz="2000" b="1" dirty="0">
                <a:solidFill>
                  <a:srgbClr val="0070C0"/>
                </a:solidFill>
              </a:rPr>
              <a:t>内能 </a:t>
            </a:r>
            <a:r>
              <a:rPr lang="en-US" altLang="zh-CN" sz="2000" b="1" dirty="0">
                <a:solidFill>
                  <a:srgbClr val="0070C0"/>
                </a:solidFill>
              </a:rPr>
              <a:t>U</a:t>
            </a:r>
          </a:p>
          <a:p>
            <a:pPr marL="285750" indent="-285750">
              <a:buFontTx/>
              <a:buChar char="-"/>
            </a:pPr>
            <a:r>
              <a:rPr lang="zh-CN" altLang="en-US" sz="2000" dirty="0">
                <a:solidFill>
                  <a:schemeClr val="tx1"/>
                </a:solidFill>
              </a:rPr>
              <a:t>恒温恒压</a:t>
            </a:r>
            <a:r>
              <a:rPr lang="en-US" altLang="zh-CN" sz="2000" dirty="0">
                <a:solidFill>
                  <a:schemeClr val="tx1"/>
                </a:solidFill>
              </a:rPr>
              <a:t>(</a:t>
            </a:r>
            <a:r>
              <a:rPr lang="en-US" altLang="zh-CN" sz="2000" dirty="0" err="1">
                <a:solidFill>
                  <a:schemeClr val="tx1"/>
                </a:solidFill>
              </a:rPr>
              <a:t>npT</a:t>
            </a:r>
            <a:r>
              <a:rPr lang="en-US" altLang="zh-CN" sz="2000" dirty="0">
                <a:solidFill>
                  <a:schemeClr val="tx1"/>
                </a:solidFill>
              </a:rPr>
              <a:t>)</a:t>
            </a:r>
            <a:r>
              <a:rPr lang="zh-CN" altLang="en-US" sz="2000" dirty="0">
                <a:solidFill>
                  <a:schemeClr val="tx1"/>
                </a:solidFill>
              </a:rPr>
              <a:t>化学反应中，常使用</a:t>
            </a:r>
            <a:r>
              <a:rPr lang="zh-CN" altLang="en-US" sz="2000" b="1" dirty="0">
                <a:solidFill>
                  <a:srgbClr val="0070C0"/>
                </a:solidFill>
              </a:rPr>
              <a:t>吉布斯自由能 </a:t>
            </a:r>
            <a:r>
              <a:rPr lang="en-US" altLang="zh-CN" sz="2000" b="1" dirty="0">
                <a:solidFill>
                  <a:srgbClr val="0070C0"/>
                </a:solidFill>
              </a:rPr>
              <a:t>G = U + </a:t>
            </a:r>
            <a:r>
              <a:rPr lang="en-US" altLang="zh-CN" sz="2000" b="1" dirty="0" err="1">
                <a:solidFill>
                  <a:srgbClr val="0070C0"/>
                </a:solidFill>
              </a:rPr>
              <a:t>pV</a:t>
            </a:r>
            <a:r>
              <a:rPr lang="en-US" altLang="zh-CN" sz="2000" b="1" dirty="0">
                <a:solidFill>
                  <a:srgbClr val="0070C0"/>
                </a:solidFill>
              </a:rPr>
              <a:t> - TS</a:t>
            </a:r>
          </a:p>
          <a:p>
            <a:pPr marL="285750" indent="-285750">
              <a:buFontTx/>
              <a:buChar char="-"/>
            </a:pPr>
            <a:r>
              <a:rPr lang="zh-CN" altLang="en-US" sz="2000" dirty="0">
                <a:solidFill>
                  <a:schemeClr val="tx1"/>
                </a:solidFill>
              </a:rPr>
              <a:t>恒温恒容</a:t>
            </a:r>
            <a:r>
              <a:rPr lang="en-US" altLang="zh-CN" sz="2000" dirty="0">
                <a:solidFill>
                  <a:schemeClr val="tx1"/>
                </a:solidFill>
              </a:rPr>
              <a:t>(</a:t>
            </a:r>
            <a:r>
              <a:rPr lang="en-US" altLang="zh-CN" sz="2000" dirty="0" err="1">
                <a:solidFill>
                  <a:schemeClr val="tx1"/>
                </a:solidFill>
              </a:rPr>
              <a:t>nVT</a:t>
            </a:r>
            <a:r>
              <a:rPr lang="en-US" altLang="zh-CN" sz="2000" dirty="0">
                <a:solidFill>
                  <a:schemeClr val="tx1"/>
                </a:solidFill>
              </a:rPr>
              <a:t>)</a:t>
            </a:r>
            <a:r>
              <a:rPr lang="zh-CN" altLang="en-US" sz="2000" dirty="0">
                <a:solidFill>
                  <a:schemeClr val="tx1"/>
                </a:solidFill>
              </a:rPr>
              <a:t>化学反应中，常使用</a:t>
            </a:r>
            <a:r>
              <a:rPr lang="zh-CN" altLang="en-US" sz="2000" b="1" dirty="0">
                <a:solidFill>
                  <a:srgbClr val="0070C0"/>
                </a:solidFill>
              </a:rPr>
              <a:t>亥姆霍兹自由能 </a:t>
            </a:r>
            <a:r>
              <a:rPr lang="en-US" altLang="zh-CN" sz="2000" b="1" dirty="0">
                <a:solidFill>
                  <a:srgbClr val="0070C0"/>
                </a:solidFill>
              </a:rPr>
              <a:t>A = U - TS</a:t>
            </a:r>
            <a:endParaRPr lang="zh-CN" altLang="en-US" sz="2000" b="1" dirty="0">
              <a:solidFill>
                <a:srgbClr val="0070C0"/>
              </a:solidFill>
            </a:endParaRPr>
          </a:p>
        </p:txBody>
      </p:sp>
      <p:graphicFrame>
        <p:nvGraphicFramePr>
          <p:cNvPr id="38" name="表格 37">
            <a:extLst>
              <a:ext uri="{FF2B5EF4-FFF2-40B4-BE49-F238E27FC236}">
                <a16:creationId xmlns:a16="http://schemas.microsoft.com/office/drawing/2014/main" id="{4A2F9216-7E5A-0960-4540-6FEF37453565}"/>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2" name="文本框 1">
            <a:extLst>
              <a:ext uri="{FF2B5EF4-FFF2-40B4-BE49-F238E27FC236}">
                <a16:creationId xmlns:a16="http://schemas.microsoft.com/office/drawing/2014/main" id="{A3A2DE38-1F93-79B2-CD61-365049BF30AD}"/>
              </a:ext>
            </a:extLst>
          </p:cNvPr>
          <p:cNvSpPr txBox="1"/>
          <p:nvPr/>
        </p:nvSpPr>
        <p:spPr>
          <a:xfrm>
            <a:off x="1066800" y="6343045"/>
            <a:ext cx="5548698" cy="369332"/>
          </a:xfrm>
          <a:prstGeom prst="rect">
            <a:avLst/>
          </a:prstGeom>
          <a:noFill/>
        </p:spPr>
        <p:txBody>
          <a:bodyPr wrap="none" rtlCol="0">
            <a:spAutoFit/>
          </a:bodyPr>
          <a:lstStyle/>
          <a:p>
            <a:r>
              <a:rPr lang="zh-CN" altLang="en-US" dirty="0">
                <a:solidFill>
                  <a:srgbClr val="FF0000"/>
                </a:solidFill>
              </a:rPr>
              <a:t>*</a:t>
            </a:r>
            <a:r>
              <a:rPr lang="en-US" altLang="zh-CN" dirty="0">
                <a:solidFill>
                  <a:srgbClr val="FF0000"/>
                </a:solidFill>
              </a:rPr>
              <a:t>Kittel</a:t>
            </a:r>
            <a:r>
              <a:rPr lang="zh-CN" altLang="en-US" dirty="0">
                <a:solidFill>
                  <a:srgbClr val="FF0000"/>
                </a:solidFill>
              </a:rPr>
              <a:t>和</a:t>
            </a:r>
            <a:r>
              <a:rPr lang="en-US" altLang="zh-CN" dirty="0">
                <a:solidFill>
                  <a:srgbClr val="FF0000"/>
                </a:solidFill>
              </a:rPr>
              <a:t>A.&amp;M.</a:t>
            </a:r>
            <a:r>
              <a:rPr lang="zh-CN" altLang="en-US" dirty="0">
                <a:solidFill>
                  <a:srgbClr val="FF0000"/>
                </a:solidFill>
              </a:rPr>
              <a:t>教材中使用正值，正好相反，注意区分</a:t>
            </a:r>
            <a:endParaRPr lang="en-US" dirty="0">
              <a:solidFill>
                <a:srgbClr val="FF0000"/>
              </a:solidFill>
            </a:endParaRPr>
          </a:p>
        </p:txBody>
      </p:sp>
    </p:spTree>
    <p:extLst>
      <p:ext uri="{BB962C8B-B14F-4D97-AF65-F5344CB8AC3E}">
        <p14:creationId xmlns:p14="http://schemas.microsoft.com/office/powerpoint/2010/main" val="2797012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B33D45-79D7-5843-8AFE-09D12FCDC517}"/>
              </a:ext>
            </a:extLst>
          </p:cNvPr>
          <p:cNvSpPr>
            <a:spLocks noGrp="1"/>
          </p:cNvSpPr>
          <p:nvPr>
            <p:ph type="title"/>
          </p:nvPr>
        </p:nvSpPr>
        <p:spPr/>
        <p:txBody>
          <a:bodyPr/>
          <a:lstStyle/>
          <a:p>
            <a:r>
              <a:rPr lang="zh-CN" altLang="en-US" dirty="0"/>
              <a:t>结合能</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CDF71-62C0-1AFE-C56F-025AD975DF91}"/>
                  </a:ext>
                </a:extLst>
              </p:cNvPr>
              <p:cNvSpPr>
                <a:spLocks noGrp="1"/>
              </p:cNvSpPr>
              <p:nvPr>
                <p:ph idx="1"/>
              </p:nvPr>
            </p:nvSpPr>
            <p:spPr>
              <a:xfrm>
                <a:off x="178904" y="2093433"/>
                <a:ext cx="11834191" cy="987395"/>
              </a:xfrm>
            </p:spPr>
            <p:txBody>
              <a:bodyPr>
                <a:normAutofit/>
              </a:bodyPr>
              <a:lstStyle/>
              <a:p>
                <a:pPr marL="0" indent="0">
                  <a:buNone/>
                </a:pPr>
                <a14:m>
                  <m:oMathPara xmlns:m="http://schemas.openxmlformats.org/officeDocument/2006/math">
                    <m:o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𝑈</m:t>
                          </m:r>
                        </m:e>
                        <m:sub>
                          <m:r>
                            <a:rPr lang="en-US" altLang="zh-CN" sz="2400" b="0" i="1" smtClean="0">
                              <a:latin typeface="Cambria Math" panose="02040503050406030204" pitchFamily="18" charset="0"/>
                            </a:rPr>
                            <m:t>𝑏</m:t>
                          </m:r>
                        </m:sub>
                      </m:sSub>
                      <m:d>
                        <m:dPr>
                          <m:ctrlPr>
                            <a:rPr lang="en-US" altLang="zh-CN" sz="2400" b="1" i="1">
                              <a:latin typeface="Cambria Math" panose="02040503050406030204" pitchFamily="18" charset="0"/>
                            </a:rPr>
                          </m:ctrlPr>
                        </m:dPr>
                        <m:e>
                          <m:d>
                            <m:dPr>
                              <m:begChr m:val="{"/>
                              <m:endChr m:val="}"/>
                              <m:ctrlPr>
                                <a:rPr lang="en-US" altLang="zh-CN" sz="2400" b="1" i="1">
                                  <a:latin typeface="Cambria Math" panose="02040503050406030204" pitchFamily="18" charset="0"/>
                                </a:rPr>
                              </m:ctrlPr>
                            </m:dPr>
                            <m:e>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𝑹</m:t>
                                  </m:r>
                                </m:e>
                                <m:sub>
                                  <m:r>
                                    <a:rPr lang="en-US" altLang="zh-CN" sz="2400" i="1">
                                      <a:latin typeface="Cambria Math" panose="02040503050406030204" pitchFamily="18" charset="0"/>
                                    </a:rPr>
                                    <m:t>𝑖</m:t>
                                  </m:r>
                                </m:sub>
                              </m:sSub>
                            </m:e>
                          </m:d>
                        </m:e>
                      </m:d>
                      <m:r>
                        <a:rPr lang="en-US" altLang="zh-CN" sz="2400" b="0" i="1" smtClean="0">
                          <a:latin typeface="Cambria Math" panose="02040503050406030204" pitchFamily="18" charset="0"/>
                        </a:rPr>
                        <m:t>=</m:t>
                      </m:r>
                      <m:f>
                        <m:fPr>
                          <m:ctrlPr>
                            <a:rPr lang="en-US" altLang="zh-CN" sz="2400" b="0" i="1" smtClean="0">
                              <a:solidFill>
                                <a:srgbClr val="FF0000"/>
                              </a:solidFill>
                              <a:latin typeface="Cambria Math" panose="02040503050406030204" pitchFamily="18" charset="0"/>
                            </a:rPr>
                          </m:ctrlPr>
                        </m:fPr>
                        <m:num>
                          <m:r>
                            <a:rPr lang="en-US" altLang="zh-CN" sz="2400" b="0" i="1" smtClean="0">
                              <a:solidFill>
                                <a:srgbClr val="FF0000"/>
                              </a:solidFill>
                              <a:latin typeface="Cambria Math" panose="02040503050406030204" pitchFamily="18" charset="0"/>
                            </a:rPr>
                            <m:t>1</m:t>
                          </m:r>
                        </m:num>
                        <m:den>
                          <m:r>
                            <a:rPr lang="en-US" altLang="zh-CN" sz="2400" b="0" i="1" smtClean="0">
                              <a:solidFill>
                                <a:srgbClr val="FF0000"/>
                              </a:solidFill>
                              <a:latin typeface="Cambria Math" panose="02040503050406030204" pitchFamily="18" charset="0"/>
                            </a:rPr>
                            <m:t>2</m:t>
                          </m:r>
                        </m:den>
                      </m:f>
                      <m:nary>
                        <m:naryPr>
                          <m:chr m:val="∑"/>
                          <m:supHide m:val="on"/>
                          <m:ctrlPr>
                            <a:rPr lang="en-US" altLang="zh-CN" sz="2400" b="0" i="1" smtClean="0">
                              <a:solidFill>
                                <a:srgbClr val="FF0000"/>
                              </a:solidFill>
                              <a:latin typeface="Cambria Math" panose="02040503050406030204" pitchFamily="18" charset="0"/>
                            </a:rPr>
                          </m:ctrlPr>
                        </m:naryPr>
                        <m:sub>
                          <m:r>
                            <m:rPr>
                              <m:brk m:alnAt="7"/>
                            </m:rPr>
                            <a:rPr lang="en-US" altLang="zh-CN" sz="2400" b="0" i="1" smtClean="0">
                              <a:solidFill>
                                <a:srgbClr val="FF0000"/>
                              </a:solidFill>
                              <a:latin typeface="Cambria Math" panose="02040503050406030204" pitchFamily="18" charset="0"/>
                            </a:rPr>
                            <m:t>𝑖</m:t>
                          </m:r>
                          <m:r>
                            <a:rPr lang="en-US" altLang="zh-CN" sz="2400" b="0" i="1" smtClean="0">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rPr>
                            <m:t>𝑗</m:t>
                          </m:r>
                        </m:sub>
                        <m:sup/>
                        <m:e>
                          <m:sSub>
                            <m:sSubPr>
                              <m:ctrlPr>
                                <a:rPr lang="en-US" altLang="zh-CN" sz="2400" b="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𝑈</m:t>
                              </m:r>
                            </m:e>
                            <m:sub>
                              <m:r>
                                <a:rPr lang="en-US" altLang="zh-CN" sz="2400" i="1">
                                  <a:solidFill>
                                    <a:srgbClr val="FF0000"/>
                                  </a:solidFill>
                                  <a:latin typeface="Cambria Math" panose="02040503050406030204" pitchFamily="18" charset="0"/>
                                </a:rPr>
                                <m:t>𝑝𝑎𝑖𝑟</m:t>
                              </m:r>
                            </m:sub>
                          </m:sSub>
                          <m:d>
                            <m:dPr>
                              <m:ctrlPr>
                                <a:rPr lang="en-US" altLang="zh-CN" sz="2400" b="1" i="1">
                                  <a:solidFill>
                                    <a:srgbClr val="FF0000"/>
                                  </a:solidFill>
                                  <a:latin typeface="Cambria Math" panose="02040503050406030204" pitchFamily="18" charset="0"/>
                                </a:rPr>
                              </m:ctrlPr>
                            </m:dPr>
                            <m:e>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𝑹</m:t>
                                  </m:r>
                                </m:e>
                                <m:sub>
                                  <m:r>
                                    <a:rPr lang="en-US" altLang="zh-CN" sz="2400" i="1">
                                      <a:solidFill>
                                        <a:srgbClr val="FF0000"/>
                                      </a:solidFill>
                                      <a:latin typeface="Cambria Math" panose="02040503050406030204" pitchFamily="18" charset="0"/>
                                    </a:rPr>
                                    <m:t>𝑖</m:t>
                                  </m:r>
                                </m:sub>
                              </m:sSub>
                              <m:r>
                                <a:rPr lang="en-US" altLang="zh-CN" sz="2400" b="0" i="1" smtClean="0">
                                  <a:solidFill>
                                    <a:srgbClr val="FF0000"/>
                                  </a:solidFill>
                                  <a:latin typeface="Cambria Math" panose="02040503050406030204" pitchFamily="18" charset="0"/>
                                </a:rPr>
                                <m:t>,</m:t>
                              </m:r>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𝑹</m:t>
                                  </m:r>
                                </m:e>
                                <m:sub>
                                  <m:r>
                                    <a:rPr lang="en-US" altLang="zh-CN" sz="2400" b="0" i="1" smtClean="0">
                                      <a:solidFill>
                                        <a:srgbClr val="FF0000"/>
                                      </a:solidFill>
                                      <a:latin typeface="Cambria Math" panose="02040503050406030204" pitchFamily="18" charset="0"/>
                                    </a:rPr>
                                    <m:t>𝑗</m:t>
                                  </m:r>
                                </m:sub>
                              </m:sSub>
                            </m:e>
                          </m:d>
                        </m:e>
                      </m:nary>
                      <m:r>
                        <a:rPr lang="en-US" altLang="zh-CN" sz="2400" b="0" i="1" smtClean="0">
                          <a:latin typeface="Cambria Math" panose="02040503050406030204" pitchFamily="18" charset="0"/>
                        </a:rPr>
                        <m:t>+</m:t>
                      </m:r>
                      <m:f>
                        <m:fPr>
                          <m:ctrlPr>
                            <a:rPr lang="en-US" altLang="zh-CN" sz="2400" i="1">
                              <a:solidFill>
                                <a:schemeClr val="accent6">
                                  <a:lumMod val="75000"/>
                                </a:schemeClr>
                              </a:solidFill>
                              <a:latin typeface="Cambria Math" panose="02040503050406030204" pitchFamily="18" charset="0"/>
                            </a:rPr>
                          </m:ctrlPr>
                        </m:fPr>
                        <m:num>
                          <m:r>
                            <a:rPr lang="en-US" altLang="zh-CN" sz="2400" i="1">
                              <a:solidFill>
                                <a:schemeClr val="accent6">
                                  <a:lumMod val="75000"/>
                                </a:schemeClr>
                              </a:solidFill>
                              <a:latin typeface="Cambria Math" panose="02040503050406030204" pitchFamily="18" charset="0"/>
                            </a:rPr>
                            <m:t>1</m:t>
                          </m:r>
                        </m:num>
                        <m:den>
                          <m:r>
                            <a:rPr lang="en-US" altLang="zh-CN" sz="2400" b="0" i="1" smtClean="0">
                              <a:solidFill>
                                <a:schemeClr val="accent6">
                                  <a:lumMod val="75000"/>
                                </a:schemeClr>
                              </a:solidFill>
                              <a:latin typeface="Cambria Math" panose="02040503050406030204" pitchFamily="18" charset="0"/>
                            </a:rPr>
                            <m:t>6</m:t>
                          </m:r>
                        </m:den>
                      </m:f>
                      <m:nary>
                        <m:naryPr>
                          <m:chr m:val="∑"/>
                          <m:supHide m:val="on"/>
                          <m:ctrlPr>
                            <a:rPr lang="en-US" altLang="zh-CN" sz="2400" i="1">
                              <a:solidFill>
                                <a:schemeClr val="accent6">
                                  <a:lumMod val="75000"/>
                                </a:schemeClr>
                              </a:solidFill>
                              <a:latin typeface="Cambria Math" panose="02040503050406030204" pitchFamily="18" charset="0"/>
                            </a:rPr>
                          </m:ctrlPr>
                        </m:naryPr>
                        <m:sub>
                          <m:r>
                            <m:rPr>
                              <m:brk m:alnAt="7"/>
                            </m:rPr>
                            <a:rPr lang="en-US" altLang="zh-CN" sz="2400" i="1">
                              <a:solidFill>
                                <a:schemeClr val="accent6">
                                  <a:lumMod val="75000"/>
                                </a:schemeClr>
                              </a:solidFill>
                              <a:latin typeface="Cambria Math" panose="02040503050406030204" pitchFamily="18" charset="0"/>
                            </a:rPr>
                            <m:t>𝑖</m:t>
                          </m:r>
                          <m:r>
                            <a:rPr lang="en-US" altLang="zh-CN" sz="2400" i="1">
                              <a:solidFill>
                                <a:schemeClr val="accent6">
                                  <a:lumMod val="75000"/>
                                </a:schemeClr>
                              </a:solidFill>
                              <a:latin typeface="Cambria Math" panose="02040503050406030204" pitchFamily="18" charset="0"/>
                              <a:ea typeface="Cambria Math" panose="02040503050406030204" pitchFamily="18" charset="0"/>
                            </a:rPr>
                            <m:t>≠</m:t>
                          </m:r>
                          <m:r>
                            <a:rPr lang="en-US" altLang="zh-CN" sz="2400" i="1">
                              <a:solidFill>
                                <a:schemeClr val="accent6">
                                  <a:lumMod val="75000"/>
                                </a:schemeClr>
                              </a:solidFill>
                              <a:latin typeface="Cambria Math" panose="02040503050406030204" pitchFamily="18" charset="0"/>
                            </a:rPr>
                            <m:t>𝑗</m:t>
                          </m:r>
                          <m:r>
                            <a:rPr lang="en-US" altLang="zh-CN" sz="2400" i="1" smtClean="0">
                              <a:solidFill>
                                <a:schemeClr val="accent6">
                                  <a:lumMod val="75000"/>
                                </a:schemeClr>
                              </a:solidFill>
                              <a:latin typeface="Cambria Math" panose="02040503050406030204" pitchFamily="18" charset="0"/>
                              <a:ea typeface="Cambria Math" panose="02040503050406030204" pitchFamily="18" charset="0"/>
                            </a:rPr>
                            <m:t>≠</m:t>
                          </m:r>
                          <m:r>
                            <a:rPr lang="en-US" altLang="zh-CN" sz="2400" b="0" i="1" smtClean="0">
                              <a:solidFill>
                                <a:schemeClr val="accent6">
                                  <a:lumMod val="75000"/>
                                </a:schemeClr>
                              </a:solidFill>
                              <a:latin typeface="Cambria Math" panose="02040503050406030204" pitchFamily="18" charset="0"/>
                              <a:ea typeface="Cambria Math" panose="02040503050406030204" pitchFamily="18" charset="0"/>
                            </a:rPr>
                            <m:t>𝑘</m:t>
                          </m:r>
                        </m:sub>
                        <m:sup/>
                        <m:e>
                          <m:sSub>
                            <m:sSubPr>
                              <m:ctrlPr>
                                <a:rPr lang="en-US" altLang="zh-CN" sz="2400" b="0" i="1" smtClean="0">
                                  <a:solidFill>
                                    <a:schemeClr val="accent6">
                                      <a:lumMod val="75000"/>
                                    </a:schemeClr>
                                  </a:solidFill>
                                  <a:latin typeface="Cambria Math" panose="02040503050406030204" pitchFamily="18" charset="0"/>
                                </a:rPr>
                              </m:ctrlPr>
                            </m:sSubPr>
                            <m:e>
                              <m:r>
                                <a:rPr lang="en-US" altLang="zh-CN" sz="2400" b="0" i="1" smtClean="0">
                                  <a:solidFill>
                                    <a:schemeClr val="accent6">
                                      <a:lumMod val="75000"/>
                                    </a:schemeClr>
                                  </a:solidFill>
                                  <a:latin typeface="Cambria Math" panose="02040503050406030204" pitchFamily="18" charset="0"/>
                                </a:rPr>
                                <m:t>𝑈</m:t>
                              </m:r>
                            </m:e>
                            <m:sub>
                              <m:r>
                                <a:rPr lang="en-US" altLang="zh-CN" sz="2400" b="0" i="1" smtClean="0">
                                  <a:solidFill>
                                    <a:schemeClr val="accent6">
                                      <a:lumMod val="75000"/>
                                    </a:schemeClr>
                                  </a:solidFill>
                                  <a:latin typeface="Cambria Math" panose="02040503050406030204" pitchFamily="18" charset="0"/>
                                </a:rPr>
                                <m:t>𝑡𝑟𝑖𝑝𝑙𝑒𝑡</m:t>
                              </m:r>
                            </m:sub>
                          </m:sSub>
                          <m:d>
                            <m:dPr>
                              <m:ctrlPr>
                                <a:rPr lang="en-US" altLang="zh-CN" sz="2400" b="1" i="1">
                                  <a:solidFill>
                                    <a:schemeClr val="accent6">
                                      <a:lumMod val="75000"/>
                                    </a:schemeClr>
                                  </a:solidFill>
                                  <a:latin typeface="Cambria Math" panose="02040503050406030204" pitchFamily="18" charset="0"/>
                                </a:rPr>
                              </m:ctrlPr>
                            </m:dPr>
                            <m:e>
                              <m:sSub>
                                <m:sSubPr>
                                  <m:ctrlPr>
                                    <a:rPr lang="en-US" altLang="zh-CN" sz="2400" b="1" i="1">
                                      <a:solidFill>
                                        <a:schemeClr val="accent6">
                                          <a:lumMod val="75000"/>
                                        </a:schemeClr>
                                      </a:solidFill>
                                      <a:latin typeface="Cambria Math" panose="02040503050406030204" pitchFamily="18" charset="0"/>
                                    </a:rPr>
                                  </m:ctrlPr>
                                </m:sSubPr>
                                <m:e>
                                  <m:r>
                                    <a:rPr lang="en-US" altLang="zh-CN" sz="2400" b="1" i="1">
                                      <a:solidFill>
                                        <a:schemeClr val="accent6">
                                          <a:lumMod val="75000"/>
                                        </a:schemeClr>
                                      </a:solidFill>
                                      <a:latin typeface="Cambria Math" panose="02040503050406030204" pitchFamily="18" charset="0"/>
                                    </a:rPr>
                                    <m:t>𝑹</m:t>
                                  </m:r>
                                </m:e>
                                <m:sub>
                                  <m:r>
                                    <a:rPr lang="en-US" altLang="zh-CN" sz="2400" i="1">
                                      <a:solidFill>
                                        <a:schemeClr val="accent6">
                                          <a:lumMod val="75000"/>
                                        </a:schemeClr>
                                      </a:solidFill>
                                      <a:latin typeface="Cambria Math" panose="02040503050406030204" pitchFamily="18" charset="0"/>
                                    </a:rPr>
                                    <m:t>𝑖</m:t>
                                  </m:r>
                                </m:sub>
                              </m:sSub>
                              <m:r>
                                <a:rPr lang="en-US" altLang="zh-CN" sz="2400" i="1">
                                  <a:solidFill>
                                    <a:schemeClr val="accent6">
                                      <a:lumMod val="75000"/>
                                    </a:schemeClr>
                                  </a:solidFill>
                                  <a:latin typeface="Cambria Math" panose="02040503050406030204" pitchFamily="18" charset="0"/>
                                </a:rPr>
                                <m:t>,</m:t>
                              </m:r>
                              <m:sSub>
                                <m:sSubPr>
                                  <m:ctrlPr>
                                    <a:rPr lang="en-US" altLang="zh-CN" sz="2400" b="1" i="1">
                                      <a:solidFill>
                                        <a:schemeClr val="accent6">
                                          <a:lumMod val="75000"/>
                                        </a:schemeClr>
                                      </a:solidFill>
                                      <a:latin typeface="Cambria Math" panose="02040503050406030204" pitchFamily="18" charset="0"/>
                                    </a:rPr>
                                  </m:ctrlPr>
                                </m:sSubPr>
                                <m:e>
                                  <m:r>
                                    <a:rPr lang="en-US" altLang="zh-CN" sz="2400" b="1" i="1">
                                      <a:solidFill>
                                        <a:schemeClr val="accent6">
                                          <a:lumMod val="75000"/>
                                        </a:schemeClr>
                                      </a:solidFill>
                                      <a:latin typeface="Cambria Math" panose="02040503050406030204" pitchFamily="18" charset="0"/>
                                    </a:rPr>
                                    <m:t>𝑹</m:t>
                                  </m:r>
                                </m:e>
                                <m:sub>
                                  <m:r>
                                    <a:rPr lang="en-US" altLang="zh-CN" sz="2400" i="1">
                                      <a:solidFill>
                                        <a:schemeClr val="accent6">
                                          <a:lumMod val="75000"/>
                                        </a:schemeClr>
                                      </a:solidFill>
                                      <a:latin typeface="Cambria Math" panose="02040503050406030204" pitchFamily="18" charset="0"/>
                                    </a:rPr>
                                    <m:t>𝑗</m:t>
                                  </m:r>
                                </m:sub>
                              </m:sSub>
                              <m:r>
                                <a:rPr lang="en-US" altLang="zh-CN" sz="2400" b="0" i="1" smtClean="0">
                                  <a:solidFill>
                                    <a:schemeClr val="accent6">
                                      <a:lumMod val="75000"/>
                                    </a:schemeClr>
                                  </a:solidFill>
                                  <a:latin typeface="Cambria Math" panose="02040503050406030204" pitchFamily="18" charset="0"/>
                                </a:rPr>
                                <m:t>,</m:t>
                              </m:r>
                              <m:sSub>
                                <m:sSubPr>
                                  <m:ctrlPr>
                                    <a:rPr lang="en-US" altLang="zh-CN" sz="2400" b="1" i="1">
                                      <a:solidFill>
                                        <a:schemeClr val="accent6">
                                          <a:lumMod val="75000"/>
                                        </a:schemeClr>
                                      </a:solidFill>
                                      <a:latin typeface="Cambria Math" panose="02040503050406030204" pitchFamily="18" charset="0"/>
                                    </a:rPr>
                                  </m:ctrlPr>
                                </m:sSubPr>
                                <m:e>
                                  <m:r>
                                    <a:rPr lang="en-US" altLang="zh-CN" sz="2400" b="1" i="1">
                                      <a:solidFill>
                                        <a:schemeClr val="accent6">
                                          <a:lumMod val="75000"/>
                                        </a:schemeClr>
                                      </a:solidFill>
                                      <a:latin typeface="Cambria Math" panose="02040503050406030204" pitchFamily="18" charset="0"/>
                                    </a:rPr>
                                    <m:t>𝑹</m:t>
                                  </m:r>
                                </m:e>
                                <m:sub>
                                  <m:r>
                                    <a:rPr lang="en-US" altLang="zh-CN" sz="2400" b="0" i="1" smtClean="0">
                                      <a:solidFill>
                                        <a:schemeClr val="accent6">
                                          <a:lumMod val="75000"/>
                                        </a:schemeClr>
                                      </a:solidFill>
                                      <a:latin typeface="Cambria Math" panose="02040503050406030204" pitchFamily="18" charset="0"/>
                                    </a:rPr>
                                    <m:t>𝑘</m:t>
                                  </m:r>
                                </m:sub>
                              </m:sSub>
                            </m:e>
                          </m:d>
                        </m:e>
                      </m:nary>
                      <m:r>
                        <a:rPr lang="en-US" altLang="zh-CN" sz="2400" b="0" i="1" smtClean="0">
                          <a:solidFill>
                            <a:schemeClr val="accent6">
                              <a:lumMod val="75000"/>
                            </a:schemeClr>
                          </a:solidFill>
                          <a:latin typeface="Cambria Math" panose="02040503050406030204" pitchFamily="18" charset="0"/>
                        </a:rPr>
                        <m:t>+…</m:t>
                      </m:r>
                    </m:oMath>
                  </m:oMathPara>
                </a14:m>
                <a:endParaRPr lang="en-US" sz="2400" dirty="0"/>
              </a:p>
            </p:txBody>
          </p:sp>
        </mc:Choice>
        <mc:Fallback xmlns="">
          <p:sp>
            <p:nvSpPr>
              <p:cNvPr id="3" name="内容占位符 2">
                <a:extLst>
                  <a:ext uri="{FF2B5EF4-FFF2-40B4-BE49-F238E27FC236}">
                    <a16:creationId xmlns:a16="http://schemas.microsoft.com/office/drawing/2014/main" id="{B5FCDF71-62C0-1AFE-C56F-025AD975DF91}"/>
                  </a:ext>
                </a:extLst>
              </p:cNvPr>
              <p:cNvSpPr>
                <a:spLocks noGrp="1" noRot="1" noChangeAspect="1" noMove="1" noResize="1" noEditPoints="1" noAdjustHandles="1" noChangeArrowheads="1" noChangeShapeType="1" noTextEdit="1"/>
              </p:cNvSpPr>
              <p:nvPr>
                <p:ph idx="1"/>
              </p:nvPr>
            </p:nvSpPr>
            <p:spPr>
              <a:xfrm>
                <a:off x="178904" y="2093433"/>
                <a:ext cx="11834191" cy="987395"/>
              </a:xfrm>
              <a:blipFill>
                <a:blip r:embed="rId3"/>
                <a:stretch>
                  <a:fillRect/>
                </a:stretch>
              </a:blipFill>
            </p:spPr>
            <p:txBody>
              <a:bodyPr/>
              <a:lstStyle/>
              <a:p>
                <a:r>
                  <a:rPr lang="en-US">
                    <a:noFill/>
                  </a:rPr>
                  <a:t> </a:t>
                </a:r>
              </a:p>
            </p:txBody>
          </p:sp>
        </mc:Fallback>
      </mc:AlternateContent>
      <p:sp>
        <p:nvSpPr>
          <p:cNvPr id="11" name="文本框 10">
            <a:extLst>
              <a:ext uri="{FF2B5EF4-FFF2-40B4-BE49-F238E27FC236}">
                <a16:creationId xmlns:a16="http://schemas.microsoft.com/office/drawing/2014/main" id="{BDB15DAB-C788-134F-72C2-DDCE6A27EBAD}"/>
              </a:ext>
            </a:extLst>
          </p:cNvPr>
          <p:cNvSpPr txBox="1"/>
          <p:nvPr/>
        </p:nvSpPr>
        <p:spPr>
          <a:xfrm>
            <a:off x="3975058" y="3080828"/>
            <a:ext cx="1723549" cy="400110"/>
          </a:xfrm>
          <a:prstGeom prst="rect">
            <a:avLst/>
          </a:prstGeom>
          <a:noFill/>
        </p:spPr>
        <p:txBody>
          <a:bodyPr wrap="none" rtlCol="0">
            <a:spAutoFit/>
          </a:bodyPr>
          <a:lstStyle/>
          <a:p>
            <a:r>
              <a:rPr lang="zh-CN" altLang="en-US" sz="2000" dirty="0">
                <a:solidFill>
                  <a:srgbClr val="FF0000"/>
                </a:solidFill>
              </a:rPr>
              <a:t>两体相互作用</a:t>
            </a:r>
            <a:endParaRPr lang="en-US" sz="2000" dirty="0">
              <a:solidFill>
                <a:srgbClr val="FF0000"/>
              </a:solidFill>
            </a:endParaRPr>
          </a:p>
        </p:txBody>
      </p:sp>
      <p:sp>
        <p:nvSpPr>
          <p:cNvPr id="12" name="文本框 11">
            <a:extLst>
              <a:ext uri="{FF2B5EF4-FFF2-40B4-BE49-F238E27FC236}">
                <a16:creationId xmlns:a16="http://schemas.microsoft.com/office/drawing/2014/main" id="{EDB401E3-0B2A-43A6-5455-60817451D369}"/>
              </a:ext>
            </a:extLst>
          </p:cNvPr>
          <p:cNvSpPr txBox="1"/>
          <p:nvPr/>
        </p:nvSpPr>
        <p:spPr>
          <a:xfrm>
            <a:off x="7306169" y="3079211"/>
            <a:ext cx="1723549" cy="400110"/>
          </a:xfrm>
          <a:prstGeom prst="rect">
            <a:avLst/>
          </a:prstGeom>
          <a:noFill/>
        </p:spPr>
        <p:txBody>
          <a:bodyPr wrap="none" rtlCol="0">
            <a:spAutoFit/>
          </a:bodyPr>
          <a:lstStyle/>
          <a:p>
            <a:pPr algn="ctr"/>
            <a:r>
              <a:rPr lang="zh-CN" altLang="en-US" sz="2000" dirty="0">
                <a:solidFill>
                  <a:srgbClr val="00B050"/>
                </a:solidFill>
              </a:rPr>
              <a:t>多体相互作用</a:t>
            </a:r>
            <a:endParaRPr lang="en-US" altLang="zh-CN" sz="2000" dirty="0">
              <a:solidFill>
                <a:srgbClr val="00B050"/>
              </a:solidFill>
            </a:endParaRPr>
          </a:p>
        </p:txBody>
      </p:sp>
      <p:sp>
        <p:nvSpPr>
          <p:cNvPr id="6" name="文本框 5">
            <a:extLst>
              <a:ext uri="{FF2B5EF4-FFF2-40B4-BE49-F238E27FC236}">
                <a16:creationId xmlns:a16="http://schemas.microsoft.com/office/drawing/2014/main" id="{B8ED4A8E-E1FB-1A8C-E57F-F1A472E9D148}"/>
              </a:ext>
            </a:extLst>
          </p:cNvPr>
          <p:cNvSpPr txBox="1"/>
          <p:nvPr/>
        </p:nvSpPr>
        <p:spPr>
          <a:xfrm>
            <a:off x="860032" y="1545613"/>
            <a:ext cx="7307912" cy="400110"/>
          </a:xfrm>
          <a:prstGeom prst="rect">
            <a:avLst/>
          </a:prstGeom>
          <a:noFill/>
        </p:spPr>
        <p:txBody>
          <a:bodyPr wrap="square" rtlCol="0">
            <a:spAutoFit/>
          </a:bodyPr>
          <a:lstStyle/>
          <a:p>
            <a:r>
              <a:rPr lang="zh-CN" altLang="en-US" sz="2000" dirty="0"/>
              <a:t>以下考虑内能</a:t>
            </a:r>
            <a:r>
              <a:rPr lang="en-US" altLang="zh-CN" sz="2000" dirty="0"/>
              <a:t>U</a:t>
            </a:r>
            <a:r>
              <a:rPr lang="zh-CN" altLang="en-US" sz="2000" dirty="0"/>
              <a:t>，结合能可以写成原子坐标的函数</a:t>
            </a:r>
          </a:p>
        </p:txBody>
      </p:sp>
      <p:graphicFrame>
        <p:nvGraphicFramePr>
          <p:cNvPr id="7" name="表格 6">
            <a:extLst>
              <a:ext uri="{FF2B5EF4-FFF2-40B4-BE49-F238E27FC236}">
                <a16:creationId xmlns:a16="http://schemas.microsoft.com/office/drawing/2014/main" id="{AAF4D1BD-8B59-3591-D1F6-D6888FF9134A}"/>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5" name="文本框 4">
            <a:extLst>
              <a:ext uri="{FF2B5EF4-FFF2-40B4-BE49-F238E27FC236}">
                <a16:creationId xmlns:a16="http://schemas.microsoft.com/office/drawing/2014/main" id="{BC27E5EA-C3D9-BAC1-0094-A4F0FB4BE999}"/>
              </a:ext>
            </a:extLst>
          </p:cNvPr>
          <p:cNvSpPr txBox="1"/>
          <p:nvPr/>
        </p:nvSpPr>
        <p:spPr>
          <a:xfrm>
            <a:off x="860032" y="3666496"/>
            <a:ext cx="7307912" cy="400110"/>
          </a:xfrm>
          <a:prstGeom prst="rect">
            <a:avLst/>
          </a:prstGeom>
          <a:noFill/>
        </p:spPr>
        <p:txBody>
          <a:bodyPr wrap="square" rtlCol="0">
            <a:spAutoFit/>
          </a:bodyPr>
          <a:lstStyle/>
          <a:p>
            <a:r>
              <a:rPr lang="zh-CN" altLang="en-US" sz="2000" dirty="0"/>
              <a:t>只保留两体相互作用项</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B0B1363-A8AE-577D-5F76-46CEC73B3C6F}"/>
                  </a:ext>
                </a:extLst>
              </p:cNvPr>
              <p:cNvSpPr txBox="1"/>
              <p:nvPr/>
            </p:nvSpPr>
            <p:spPr>
              <a:xfrm>
                <a:off x="838200" y="4066606"/>
                <a:ext cx="6098102" cy="1030347"/>
              </a:xfrm>
              <a:prstGeom prst="rect">
                <a:avLst/>
              </a:prstGeom>
              <a:noFill/>
            </p:spPr>
            <p:txBody>
              <a:bodyPr wrap="square">
                <a:spAutoFit/>
              </a:bodyPr>
              <a:lstStyle/>
              <a:p>
                <a:pPr/>
                <a14:m>
                  <m:oMathPara xmlns:m="http://schemas.openxmlformats.org/officeDocument/2006/math">
                    <m:o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𝑈</m:t>
                          </m:r>
                        </m:e>
                        <m:sub>
                          <m:r>
                            <a:rPr lang="en-US" altLang="zh-CN" sz="2400" b="0" i="1" smtClean="0">
                              <a:solidFill>
                                <a:schemeClr val="tx1"/>
                              </a:solidFill>
                              <a:latin typeface="Cambria Math" panose="02040503050406030204" pitchFamily="18" charset="0"/>
                            </a:rPr>
                            <m:t>𝑏</m:t>
                          </m:r>
                        </m:sub>
                      </m:sSub>
                      <m:r>
                        <a:rPr lang="en-US" altLang="zh-CN" sz="2400" b="0" i="1" smtClean="0">
                          <a:solidFill>
                            <a:schemeClr val="tx1"/>
                          </a:solidFill>
                          <a:latin typeface="Cambria Math" panose="02040503050406030204" pitchFamily="18" charset="0"/>
                          <a:ea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2</m:t>
                          </m:r>
                        </m:den>
                      </m:f>
                      <m:nary>
                        <m:naryPr>
                          <m:chr m:val="∑"/>
                          <m:supHide m:val="on"/>
                          <m:ctrlPr>
                            <a:rPr lang="en-US" altLang="zh-CN" sz="2400" b="0" i="1" smtClean="0">
                              <a:solidFill>
                                <a:schemeClr val="tx1"/>
                              </a:solidFill>
                              <a:latin typeface="Cambria Math" panose="02040503050406030204" pitchFamily="18" charset="0"/>
                            </a:rPr>
                          </m:ctrlPr>
                        </m:naryPr>
                        <m:sub>
                          <m:r>
                            <m:rPr>
                              <m:brk m:alnAt="7"/>
                            </m:rPr>
                            <a:rPr lang="en-US" altLang="zh-CN" sz="2400" b="0" i="1" smtClean="0">
                              <a:solidFill>
                                <a:schemeClr val="tx1"/>
                              </a:solidFill>
                              <a:latin typeface="Cambria Math" panose="02040503050406030204" pitchFamily="18" charset="0"/>
                            </a:rPr>
                            <m:t>𝑖</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rPr>
                            <m:t>𝑗</m:t>
                          </m:r>
                        </m:sub>
                        <m:sup/>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𝑈</m:t>
                              </m:r>
                            </m:e>
                            <m:sub>
                              <m:r>
                                <a:rPr lang="en-US" altLang="zh-CN" sz="2400" i="1">
                                  <a:solidFill>
                                    <a:schemeClr val="tx1"/>
                                  </a:solidFill>
                                  <a:latin typeface="Cambria Math" panose="02040503050406030204" pitchFamily="18" charset="0"/>
                                </a:rPr>
                                <m:t>𝑝𝑎𝑖𝑟</m:t>
                              </m:r>
                            </m:sub>
                          </m:sSub>
                          <m:d>
                            <m:dPr>
                              <m:ctrlPr>
                                <a:rPr lang="en-US" altLang="zh-CN" sz="2400" b="1" i="1">
                                  <a:solidFill>
                                    <a:schemeClr val="tx1"/>
                                  </a:solidFill>
                                  <a:latin typeface="Cambria Math" panose="02040503050406030204" pitchFamily="18" charset="0"/>
                                </a:rPr>
                              </m:ctrlPr>
                            </m:dPr>
                            <m:e>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𝑖</m:t>
                                  </m:r>
                                </m:sub>
                              </m:sSub>
                              <m:r>
                                <a:rPr lang="en-US" altLang="zh-CN" sz="2400" b="0" i="1" smtClean="0">
                                  <a:solidFill>
                                    <a:schemeClr val="tx1"/>
                                  </a:solidFill>
                                  <a:latin typeface="Cambria Math" panose="02040503050406030204" pitchFamily="18" charset="0"/>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𝑹</m:t>
                                  </m:r>
                                </m:e>
                                <m:sub>
                                  <m:r>
                                    <a:rPr lang="en-US" altLang="zh-CN" sz="2400" b="0" i="1" smtClean="0">
                                      <a:solidFill>
                                        <a:schemeClr val="tx1"/>
                                      </a:solidFill>
                                      <a:latin typeface="Cambria Math" panose="02040503050406030204" pitchFamily="18" charset="0"/>
                                    </a:rPr>
                                    <m:t>𝑗</m:t>
                                  </m:r>
                                </m:sub>
                              </m:sSub>
                            </m:e>
                          </m:d>
                        </m:e>
                      </m:nary>
                    </m:oMath>
                  </m:oMathPara>
                </a14:m>
                <a:endParaRPr lang="en-US" dirty="0">
                  <a:solidFill>
                    <a:schemeClr val="tx1"/>
                  </a:solidFill>
                </a:endParaRPr>
              </a:p>
            </p:txBody>
          </p:sp>
        </mc:Choice>
        <mc:Fallback xmlns="">
          <p:sp>
            <p:nvSpPr>
              <p:cNvPr id="9" name="文本框 8">
                <a:extLst>
                  <a:ext uri="{FF2B5EF4-FFF2-40B4-BE49-F238E27FC236}">
                    <a16:creationId xmlns:a16="http://schemas.microsoft.com/office/drawing/2014/main" id="{6B0B1363-A8AE-577D-5F76-46CEC73B3C6F}"/>
                  </a:ext>
                </a:extLst>
              </p:cNvPr>
              <p:cNvSpPr txBox="1">
                <a:spLocks noRot="1" noChangeAspect="1" noMove="1" noResize="1" noEditPoints="1" noAdjustHandles="1" noChangeArrowheads="1" noChangeShapeType="1" noTextEdit="1"/>
              </p:cNvSpPr>
              <p:nvPr/>
            </p:nvSpPr>
            <p:spPr>
              <a:xfrm>
                <a:off x="838200" y="4066606"/>
                <a:ext cx="6098102" cy="1030347"/>
              </a:xfrm>
              <a:prstGeom prst="rect">
                <a:avLst/>
              </a:prstGeom>
              <a:blipFill>
                <a:blip r:embed="rId4"/>
                <a:stretch>
                  <a:fillRect/>
                </a:stretch>
              </a:blipFill>
            </p:spPr>
            <p:txBody>
              <a:bodyPr/>
              <a:lstStyle/>
              <a:p>
                <a:r>
                  <a:rPr lang="en-US">
                    <a:noFill/>
                  </a:rPr>
                  <a:t> </a:t>
                </a:r>
              </a:p>
            </p:txBody>
          </p:sp>
        </mc:Fallback>
      </mc:AlternateContent>
      <p:sp>
        <p:nvSpPr>
          <p:cNvPr id="13" name="文本框 12">
            <a:extLst>
              <a:ext uri="{FF2B5EF4-FFF2-40B4-BE49-F238E27FC236}">
                <a16:creationId xmlns:a16="http://schemas.microsoft.com/office/drawing/2014/main" id="{0B24A2AC-541B-77C7-1E84-CF78B4F8E9B9}"/>
              </a:ext>
            </a:extLst>
          </p:cNvPr>
          <p:cNvSpPr txBox="1"/>
          <p:nvPr/>
        </p:nvSpPr>
        <p:spPr>
          <a:xfrm>
            <a:off x="838199" y="5096953"/>
            <a:ext cx="9358937" cy="400110"/>
          </a:xfrm>
          <a:prstGeom prst="rect">
            <a:avLst/>
          </a:prstGeom>
          <a:noFill/>
        </p:spPr>
        <p:txBody>
          <a:bodyPr wrap="square" rtlCol="0">
            <a:spAutoFit/>
          </a:bodyPr>
          <a:lstStyle/>
          <a:p>
            <a:r>
              <a:rPr lang="zh-CN" altLang="en-US" sz="2000" dirty="0"/>
              <a:t>更进一步，假设两体相互作用</a:t>
            </a:r>
            <a:r>
              <a:rPr lang="zh-CN" altLang="en-US" sz="2000" dirty="0">
                <a:solidFill>
                  <a:srgbClr val="FF0000"/>
                </a:solidFill>
              </a:rPr>
              <a:t>只依赖于原子间距，与相对取向无关</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47A5600-9C5A-D3AD-9DEA-9282B2A18ADD}"/>
                  </a:ext>
                </a:extLst>
              </p:cNvPr>
              <p:cNvSpPr txBox="1"/>
              <p:nvPr/>
            </p:nvSpPr>
            <p:spPr>
              <a:xfrm>
                <a:off x="790664" y="5567557"/>
                <a:ext cx="9002876" cy="1030347"/>
              </a:xfrm>
              <a:prstGeom prst="rect">
                <a:avLst/>
              </a:prstGeom>
              <a:noFill/>
            </p:spPr>
            <p:txBody>
              <a:bodyPr wrap="square">
                <a:spAutoFit/>
              </a:bodyPr>
              <a:lstStyle/>
              <a:p>
                <a:pPr/>
                <a14:m>
                  <m:oMathPara xmlns:m="http://schemas.openxmlformats.org/officeDocument/2006/math">
                    <m:o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𝑈</m:t>
                          </m:r>
                        </m:e>
                        <m:sub>
                          <m:r>
                            <a:rPr lang="en-US" altLang="zh-CN" sz="2400" b="0" i="1" smtClean="0">
                              <a:solidFill>
                                <a:schemeClr val="tx1"/>
                              </a:solidFill>
                              <a:latin typeface="Cambria Math" panose="02040503050406030204" pitchFamily="18" charset="0"/>
                            </a:rPr>
                            <m:t>𝑏</m:t>
                          </m:r>
                        </m:sub>
                      </m:sSub>
                      <m:r>
                        <a:rPr lang="en-US" altLang="zh-CN" sz="2400" b="0" i="1" smtClean="0">
                          <a:solidFill>
                            <a:schemeClr val="tx1"/>
                          </a:solidFill>
                          <a:latin typeface="Cambria Math" panose="02040503050406030204" pitchFamily="18" charset="0"/>
                          <a:ea typeface="Cambria Math" panose="02040503050406030204" pitchFamily="18" charset="0"/>
                        </a:rPr>
                        <m:t>≈</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2</m:t>
                          </m:r>
                        </m:den>
                      </m:f>
                      <m:nary>
                        <m:naryPr>
                          <m:chr m:val="∑"/>
                          <m:supHide m:val="on"/>
                          <m:ctrlPr>
                            <a:rPr lang="en-US" altLang="zh-CN" sz="2400" b="0" i="1" smtClean="0">
                              <a:solidFill>
                                <a:schemeClr val="tx1"/>
                              </a:solidFill>
                              <a:latin typeface="Cambria Math" panose="02040503050406030204" pitchFamily="18" charset="0"/>
                            </a:rPr>
                          </m:ctrlPr>
                        </m:naryPr>
                        <m:sub>
                          <m:r>
                            <m:rPr>
                              <m:brk m:alnAt="7"/>
                            </m:rPr>
                            <a:rPr lang="en-US" altLang="zh-CN" sz="2400" b="0" i="1" smtClean="0">
                              <a:solidFill>
                                <a:schemeClr val="tx1"/>
                              </a:solidFill>
                              <a:latin typeface="Cambria Math" panose="02040503050406030204" pitchFamily="18" charset="0"/>
                            </a:rPr>
                            <m:t>𝑖</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rPr>
                            <m:t>𝑗</m:t>
                          </m:r>
                        </m:sub>
                        <m:sup/>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𝑈</m:t>
                              </m:r>
                            </m:e>
                            <m:sub>
                              <m:r>
                                <a:rPr lang="en-US" altLang="zh-CN" sz="2400" i="1">
                                  <a:solidFill>
                                    <a:schemeClr val="tx1"/>
                                  </a:solidFill>
                                  <a:latin typeface="Cambria Math" panose="02040503050406030204" pitchFamily="18" charset="0"/>
                                </a:rPr>
                                <m:t>𝑝𝑎𝑖𝑟</m:t>
                              </m:r>
                            </m:sub>
                          </m:sSub>
                          <m:d>
                            <m:dPr>
                              <m:ctrlPr>
                                <a:rPr lang="en-US" altLang="zh-CN" sz="2400" b="1" i="1">
                                  <a:latin typeface="Cambria Math" panose="02040503050406030204" pitchFamily="18" charset="0"/>
                                </a:rPr>
                              </m:ctrlPr>
                            </m:dPr>
                            <m:e>
                              <m:d>
                                <m:dPr>
                                  <m:begChr m:val="|"/>
                                  <m:endChr m:val="|"/>
                                  <m:ctrlPr>
                                    <a:rPr lang="en-US" altLang="zh-CN" sz="2400" b="1" i="1">
                                      <a:latin typeface="Cambria Math" panose="02040503050406030204" pitchFamily="18" charset="0"/>
                                    </a:rPr>
                                  </m:ctrlPr>
                                </m:dPr>
                                <m:e>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𝑹</m:t>
                                      </m:r>
                                    </m:e>
                                    <m:sub>
                                      <m:r>
                                        <a:rPr lang="en-US" altLang="zh-CN" sz="2400" i="1">
                                          <a:latin typeface="Cambria Math" panose="02040503050406030204" pitchFamily="18" charset="0"/>
                                        </a:rPr>
                                        <m:t>𝑖</m:t>
                                      </m:r>
                                    </m:sub>
                                  </m:sSub>
                                  <m:r>
                                    <a:rPr lang="en-US" altLang="zh-CN" sz="2400" b="1" i="1">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𝑹</m:t>
                                      </m:r>
                                    </m:e>
                                    <m:sub>
                                      <m:r>
                                        <a:rPr lang="en-US" altLang="zh-CN" sz="2400" i="1">
                                          <a:latin typeface="Cambria Math" panose="02040503050406030204" pitchFamily="18" charset="0"/>
                                        </a:rPr>
                                        <m:t>𝑗</m:t>
                                      </m:r>
                                    </m:sub>
                                  </m:sSub>
                                </m:e>
                              </m:d>
                            </m:e>
                          </m:d>
                        </m:e>
                      </m:nary>
                      <m:r>
                        <a:rPr lang="en-US" altLang="zh-CN" sz="2400" b="0" i="1" smtClean="0">
                          <a:solidFill>
                            <a:schemeClr val="tx1"/>
                          </a:solidFill>
                          <a:latin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1</m:t>
                          </m:r>
                        </m:num>
                        <m:den>
                          <m:r>
                            <a:rPr lang="en-US" altLang="zh-CN" sz="2400" i="1">
                              <a:solidFill>
                                <a:srgbClr val="FF0000"/>
                              </a:solidFill>
                              <a:latin typeface="Cambria Math" panose="02040503050406030204" pitchFamily="18" charset="0"/>
                            </a:rPr>
                            <m:t>2</m:t>
                          </m:r>
                        </m:den>
                      </m:f>
                      <m:nary>
                        <m:naryPr>
                          <m:chr m:val="∑"/>
                          <m:supHide m:val="on"/>
                          <m:ctrlPr>
                            <a:rPr lang="en-US" altLang="zh-CN" sz="2400" i="1">
                              <a:solidFill>
                                <a:srgbClr val="FF0000"/>
                              </a:solidFill>
                              <a:latin typeface="Cambria Math" panose="02040503050406030204" pitchFamily="18" charset="0"/>
                            </a:rPr>
                          </m:ctrlPr>
                        </m:naryPr>
                        <m:sub>
                          <m:r>
                            <m:rPr>
                              <m:brk m:alnAt="7"/>
                            </m:rPr>
                            <a:rPr lang="en-US" altLang="zh-CN" sz="2400" i="1">
                              <a:solidFill>
                                <a:srgbClr val="FF0000"/>
                              </a:solidFill>
                              <a:latin typeface="Cambria Math" panose="02040503050406030204" pitchFamily="18" charset="0"/>
                            </a:rPr>
                            <m:t>𝑖</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rPr>
                            <m:t>𝑗</m:t>
                          </m:r>
                        </m:sub>
                        <m:sup/>
                        <m:e>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𝑈</m:t>
                              </m:r>
                            </m:e>
                            <m:sub>
                              <m:r>
                                <a:rPr lang="en-US" altLang="zh-CN" sz="2400" i="1">
                                  <a:solidFill>
                                    <a:srgbClr val="FF0000"/>
                                  </a:solidFill>
                                  <a:latin typeface="Cambria Math" panose="02040503050406030204" pitchFamily="18" charset="0"/>
                                </a:rPr>
                                <m:t>𝑝𝑎𝑖𝑟</m:t>
                              </m:r>
                            </m:sub>
                          </m:sSub>
                          <m:d>
                            <m:dPr>
                              <m:ctrlPr>
                                <a:rPr lang="en-US" altLang="zh-CN" sz="2400" b="0" i="1" smtClean="0">
                                  <a:solidFill>
                                    <a:srgbClr val="FF0000"/>
                                  </a:solidFill>
                                  <a:latin typeface="Cambria Math" panose="02040503050406030204" pitchFamily="18" charset="0"/>
                                </a:rPr>
                              </m:ctrlPr>
                            </m:dPr>
                            <m:e>
                              <m:sSub>
                                <m:sSubPr>
                                  <m:ctrlPr>
                                    <a:rPr lang="en-US" altLang="zh-CN" sz="2400" b="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𝑟</m:t>
                                  </m:r>
                                </m:e>
                                <m:sub>
                                  <m:r>
                                    <a:rPr lang="en-US" altLang="zh-CN" sz="2400" b="0" i="1">
                                      <a:solidFill>
                                        <a:srgbClr val="FF0000"/>
                                      </a:solidFill>
                                      <a:latin typeface="Cambria Math" panose="02040503050406030204" pitchFamily="18" charset="0"/>
                                    </a:rPr>
                                    <m:t>𝑖</m:t>
                                  </m:r>
                                  <m:r>
                                    <a:rPr lang="en-US" altLang="zh-CN" sz="2400" b="0" i="1" smtClean="0">
                                      <a:solidFill>
                                        <a:srgbClr val="FF0000"/>
                                      </a:solidFill>
                                      <a:latin typeface="Cambria Math" panose="02040503050406030204" pitchFamily="18" charset="0"/>
                                    </a:rPr>
                                    <m:t>𝑗</m:t>
                                  </m:r>
                                </m:sub>
                              </m:sSub>
                            </m:e>
                          </m:d>
                        </m:e>
                      </m:nary>
                    </m:oMath>
                  </m:oMathPara>
                </a14:m>
                <a:endParaRPr lang="en-US" sz="2400" dirty="0">
                  <a:solidFill>
                    <a:schemeClr val="tx1"/>
                  </a:solidFill>
                </a:endParaRPr>
              </a:p>
            </p:txBody>
          </p:sp>
        </mc:Choice>
        <mc:Fallback xmlns="">
          <p:sp>
            <p:nvSpPr>
              <p:cNvPr id="15" name="文本框 14">
                <a:extLst>
                  <a:ext uri="{FF2B5EF4-FFF2-40B4-BE49-F238E27FC236}">
                    <a16:creationId xmlns:a16="http://schemas.microsoft.com/office/drawing/2014/main" id="{E47A5600-9C5A-D3AD-9DEA-9282B2A18ADD}"/>
                  </a:ext>
                </a:extLst>
              </p:cNvPr>
              <p:cNvSpPr txBox="1">
                <a:spLocks noRot="1" noChangeAspect="1" noMove="1" noResize="1" noEditPoints="1" noAdjustHandles="1" noChangeArrowheads="1" noChangeShapeType="1" noTextEdit="1"/>
              </p:cNvSpPr>
              <p:nvPr/>
            </p:nvSpPr>
            <p:spPr>
              <a:xfrm>
                <a:off x="790664" y="5567557"/>
                <a:ext cx="9002876" cy="1030347"/>
              </a:xfrm>
              <a:prstGeom prst="rect">
                <a:avLst/>
              </a:prstGeom>
              <a:blipFill>
                <a:blip r:embed="rId5"/>
                <a:stretch>
                  <a:fillRect/>
                </a:stretch>
              </a:blipFill>
            </p:spPr>
            <p:txBody>
              <a:bodyPr/>
              <a:lstStyle/>
              <a:p>
                <a:r>
                  <a:rPr lang="en-US">
                    <a:noFill/>
                  </a:rPr>
                  <a:t> </a:t>
                </a:r>
              </a:p>
            </p:txBody>
          </p:sp>
        </mc:Fallback>
      </mc:AlternateContent>
      <p:sp>
        <p:nvSpPr>
          <p:cNvPr id="16" name="文本框 15">
            <a:extLst>
              <a:ext uri="{FF2B5EF4-FFF2-40B4-BE49-F238E27FC236}">
                <a16:creationId xmlns:a16="http://schemas.microsoft.com/office/drawing/2014/main" id="{E8CAB974-4D8D-B8A2-F80E-B6FB7BAE703F}"/>
              </a:ext>
            </a:extLst>
          </p:cNvPr>
          <p:cNvSpPr txBox="1"/>
          <p:nvPr/>
        </p:nvSpPr>
        <p:spPr>
          <a:xfrm>
            <a:off x="9204990" y="5028644"/>
            <a:ext cx="2408742" cy="1464231"/>
          </a:xfrm>
          <a:prstGeom prst="roundRect">
            <a:avLst/>
          </a:prstGeom>
          <a:solidFill>
            <a:schemeClr val="accent2">
              <a:lumMod val="20000"/>
              <a:lumOff val="80000"/>
            </a:schemeClr>
          </a:solidFill>
          <a:ln w="19050">
            <a:solidFill>
              <a:schemeClr val="accent2">
                <a:lumMod val="50000"/>
              </a:schemeClr>
            </a:solidFill>
          </a:ln>
        </p:spPr>
        <p:txBody>
          <a:bodyPr wrap="square" rtlCol="0">
            <a:spAutoFit/>
          </a:bodyPr>
          <a:lstStyle/>
          <a:p>
            <a:r>
              <a:rPr lang="en-US" sz="2000" dirty="0"/>
              <a:t>原子间相互作用在本质上是复杂的多体问题</a:t>
            </a:r>
            <a:r>
              <a:rPr lang="zh-CN" altLang="en-US" sz="2000" dirty="0"/>
              <a:t>，这里进行了大幅简化</a:t>
            </a:r>
            <a:endParaRPr lang="en-US" sz="2000" dirty="0"/>
          </a:p>
        </p:txBody>
      </p:sp>
      <p:pic>
        <p:nvPicPr>
          <p:cNvPr id="18" name="内容占位符 4">
            <a:extLst>
              <a:ext uri="{FF2B5EF4-FFF2-40B4-BE49-F238E27FC236}">
                <a16:creationId xmlns:a16="http://schemas.microsoft.com/office/drawing/2014/main" id="{1C6EAD96-8C8B-880A-44C3-F9FAA5FA2202}"/>
              </a:ext>
            </a:extLst>
          </p:cNvPr>
          <p:cNvPicPr>
            <a:picLocks noChangeAspect="1"/>
          </p:cNvPicPr>
          <p:nvPr/>
        </p:nvPicPr>
        <p:blipFill>
          <a:blip r:embed="rId6">
            <a:extLst>
              <a:ext uri="{28A0092B-C50C-407E-A947-70E740481C1C}">
                <a14:useLocalDpi xmlns:a14="http://schemas.microsoft.com/office/drawing/2010/main" val="0"/>
              </a:ext>
            </a:extLst>
          </a:blip>
          <a:srcRect l="62095"/>
          <a:stretch>
            <a:fillRect/>
          </a:stretch>
        </p:blipFill>
        <p:spPr>
          <a:xfrm>
            <a:off x="5603124" y="3475360"/>
            <a:ext cx="1607562" cy="1621593"/>
          </a:xfrm>
          <a:prstGeom prst="rect">
            <a:avLst/>
          </a:prstGeom>
        </p:spPr>
      </p:pic>
    </p:spTree>
    <p:extLst>
      <p:ext uri="{BB962C8B-B14F-4D97-AF65-F5344CB8AC3E}">
        <p14:creationId xmlns:p14="http://schemas.microsoft.com/office/powerpoint/2010/main" val="1696548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E92D3ABE-ABD1-1123-3B34-23E91B691624}"/>
                  </a:ext>
                </a:extLst>
              </p:cNvPr>
              <p:cNvSpPr>
                <a:spLocks noGrp="1"/>
              </p:cNvSpPr>
              <p:nvPr>
                <p:ph type="title"/>
              </p:nvPr>
            </p:nvSpPr>
            <p:spPr/>
            <p:txBody>
              <a:bodyPr/>
              <a:lstStyle/>
              <a:p>
                <a:r>
                  <a:rPr lang="zh-CN" altLang="en-US" dirty="0"/>
                  <a:t>晶体中典型两体相</a:t>
                </a:r>
                <a:r>
                  <a:rPr lang="zh-CN" altLang="en-US" dirty="0">
                    <a:solidFill>
                      <a:schemeClr val="tx1"/>
                    </a:solidFill>
                  </a:rPr>
                  <a:t>互作用</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𝑈</m:t>
                        </m:r>
                      </m:e>
                      <m:sub>
                        <m:r>
                          <a:rPr lang="en-US" altLang="zh-CN" i="1">
                            <a:solidFill>
                              <a:schemeClr val="tx1"/>
                            </a:solidFill>
                            <a:latin typeface="Cambria Math" panose="02040503050406030204" pitchFamily="18" charset="0"/>
                          </a:rPr>
                          <m:t>𝑝𝑎𝑖𝑟</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𝑟</m:t>
                        </m:r>
                      </m:e>
                    </m:d>
                  </m:oMath>
                </a14:m>
                <a:endParaRPr lang="en-US" dirty="0"/>
              </a:p>
            </p:txBody>
          </p:sp>
        </mc:Choice>
        <mc:Fallback xmlns="">
          <p:sp>
            <p:nvSpPr>
              <p:cNvPr id="2" name="标题 1">
                <a:extLst>
                  <a:ext uri="{FF2B5EF4-FFF2-40B4-BE49-F238E27FC236}">
                    <a16:creationId xmlns:a16="http://schemas.microsoft.com/office/drawing/2014/main" id="{E92D3ABE-ABD1-1123-3B34-23E91B691624}"/>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0C3DBCB-81FF-E158-3616-D43E3EEC2F7F}"/>
              </a:ext>
            </a:extLst>
          </p:cNvPr>
          <p:cNvPicPr>
            <a:picLocks noChangeAspect="1"/>
          </p:cNvPicPr>
          <p:nvPr/>
        </p:nvPicPr>
        <p:blipFill>
          <a:blip r:embed="rId3"/>
          <a:stretch>
            <a:fillRect/>
          </a:stretch>
        </p:blipFill>
        <p:spPr>
          <a:xfrm>
            <a:off x="756744" y="2093311"/>
            <a:ext cx="7107522" cy="4284165"/>
          </a:xfrm>
          <a:prstGeom prst="rect">
            <a:avLst/>
          </a:prstGeom>
        </p:spPr>
      </p:pic>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5C9E28CF-2C47-25D5-E04F-37295E1E1F28}"/>
                  </a:ext>
                </a:extLst>
              </p:cNvPr>
              <p:cNvSpPr>
                <a:spLocks noGrp="1"/>
              </p:cNvSpPr>
              <p:nvPr>
                <p:ph idx="1"/>
              </p:nvPr>
            </p:nvSpPr>
            <p:spPr>
              <a:xfrm>
                <a:off x="7920596" y="1825624"/>
                <a:ext cx="3859398" cy="4764362"/>
              </a:xfrm>
            </p:spPr>
            <p:txBody>
              <a:bodyPr>
                <a:normAutofit/>
              </a:bodyPr>
              <a:lstStyle/>
              <a:p>
                <a:pPr>
                  <a:lnSpc>
                    <a:spcPct val="150000"/>
                  </a:lnSpc>
                </a:pPr>
                <a:r>
                  <a:rPr lang="zh-CN" altLang="en-US" sz="2400" b="1" dirty="0">
                    <a:solidFill>
                      <a:srgbClr val="0070C0"/>
                    </a:solidFill>
                  </a:rPr>
                  <a:t>吸引项</a:t>
                </a:r>
                <a14:m>
                  <m:oMath xmlns:m="http://schemas.openxmlformats.org/officeDocument/2006/math">
                    <m:sSub>
                      <m:sSubPr>
                        <m:ctrlPr>
                          <a:rPr lang="en-US" altLang="zh-CN" sz="2400" b="1" i="1" smtClean="0">
                            <a:solidFill>
                              <a:srgbClr val="0070C0"/>
                            </a:solidFill>
                            <a:latin typeface="Cambria Math" panose="02040503050406030204" pitchFamily="18" charset="0"/>
                          </a:rPr>
                        </m:ctrlPr>
                      </m:sSubPr>
                      <m:e>
                        <m:r>
                          <a:rPr lang="en-US" altLang="zh-CN" sz="2400" b="1" i="1" smtClean="0">
                            <a:solidFill>
                              <a:srgbClr val="0070C0"/>
                            </a:solidFill>
                            <a:latin typeface="Cambria Math" panose="02040503050406030204" pitchFamily="18" charset="0"/>
                          </a:rPr>
                          <m:t>𝑼</m:t>
                        </m:r>
                      </m:e>
                      <m:sub>
                        <m:r>
                          <a:rPr lang="en-US" altLang="zh-CN" sz="2400" b="1" i="1" smtClean="0">
                            <a:solidFill>
                              <a:srgbClr val="0070C0"/>
                            </a:solidFill>
                            <a:latin typeface="Cambria Math" panose="02040503050406030204" pitchFamily="18" charset="0"/>
                          </a:rPr>
                          <m:t>𝒂</m:t>
                        </m:r>
                      </m:sub>
                    </m:sSub>
                    <m:r>
                      <a:rPr lang="zh-CN" altLang="en-US" sz="2400" b="1" i="1">
                        <a:latin typeface="Cambria Math" panose="02040503050406030204" pitchFamily="18" charset="0"/>
                      </a:rPr>
                      <m:t>，</m:t>
                    </m:r>
                  </m:oMath>
                </a14:m>
                <a:r>
                  <a:rPr lang="zh-CN" altLang="en-US" sz="2400" b="1" dirty="0">
                    <a:solidFill>
                      <a:srgbClr val="FF0000"/>
                    </a:solidFill>
                  </a:rPr>
                  <a:t>排斥项</a:t>
                </a:r>
                <a14:m>
                  <m:oMath xmlns:m="http://schemas.openxmlformats.org/officeDocument/2006/math">
                    <m:sSub>
                      <m:sSubPr>
                        <m:ctrlPr>
                          <a:rPr lang="en-US" altLang="zh-CN" sz="2400" b="1" i="1" smtClean="0">
                            <a:solidFill>
                              <a:srgbClr val="FF0000"/>
                            </a:solidFill>
                            <a:latin typeface="Cambria Math" panose="02040503050406030204" pitchFamily="18" charset="0"/>
                          </a:rPr>
                        </m:ctrlPr>
                      </m:sSubPr>
                      <m:e>
                        <m:r>
                          <a:rPr lang="en-US" altLang="zh-CN" sz="2400" b="1" i="1" smtClean="0">
                            <a:solidFill>
                              <a:srgbClr val="FF0000"/>
                            </a:solidFill>
                            <a:latin typeface="Cambria Math" panose="02040503050406030204" pitchFamily="18" charset="0"/>
                          </a:rPr>
                          <m:t>𝑼</m:t>
                        </m:r>
                      </m:e>
                      <m:sub>
                        <m:r>
                          <a:rPr lang="en-US" altLang="zh-CN" sz="2400" b="1" i="1" smtClean="0">
                            <a:solidFill>
                              <a:srgbClr val="FF0000"/>
                            </a:solidFill>
                            <a:latin typeface="Cambria Math" panose="02040503050406030204" pitchFamily="18" charset="0"/>
                          </a:rPr>
                          <m:t>𝒓</m:t>
                        </m:r>
                      </m:sub>
                    </m:sSub>
                  </m:oMath>
                </a14:m>
                <a:endParaRPr lang="en-US" sz="2400" b="1" dirty="0"/>
              </a:p>
              <a:p>
                <a:pPr>
                  <a:lnSpc>
                    <a:spcPct val="150000"/>
                  </a:lnSpc>
                </a:pPr>
                <a:r>
                  <a:rPr lang="zh-CN" altLang="en-US" sz="2400" dirty="0">
                    <a:solidFill>
                      <a:srgbClr val="00B050"/>
                    </a:solidFill>
                  </a:rPr>
                  <a:t>原子受力</a:t>
                </a:r>
                <a:r>
                  <a:rPr lang="zh-CN" altLang="en-US" sz="2400" dirty="0"/>
                  <a:t>为能量一阶导</a:t>
                </a:r>
                <a:endParaRPr lang="en-US" altLang="zh-CN" sz="2400" dirty="0"/>
              </a:p>
              <a:p>
                <a:pPr marL="0" indent="0">
                  <a:lnSpc>
                    <a:spcPct val="150000"/>
                  </a:lnSpc>
                  <a:buNone/>
                </a:pPr>
                <a14:m>
                  <m:oMathPara xmlns:m="http://schemas.openxmlformats.org/officeDocument/2006/math">
                    <m:oMath>
                      <m:sSub>
                        <m:sSubPr>
                          <m:ctrlPr>
                            <a:rPr lang="en-US" sz="2400" b="0" i="1" smtClean="0">
                              <a:solidFill>
                                <a:srgbClr val="00B050"/>
                              </a:solidFill>
                              <a:latin typeface="Cambria Math" panose="02040503050406030204" pitchFamily="18" charset="0"/>
                            </a:rPr>
                          </m:ctrlPr>
                        </m:sSubPr>
                        <m:e>
                          <m:r>
                            <a:rPr lang="en-US" sz="2400" b="0" i="1" smtClean="0">
                              <a:solidFill>
                                <a:srgbClr val="00B050"/>
                              </a:solidFill>
                              <a:latin typeface="Cambria Math" panose="02040503050406030204" pitchFamily="18" charset="0"/>
                            </a:rPr>
                            <m:t>𝐹</m:t>
                          </m:r>
                        </m:e>
                        <m:sub>
                          <m:r>
                            <a:rPr lang="en-US" sz="2400" b="0" i="1" smtClean="0">
                              <a:solidFill>
                                <a:srgbClr val="00B050"/>
                              </a:solidFill>
                              <a:latin typeface="Cambria Math" panose="02040503050406030204" pitchFamily="18" charset="0"/>
                            </a:rPr>
                            <m:t>𝑝𝑎𝑖𝑟</m:t>
                          </m:r>
                        </m:sub>
                      </m:sSub>
                      <m:d>
                        <m:dPr>
                          <m:ctrlPr>
                            <a:rPr lang="en-US" sz="2400" b="0" i="1" smtClean="0">
                              <a:solidFill>
                                <a:srgbClr val="00B050"/>
                              </a:solidFill>
                              <a:latin typeface="Cambria Math" panose="02040503050406030204" pitchFamily="18" charset="0"/>
                            </a:rPr>
                          </m:ctrlPr>
                        </m:dPr>
                        <m:e>
                          <m:r>
                            <a:rPr lang="en-US" sz="2400" b="0" i="1" smtClean="0">
                              <a:solidFill>
                                <a:srgbClr val="00B050"/>
                              </a:solidFill>
                              <a:latin typeface="Cambria Math" panose="02040503050406030204" pitchFamily="18" charset="0"/>
                            </a:rPr>
                            <m:t>𝑟</m:t>
                          </m:r>
                        </m:e>
                      </m:d>
                      <m:r>
                        <a:rPr lang="en-US" sz="2400" b="0" i="1" smtClean="0">
                          <a:solidFill>
                            <a:srgbClr val="00B050"/>
                          </a:solidFill>
                          <a:latin typeface="Cambria Math" panose="02040503050406030204" pitchFamily="18" charset="0"/>
                        </a:rPr>
                        <m:t>=−</m:t>
                      </m:r>
                      <m:f>
                        <m:fPr>
                          <m:ctrlPr>
                            <a:rPr lang="en-US" sz="2400" b="0" i="1" smtClean="0">
                              <a:solidFill>
                                <a:srgbClr val="00B050"/>
                              </a:solidFill>
                              <a:latin typeface="Cambria Math" panose="02040503050406030204" pitchFamily="18" charset="0"/>
                              <a:ea typeface="Cambria Math" panose="02040503050406030204" pitchFamily="18" charset="0"/>
                            </a:rPr>
                          </m:ctrlPr>
                        </m:fPr>
                        <m:num>
                          <m:r>
                            <a:rPr lang="en-US" sz="2400" b="0" i="1" smtClean="0">
                              <a:solidFill>
                                <a:srgbClr val="00B050"/>
                              </a:solidFill>
                              <a:latin typeface="Cambria Math" panose="02040503050406030204" pitchFamily="18" charset="0"/>
                              <a:ea typeface="Cambria Math" panose="02040503050406030204" pitchFamily="18" charset="0"/>
                            </a:rPr>
                            <m:t>𝜕</m:t>
                          </m:r>
                          <m:sSub>
                            <m:sSubPr>
                              <m:ctrlPr>
                                <a:rPr lang="en-US" altLang="zh-CN" sz="2400" b="0" i="1" smtClean="0">
                                  <a:solidFill>
                                    <a:srgbClr val="00B050"/>
                                  </a:solidFill>
                                  <a:latin typeface="Cambria Math" panose="02040503050406030204" pitchFamily="18" charset="0"/>
                                </a:rPr>
                              </m:ctrlPr>
                            </m:sSubPr>
                            <m:e>
                              <m:r>
                                <a:rPr lang="en-US" altLang="zh-CN" sz="2400" b="0" i="1" smtClean="0">
                                  <a:solidFill>
                                    <a:srgbClr val="00B050"/>
                                  </a:solidFill>
                                  <a:latin typeface="Cambria Math" panose="02040503050406030204" pitchFamily="18" charset="0"/>
                                </a:rPr>
                                <m:t>𝑈</m:t>
                              </m:r>
                            </m:e>
                            <m:sub>
                              <m:r>
                                <a:rPr lang="en-US" altLang="zh-CN" sz="2400" b="0" i="1" smtClean="0">
                                  <a:solidFill>
                                    <a:srgbClr val="00B050"/>
                                  </a:solidFill>
                                  <a:latin typeface="Cambria Math" panose="02040503050406030204" pitchFamily="18" charset="0"/>
                                </a:rPr>
                                <m:t>𝑝𝑎𝑖𝑟</m:t>
                              </m:r>
                            </m:sub>
                          </m:sSub>
                          <m:d>
                            <m:dPr>
                              <m:ctrlPr>
                                <a:rPr lang="en-US" altLang="zh-CN" sz="2400" b="0" i="1" smtClean="0">
                                  <a:solidFill>
                                    <a:srgbClr val="00B050"/>
                                  </a:solidFill>
                                  <a:latin typeface="Cambria Math" panose="02040503050406030204" pitchFamily="18" charset="0"/>
                                </a:rPr>
                              </m:ctrlPr>
                            </m:dPr>
                            <m:e>
                              <m:r>
                                <a:rPr lang="en-US" altLang="zh-CN" sz="2400" b="0" i="1" smtClean="0">
                                  <a:solidFill>
                                    <a:srgbClr val="00B050"/>
                                  </a:solidFill>
                                  <a:latin typeface="Cambria Math" panose="02040503050406030204" pitchFamily="18" charset="0"/>
                                </a:rPr>
                                <m:t>𝑟</m:t>
                              </m:r>
                            </m:e>
                          </m:d>
                        </m:num>
                        <m:den>
                          <m:r>
                            <a:rPr lang="en-US" sz="2400" b="0" i="1" smtClean="0">
                              <a:solidFill>
                                <a:srgbClr val="00B050"/>
                              </a:solidFill>
                              <a:latin typeface="Cambria Math" panose="02040503050406030204" pitchFamily="18" charset="0"/>
                              <a:ea typeface="Cambria Math" panose="02040503050406030204" pitchFamily="18" charset="0"/>
                            </a:rPr>
                            <m:t>𝜕</m:t>
                          </m:r>
                          <m:r>
                            <a:rPr lang="en-US" sz="2400" b="0" i="1" smtClean="0">
                              <a:solidFill>
                                <a:srgbClr val="00B050"/>
                              </a:solidFill>
                              <a:latin typeface="Cambria Math" panose="02040503050406030204" pitchFamily="18" charset="0"/>
                              <a:ea typeface="Cambria Math" panose="02040503050406030204" pitchFamily="18" charset="0"/>
                            </a:rPr>
                            <m:t>𝑟</m:t>
                          </m:r>
                        </m:den>
                      </m:f>
                    </m:oMath>
                  </m:oMathPara>
                </a14:m>
                <a:endParaRPr lang="en-US" sz="2400" dirty="0"/>
              </a:p>
              <a:p>
                <a:pPr>
                  <a:lnSpc>
                    <a:spcPct val="150000"/>
                  </a:lnSpc>
                </a:pPr>
                <a14:m>
                  <m:oMath xmlns:m="http://schemas.openxmlformats.org/officeDocument/2006/math">
                    <m: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&lt;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0</m:t>
                        </m:r>
                      </m:sub>
                    </m:sSub>
                    <m:r>
                      <a:rPr lang="zh-CN" altLang="en-US" sz="2400" i="1">
                        <a:latin typeface="Cambria Math" panose="02040503050406030204" pitchFamily="18" charset="0"/>
                      </a:rPr>
                      <m:t>，</m:t>
                    </m:r>
                  </m:oMath>
                </a14:m>
                <a:r>
                  <a:rPr lang="zh-CN" altLang="en-US" sz="2400" dirty="0"/>
                  <a:t>原子受斥力</a:t>
                </a:r>
                <a:endParaRPr lang="en-US" altLang="zh-CN" sz="2400" dirty="0"/>
              </a:p>
              <a:p>
                <a:pPr>
                  <a:lnSpc>
                    <a:spcPct val="150000"/>
                  </a:lnSpc>
                </a:pPr>
                <a14:m>
                  <m:oMath xmlns:m="http://schemas.openxmlformats.org/officeDocument/2006/math">
                    <m:r>
                      <a:rPr lang="en-US" altLang="zh-CN" sz="2400" i="1">
                        <a:latin typeface="Cambria Math" panose="02040503050406030204" pitchFamily="18" charset="0"/>
                      </a:rPr>
                      <m:t>𝑟</m:t>
                    </m:r>
                    <m:r>
                      <a:rPr lang="en-US" altLang="zh-CN" sz="2400" b="0" i="1" smtClean="0">
                        <a:latin typeface="Cambria Math" panose="02040503050406030204" pitchFamily="18" charset="0"/>
                      </a:rPr>
                      <m:t>&gt;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0</m:t>
                        </m:r>
                      </m:sub>
                    </m:sSub>
                    <m:r>
                      <a:rPr lang="zh-CN" altLang="en-US" sz="2400" i="1">
                        <a:latin typeface="Cambria Math" panose="02040503050406030204" pitchFamily="18" charset="0"/>
                      </a:rPr>
                      <m:t>，</m:t>
                    </m:r>
                  </m:oMath>
                </a14:m>
                <a:r>
                  <a:rPr lang="zh-CN" altLang="en-US" sz="2400" dirty="0"/>
                  <a:t>原子受引力</a:t>
                </a:r>
                <a:endParaRPr lang="en-US" altLang="zh-CN" sz="2400" dirty="0"/>
              </a:p>
              <a:p>
                <a:pPr>
                  <a:lnSpc>
                    <a:spcPct val="150000"/>
                  </a:lnSpc>
                </a:pPr>
                <a:r>
                  <a:rPr lang="zh-CN" altLang="en-US" sz="2400" dirty="0"/>
                  <a:t>平衡位置为</a:t>
                </a:r>
                <a14:m>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𝑈</m:t>
                        </m:r>
                      </m:e>
                      <m:sub>
                        <m:r>
                          <a:rPr lang="en-US" altLang="zh-CN" sz="2400" i="1">
                            <a:solidFill>
                              <a:schemeClr val="tx1"/>
                            </a:solidFill>
                            <a:latin typeface="Cambria Math" panose="02040503050406030204" pitchFamily="18" charset="0"/>
                          </a:rPr>
                          <m:t>𝑝𝑎𝑖𝑟</m:t>
                        </m:r>
                      </m:sub>
                    </m:sSub>
                  </m:oMath>
                </a14:m>
                <a:r>
                  <a:rPr lang="zh-CN" altLang="en-US" sz="2400" dirty="0"/>
                  <a:t>极小值点</a:t>
                </a:r>
                <a:endParaRPr lang="en-US" altLang="zh-CN" sz="2400" dirty="0"/>
              </a:p>
              <a:p>
                <a:endParaRPr lang="en-US" dirty="0"/>
              </a:p>
            </p:txBody>
          </p:sp>
        </mc:Choice>
        <mc:Fallback xmlns="">
          <p:sp>
            <p:nvSpPr>
              <p:cNvPr id="6" name="内容占位符 4">
                <a:extLst>
                  <a:ext uri="{FF2B5EF4-FFF2-40B4-BE49-F238E27FC236}">
                    <a16:creationId xmlns:a16="http://schemas.microsoft.com/office/drawing/2014/main" id="{5C9E28CF-2C47-25D5-E04F-37295E1E1F28}"/>
                  </a:ext>
                </a:extLst>
              </p:cNvPr>
              <p:cNvSpPr>
                <a:spLocks noGrp="1" noRot="1" noChangeAspect="1" noMove="1" noResize="1" noEditPoints="1" noAdjustHandles="1" noChangeArrowheads="1" noChangeShapeType="1" noTextEdit="1"/>
              </p:cNvSpPr>
              <p:nvPr>
                <p:ph idx="1"/>
              </p:nvPr>
            </p:nvSpPr>
            <p:spPr>
              <a:xfrm>
                <a:off x="7920596" y="1825624"/>
                <a:ext cx="3859398" cy="4764362"/>
              </a:xfrm>
              <a:blipFill>
                <a:blip r:embed="rId4"/>
                <a:stretch>
                  <a:fillRect l="-2054" r="-2054"/>
                </a:stretch>
              </a:blipFill>
            </p:spPr>
            <p:txBody>
              <a:bodyPr/>
              <a:lstStyle/>
              <a:p>
                <a:r>
                  <a:rPr lang="en-US">
                    <a:noFill/>
                  </a:rPr>
                  <a:t> </a:t>
                </a:r>
              </a:p>
            </p:txBody>
          </p:sp>
        </mc:Fallback>
      </mc:AlternateContent>
      <p:sp>
        <p:nvSpPr>
          <p:cNvPr id="3" name="矩形 2">
            <a:extLst>
              <a:ext uri="{FF2B5EF4-FFF2-40B4-BE49-F238E27FC236}">
                <a16:creationId xmlns:a16="http://schemas.microsoft.com/office/drawing/2014/main" id="{BEA8B076-6483-2FDF-BEA8-14E019BF42DE}"/>
              </a:ext>
            </a:extLst>
          </p:cNvPr>
          <p:cNvSpPr/>
          <p:nvPr/>
        </p:nvSpPr>
        <p:spPr>
          <a:xfrm>
            <a:off x="1437861" y="4943061"/>
            <a:ext cx="271669" cy="2385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a:extLst>
              <a:ext uri="{FF2B5EF4-FFF2-40B4-BE49-F238E27FC236}">
                <a16:creationId xmlns:a16="http://schemas.microsoft.com/office/drawing/2014/main" id="{6A877BFB-87C1-BC64-3A2B-569088B79EA3}"/>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57804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3">
                <a:extLst>
                  <a:ext uri="{FF2B5EF4-FFF2-40B4-BE49-F238E27FC236}">
                    <a16:creationId xmlns:a16="http://schemas.microsoft.com/office/drawing/2014/main" id="{2BAF1ECF-A698-7455-6367-0AFE3D4E271F}"/>
                  </a:ext>
                </a:extLst>
              </p:cNvPr>
              <p:cNvSpPr>
                <a:spLocks noGrp="1"/>
              </p:cNvSpPr>
              <p:nvPr>
                <p:ph type="title"/>
              </p:nvPr>
            </p:nvSpPr>
            <p:spPr/>
            <p:txBody>
              <a:bodyPr/>
              <a:lstStyle/>
              <a:p>
                <a:r>
                  <a:rPr lang="zh-CN" altLang="en-US" dirty="0"/>
                  <a:t>晶体中典型两体相互作用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𝑈</m:t>
                        </m:r>
                      </m:e>
                      <m:sub>
                        <m:r>
                          <a:rPr lang="en-US" altLang="zh-CN" i="1">
                            <a:latin typeface="Cambria Math" panose="02040503050406030204" pitchFamily="18" charset="0"/>
                          </a:rPr>
                          <m:t>𝑝𝑎𝑖𝑟</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oMath>
                </a14:m>
                <a:endParaRPr lang="en-US" dirty="0"/>
              </a:p>
            </p:txBody>
          </p:sp>
        </mc:Choice>
        <mc:Fallback xmlns="">
          <p:sp>
            <p:nvSpPr>
              <p:cNvPr id="4" name="标题 3">
                <a:extLst>
                  <a:ext uri="{FF2B5EF4-FFF2-40B4-BE49-F238E27FC236}">
                    <a16:creationId xmlns:a16="http://schemas.microsoft.com/office/drawing/2014/main" id="{2BAF1ECF-A698-7455-6367-0AFE3D4E271F}"/>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F382CA9B-7DA5-4B5A-0E4A-B4850A01CF9C}"/>
                  </a:ext>
                </a:extLst>
              </p:cNvPr>
              <p:cNvSpPr>
                <a:spLocks noGrp="1"/>
              </p:cNvSpPr>
              <p:nvPr>
                <p:ph sz="half" idx="1"/>
              </p:nvPr>
            </p:nvSpPr>
            <p:spPr>
              <a:prstGeom prst="roundRect">
                <a:avLst>
                  <a:gd name="adj" fmla="val 6667"/>
                </a:avLst>
              </a:prstGeom>
              <a:solidFill>
                <a:schemeClr val="accent1">
                  <a:lumMod val="20000"/>
                  <a:lumOff val="80000"/>
                </a:schemeClr>
              </a:solidFill>
              <a:ln w="19050">
                <a:solidFill>
                  <a:schemeClr val="accent1">
                    <a:lumMod val="75000"/>
                  </a:schemeClr>
                </a:solidFill>
              </a:ln>
            </p:spPr>
            <p:txBody>
              <a:bodyPr>
                <a:noAutofit/>
              </a:bodyPr>
              <a:lstStyle/>
              <a:p>
                <a:pPr>
                  <a:lnSpc>
                    <a:spcPct val="120000"/>
                  </a:lnSpc>
                </a:pPr>
                <a:endParaRPr lang="en-US" sz="2000" dirty="0"/>
              </a:p>
              <a:p>
                <a:pPr>
                  <a:lnSpc>
                    <a:spcPct val="120000"/>
                  </a:lnSpc>
                </a:pPr>
                <a:r>
                  <a:rPr lang="zh-CN" altLang="en-US" sz="2000" dirty="0"/>
                  <a:t>点电荷库伦相互作用，</a:t>
                </a:r>
                <a:r>
                  <a:rPr lang="zh-CN" altLang="en-US" sz="2000" dirty="0">
                    <a:solidFill>
                      <a:srgbClr val="FF0000"/>
                    </a:solidFill>
                  </a:rPr>
                  <a:t>较强</a:t>
                </a:r>
                <a:endParaRPr lang="en-US" altLang="zh-CN" sz="2000" dirty="0">
                  <a:solidFill>
                    <a:srgbClr val="FF0000"/>
                  </a:solidFill>
                </a:endParaRPr>
              </a:p>
              <a:p>
                <a:pPr marL="0" indent="0">
                  <a:lnSpc>
                    <a:spcPct val="120000"/>
                  </a:lnSpc>
                  <a:buNone/>
                </a:pPr>
                <a14:m>
                  <m:oMathPara xmlns:m="http://schemas.openxmlformats.org/officeDocument/2006/math">
                    <m:oMath>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𝑟</m:t>
                          </m:r>
                        </m:e>
                      </m:d>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𝑟</m:t>
                          </m:r>
                        </m:den>
                      </m:f>
                    </m:oMath>
                  </m:oMathPara>
                </a14:m>
                <a:endParaRPr lang="en-US" sz="2000" dirty="0"/>
              </a:p>
              <a:p>
                <a:pPr>
                  <a:lnSpc>
                    <a:spcPct val="120000"/>
                  </a:lnSpc>
                </a:pPr>
                <a:r>
                  <a:rPr lang="zh-CN" altLang="en-US" sz="2000" dirty="0"/>
                  <a:t>电偶（多）极距相互作用，较弱</a:t>
                </a:r>
                <a:endParaRPr lang="en-US" altLang="zh-CN" sz="2000" dirty="0"/>
              </a:p>
              <a:p>
                <a:pPr marL="0" indent="0">
                  <a:lnSpc>
                    <a:spcPct val="120000"/>
                  </a:lnSpc>
                  <a:buNone/>
                </a:pPr>
                <a14:m>
                  <m:oMathPara xmlns:m="http://schemas.openxmlformats.org/officeDocument/2006/math">
                    <m:oMath>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𝑟</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𝑛</m:t>
                              </m:r>
                            </m:sup>
                          </m:sSup>
                        </m:den>
                      </m:f>
                      <m:r>
                        <a:rPr lang="en-US" sz="2000" b="0" i="1" smtClean="0">
                          <a:latin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=6,12,…</m:t>
                      </m:r>
                    </m:oMath>
                  </m:oMathPara>
                </a14:m>
                <a:endParaRPr lang="en-US" sz="2000" dirty="0"/>
              </a:p>
              <a:p>
                <a:pPr>
                  <a:lnSpc>
                    <a:spcPct val="120000"/>
                  </a:lnSpc>
                </a:pPr>
                <a:r>
                  <a:rPr lang="zh-CN" altLang="en-US" sz="2000" dirty="0"/>
                  <a:t>不同价电子分布产生的不同成键</a:t>
                </a:r>
                <a:endParaRPr lang="en-US" altLang="zh-CN" sz="2000" dirty="0"/>
              </a:p>
              <a:p>
                <a:pPr>
                  <a:lnSpc>
                    <a:spcPct val="120000"/>
                  </a:lnSpc>
                </a:pPr>
                <a:r>
                  <a:rPr lang="zh-CN" altLang="en-US" sz="2000" dirty="0"/>
                  <a:t>磁力、重力等可以忽略不计</a:t>
                </a:r>
                <a:endParaRPr lang="en-US" sz="2000" dirty="0"/>
              </a:p>
            </p:txBody>
          </p:sp>
        </mc:Choice>
        <mc:Fallback xmlns="">
          <p:sp>
            <p:nvSpPr>
              <p:cNvPr id="5" name="内容占位符 4">
                <a:extLst>
                  <a:ext uri="{FF2B5EF4-FFF2-40B4-BE49-F238E27FC236}">
                    <a16:creationId xmlns:a16="http://schemas.microsoft.com/office/drawing/2014/main" id="{F382CA9B-7DA5-4B5A-0E4A-B4850A01CF9C}"/>
                  </a:ext>
                </a:extLst>
              </p:cNvPr>
              <p:cNvSpPr>
                <a:spLocks noGrp="1" noRot="1" noChangeAspect="1" noMove="1" noResize="1" noEditPoints="1" noAdjustHandles="1" noChangeArrowheads="1" noChangeShapeType="1" noTextEdit="1"/>
              </p:cNvSpPr>
              <p:nvPr>
                <p:ph sz="half" idx="1"/>
              </p:nvPr>
            </p:nvSpPr>
            <p:spPr>
              <a:prstGeom prst="roundRect">
                <a:avLst>
                  <a:gd name="adj" fmla="val 6667"/>
                </a:avLst>
              </a:prstGeom>
              <a:blipFill>
                <a:blip r:embed="rId3"/>
                <a:stretch>
                  <a:fillRect/>
                </a:stretch>
              </a:blipFill>
              <a:ln w="19050">
                <a:solidFill>
                  <a:schemeClr val="accent1">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7769B5AC-3DCB-8BD5-155D-F8A2CFCF753E}"/>
                  </a:ext>
                </a:extLst>
              </p:cNvPr>
              <p:cNvSpPr>
                <a:spLocks noGrp="1"/>
              </p:cNvSpPr>
              <p:nvPr>
                <p:ph sz="half" idx="2"/>
              </p:nvPr>
            </p:nvSpPr>
            <p:spPr>
              <a:prstGeom prst="roundRect">
                <a:avLst>
                  <a:gd name="adj" fmla="val 7102"/>
                </a:avLst>
              </a:prstGeom>
              <a:solidFill>
                <a:schemeClr val="accent2">
                  <a:lumMod val="20000"/>
                  <a:lumOff val="80000"/>
                </a:schemeClr>
              </a:solidFill>
              <a:ln w="19050">
                <a:solidFill>
                  <a:schemeClr val="accent2">
                    <a:lumMod val="75000"/>
                  </a:schemeClr>
                </a:solidFill>
              </a:ln>
            </p:spPr>
            <p:txBody>
              <a:bodyPr>
                <a:noAutofit/>
              </a:bodyPr>
              <a:lstStyle/>
              <a:p>
                <a:pPr>
                  <a:lnSpc>
                    <a:spcPct val="120000"/>
                  </a:lnSpc>
                  <a:spcBef>
                    <a:spcPts val="0"/>
                  </a:spcBef>
                </a:pPr>
                <a:endParaRPr lang="en-US" sz="2000" dirty="0"/>
              </a:p>
              <a:p>
                <a:pPr>
                  <a:lnSpc>
                    <a:spcPct val="90000"/>
                  </a:lnSpc>
                  <a:spcBef>
                    <a:spcPts val="0"/>
                  </a:spcBef>
                </a:pPr>
                <a:r>
                  <a:rPr lang="zh-CN" altLang="en-US" sz="2000" dirty="0"/>
                  <a:t>电子云重叠太强时，泡利不相容原理</a:t>
                </a:r>
                <a:r>
                  <a:rPr lang="fr-FR" sz="2000" dirty="0"/>
                  <a:t>(Pauli exclusion principle)</a:t>
                </a:r>
                <a:r>
                  <a:rPr lang="zh-CN" altLang="en-US" sz="2000" dirty="0"/>
                  <a:t>使体系能量急剧升高，表现为短程强排斥</a:t>
                </a:r>
                <a:endParaRPr lang="en-US" altLang="zh-CN" sz="2000" dirty="0"/>
              </a:p>
              <a:p>
                <a:pPr>
                  <a:lnSpc>
                    <a:spcPct val="120000"/>
                  </a:lnSpc>
                  <a:spcBef>
                    <a:spcPts val="0"/>
                  </a:spcBef>
                </a:pPr>
                <a:endParaRPr lang="en-US" sz="2000" dirty="0"/>
              </a:p>
              <a:p>
                <a:pPr>
                  <a:lnSpc>
                    <a:spcPct val="120000"/>
                  </a:lnSpc>
                  <a:spcBef>
                    <a:spcPts val="0"/>
                  </a:spcBef>
                </a:pPr>
                <a:endParaRPr lang="en-US" sz="2000" dirty="0"/>
              </a:p>
              <a:p>
                <a:pPr>
                  <a:lnSpc>
                    <a:spcPct val="120000"/>
                  </a:lnSpc>
                  <a:spcBef>
                    <a:spcPts val="0"/>
                  </a:spcBef>
                </a:pPr>
                <a:endParaRPr lang="en-US" sz="2000" dirty="0"/>
              </a:p>
              <a:p>
                <a:pPr>
                  <a:lnSpc>
                    <a:spcPct val="120000"/>
                  </a:lnSpc>
                  <a:spcBef>
                    <a:spcPts val="0"/>
                  </a:spcBef>
                </a:pPr>
                <a:endParaRPr lang="en-US" sz="2000" dirty="0"/>
              </a:p>
              <a:p>
                <a:pPr>
                  <a:lnSpc>
                    <a:spcPct val="120000"/>
                  </a:lnSpc>
                  <a:spcBef>
                    <a:spcPts val="0"/>
                  </a:spcBef>
                </a:pPr>
                <a:endParaRPr lang="en-US" sz="2000" dirty="0"/>
              </a:p>
              <a:p>
                <a:pPr marL="0" indent="0">
                  <a:lnSpc>
                    <a:spcPct val="120000"/>
                  </a:lnSpc>
                  <a:spcBef>
                    <a:spcPts val="0"/>
                  </a:spcBef>
                  <a:buNone/>
                </a:pPr>
                <a14:m>
                  <m:oMathPara xmlns:m="http://schemas.openxmlformats.org/officeDocument/2006/math">
                    <m:oMath>
                      <m:r>
                        <a:rPr lang="en-US" sz="2000" i="1">
                          <a:latin typeface="Cambria Math" panose="02040503050406030204" pitchFamily="18" charset="0"/>
                        </a:rPr>
                        <m:t>𝑈</m:t>
                      </m:r>
                      <m:d>
                        <m:dPr>
                          <m:ctrlPr>
                            <a:rPr lang="en-US" sz="2000" i="1">
                              <a:latin typeface="Cambria Math" panose="02040503050406030204" pitchFamily="18" charset="0"/>
                            </a:rPr>
                          </m:ctrlPr>
                        </m:dPr>
                        <m:e>
                          <m:r>
                            <a:rPr lang="en-US" sz="2000" i="1">
                              <a:latin typeface="Cambria Math" panose="02040503050406030204" pitchFamily="18" charset="0"/>
                            </a:rPr>
                            <m:t>𝑟</m:t>
                          </m:r>
                        </m:e>
                      </m:d>
                      <m:r>
                        <a:rPr lang="en-US" altLang="zh-CN" sz="200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𝑏</m:t>
                          </m:r>
                        </m:num>
                        <m:den>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𝑟</m:t>
                              </m:r>
                            </m:e>
                            <m:sup>
                              <m:r>
                                <a:rPr lang="en-US" altLang="zh-CN" sz="2000" b="0" i="1" smtClean="0">
                                  <a:latin typeface="Cambria Math" panose="02040503050406030204" pitchFamily="18" charset="0"/>
                                </a:rPr>
                                <m:t>𝑛</m:t>
                              </m:r>
                            </m:sup>
                          </m:sSup>
                        </m:den>
                      </m:f>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𝑜𝑟</m:t>
                      </m:r>
                      <m:r>
                        <a:rPr lang="en-US" altLang="zh-CN" sz="2000" b="0" i="1" smtClean="0">
                          <a:latin typeface="Cambria Math" panose="02040503050406030204" pitchFamily="18" charset="0"/>
                        </a:rPr>
                        <m:t>     </m:t>
                      </m:r>
                      <m:r>
                        <a:rPr lang="en-US" sz="2000" i="1">
                          <a:latin typeface="Cambria Math" panose="02040503050406030204" pitchFamily="18" charset="0"/>
                        </a:rPr>
                        <m:t>𝑈</m:t>
                      </m:r>
                      <m:d>
                        <m:dPr>
                          <m:ctrlPr>
                            <a:rPr lang="en-US" sz="2000" i="1">
                              <a:latin typeface="Cambria Math" panose="02040503050406030204" pitchFamily="18" charset="0"/>
                            </a:rPr>
                          </m:ctrlPr>
                        </m:dPr>
                        <m:e>
                          <m:r>
                            <a:rPr lang="en-US" sz="2000" i="1">
                              <a:latin typeface="Cambria Math" panose="02040503050406030204" pitchFamily="18" charset="0"/>
                            </a:rPr>
                            <m:t>𝑟</m:t>
                          </m:r>
                        </m:e>
                      </m:d>
                      <m:r>
                        <a:rPr lang="en-US" altLang="zh-CN" sz="2000" i="1">
                          <a:latin typeface="Cambria Math" panose="02040503050406030204" pitchFamily="18" charset="0"/>
                        </a:rPr>
                        <m:t>=</m:t>
                      </m:r>
                      <m:r>
                        <a:rPr lang="zh-CN" altLang="en-US" sz="2000" i="1" smtClean="0">
                          <a:latin typeface="Cambria Math" panose="02040503050406030204" pitchFamily="18" charset="0"/>
                        </a:rPr>
                        <m:t>𝜆</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𝑒</m:t>
                          </m:r>
                        </m:e>
                        <m:sup>
                          <m:r>
                            <a:rPr lang="en-US" altLang="zh-CN" sz="2000" b="0" i="1" smtClean="0">
                              <a:latin typeface="Cambria Math" panose="02040503050406030204" pitchFamily="18" charset="0"/>
                            </a:rPr>
                            <m:t>−</m:t>
                          </m:r>
                          <m:f>
                            <m:fPr>
                              <m:type m:val="lin"/>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𝑟</m:t>
                              </m:r>
                            </m:num>
                            <m:den>
                              <m:r>
                                <a:rPr lang="zh-CN" altLang="en-US" sz="2000" b="0" i="1" smtClean="0">
                                  <a:latin typeface="Cambria Math" panose="02040503050406030204" pitchFamily="18" charset="0"/>
                                </a:rPr>
                                <m:t>𝜎</m:t>
                              </m:r>
                            </m:den>
                          </m:f>
                        </m:sup>
                      </m:sSup>
                    </m:oMath>
                  </m:oMathPara>
                </a14:m>
                <a:endParaRPr lang="en-US" sz="2000" dirty="0"/>
              </a:p>
              <a:p>
                <a:pPr marL="0" indent="0">
                  <a:lnSpc>
                    <a:spcPct val="120000"/>
                  </a:lnSpc>
                  <a:spcBef>
                    <a:spcPts val="0"/>
                  </a:spcBef>
                  <a:buNone/>
                </a:pPr>
                <a:r>
                  <a:rPr lang="zh-CN" altLang="en-US" sz="2000" dirty="0"/>
                  <a:t>由电子云的重叠导致，所以又叫重叠能</a:t>
                </a:r>
                <a:endParaRPr lang="en-US" sz="2000" dirty="0"/>
              </a:p>
            </p:txBody>
          </p:sp>
        </mc:Choice>
        <mc:Fallback xmlns="">
          <p:sp>
            <p:nvSpPr>
              <p:cNvPr id="6" name="内容占位符 5">
                <a:extLst>
                  <a:ext uri="{FF2B5EF4-FFF2-40B4-BE49-F238E27FC236}">
                    <a16:creationId xmlns:a16="http://schemas.microsoft.com/office/drawing/2014/main" id="{7769B5AC-3DCB-8BD5-155D-F8A2CFCF753E}"/>
                  </a:ext>
                </a:extLst>
              </p:cNvPr>
              <p:cNvSpPr>
                <a:spLocks noGrp="1" noRot="1" noChangeAspect="1" noMove="1" noResize="1" noEditPoints="1" noAdjustHandles="1" noChangeArrowheads="1" noChangeShapeType="1" noTextEdit="1"/>
              </p:cNvSpPr>
              <p:nvPr>
                <p:ph sz="half" idx="2"/>
              </p:nvPr>
            </p:nvSpPr>
            <p:spPr>
              <a:prstGeom prst="roundRect">
                <a:avLst>
                  <a:gd name="adj" fmla="val 7102"/>
                </a:avLst>
              </a:prstGeom>
              <a:blipFill>
                <a:blip r:embed="rId4"/>
                <a:stretch>
                  <a:fillRect/>
                </a:stretch>
              </a:blipFill>
              <a:ln w="19050">
                <a:solidFill>
                  <a:schemeClr val="accent2">
                    <a:lumMod val="75000"/>
                  </a:schemeClr>
                </a:solidFill>
              </a:ln>
            </p:spPr>
            <p:txBody>
              <a:bodyPr/>
              <a:lstStyle/>
              <a:p>
                <a:r>
                  <a:rPr lang="en-US">
                    <a:noFill/>
                  </a:rPr>
                  <a:t> </a:t>
                </a:r>
              </a:p>
            </p:txBody>
          </p:sp>
        </mc:Fallback>
      </mc:AlternateContent>
      <p:sp>
        <p:nvSpPr>
          <p:cNvPr id="7" name="矩形: 圆角 6">
            <a:extLst>
              <a:ext uri="{FF2B5EF4-FFF2-40B4-BE49-F238E27FC236}">
                <a16:creationId xmlns:a16="http://schemas.microsoft.com/office/drawing/2014/main" id="{A3230002-E73B-DFD8-226E-019EDF971FA4}"/>
              </a:ext>
            </a:extLst>
          </p:cNvPr>
          <p:cNvSpPr/>
          <p:nvPr/>
        </p:nvSpPr>
        <p:spPr>
          <a:xfrm>
            <a:off x="2729011" y="1527980"/>
            <a:ext cx="1399978" cy="4603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t>吸引项</a:t>
            </a:r>
            <a:endParaRPr lang="en-US" sz="2800" dirty="0"/>
          </a:p>
        </p:txBody>
      </p:sp>
      <p:sp>
        <p:nvSpPr>
          <p:cNvPr id="8" name="矩形: 圆角 7">
            <a:extLst>
              <a:ext uri="{FF2B5EF4-FFF2-40B4-BE49-F238E27FC236}">
                <a16:creationId xmlns:a16="http://schemas.microsoft.com/office/drawing/2014/main" id="{91F9A6B9-60F6-B8CB-0CB6-137D14D8E2DD}"/>
              </a:ext>
            </a:extLst>
          </p:cNvPr>
          <p:cNvSpPr/>
          <p:nvPr/>
        </p:nvSpPr>
        <p:spPr>
          <a:xfrm>
            <a:off x="8063011" y="1527980"/>
            <a:ext cx="1399978" cy="46035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t>排斥项</a:t>
            </a:r>
            <a:endParaRPr lang="en-US" sz="2800" dirty="0"/>
          </a:p>
        </p:txBody>
      </p:sp>
      <p:pic>
        <p:nvPicPr>
          <p:cNvPr id="10" name="图片 9">
            <a:extLst>
              <a:ext uri="{FF2B5EF4-FFF2-40B4-BE49-F238E27FC236}">
                <a16:creationId xmlns:a16="http://schemas.microsoft.com/office/drawing/2014/main" id="{5DA7483B-EB5D-19E5-BB5B-F58EDC426114}"/>
              </a:ext>
            </a:extLst>
          </p:cNvPr>
          <p:cNvPicPr>
            <a:picLocks noChangeAspect="1"/>
          </p:cNvPicPr>
          <p:nvPr/>
        </p:nvPicPr>
        <p:blipFill>
          <a:blip r:embed="rId5"/>
          <a:stretch>
            <a:fillRect/>
          </a:stretch>
        </p:blipFill>
        <p:spPr>
          <a:xfrm>
            <a:off x="7348154" y="3246981"/>
            <a:ext cx="2829692" cy="1508626"/>
          </a:xfrm>
          <a:prstGeom prst="rect">
            <a:avLst/>
          </a:prstGeom>
        </p:spPr>
      </p:pic>
      <p:graphicFrame>
        <p:nvGraphicFramePr>
          <p:cNvPr id="2" name="表格 1">
            <a:extLst>
              <a:ext uri="{FF2B5EF4-FFF2-40B4-BE49-F238E27FC236}">
                <a16:creationId xmlns:a16="http://schemas.microsoft.com/office/drawing/2014/main" id="{BD3340A7-5ABA-9F90-2E76-C34EEBD02DBF}"/>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5780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B4EF1-77F6-BA72-0B7B-99861EEE2E38}"/>
              </a:ext>
            </a:extLst>
          </p:cNvPr>
          <p:cNvSpPr>
            <a:spLocks noGrp="1"/>
          </p:cNvSpPr>
          <p:nvPr>
            <p:ph type="title"/>
          </p:nvPr>
        </p:nvSpPr>
        <p:spPr/>
        <p:txBody>
          <a:bodyPr/>
          <a:lstStyle/>
          <a:p>
            <a:r>
              <a:rPr lang="zh-CN" altLang="en-US" dirty="0"/>
              <a:t>从化学键（</a:t>
            </a:r>
            <a:r>
              <a:rPr lang="en-US" altLang="zh-CN" dirty="0"/>
              <a:t>bond</a:t>
            </a:r>
            <a:r>
              <a:rPr lang="zh-CN" altLang="en-US" dirty="0"/>
              <a:t>）的角度理解结合能</a:t>
            </a:r>
            <a:endParaRPr lang="en-US" dirty="0"/>
          </a:p>
        </p:txBody>
      </p:sp>
      <p:pic>
        <p:nvPicPr>
          <p:cNvPr id="8" name="图片 7">
            <a:extLst>
              <a:ext uri="{FF2B5EF4-FFF2-40B4-BE49-F238E27FC236}">
                <a16:creationId xmlns:a16="http://schemas.microsoft.com/office/drawing/2014/main" id="{D98DC520-ED00-68FD-2B01-A47BB64318B3}"/>
              </a:ext>
            </a:extLst>
          </p:cNvPr>
          <p:cNvPicPr>
            <a:picLocks noChangeAspect="1"/>
          </p:cNvPicPr>
          <p:nvPr/>
        </p:nvPicPr>
        <p:blipFill>
          <a:blip r:embed="rId2"/>
          <a:stretch>
            <a:fillRect/>
          </a:stretch>
        </p:blipFill>
        <p:spPr>
          <a:xfrm>
            <a:off x="543544" y="1695986"/>
            <a:ext cx="2214738" cy="2214738"/>
          </a:xfrm>
          <a:prstGeom prst="rect">
            <a:avLst/>
          </a:prstGeom>
        </p:spPr>
      </p:pic>
      <p:pic>
        <p:nvPicPr>
          <p:cNvPr id="10" name="图片 9">
            <a:extLst>
              <a:ext uri="{FF2B5EF4-FFF2-40B4-BE49-F238E27FC236}">
                <a16:creationId xmlns:a16="http://schemas.microsoft.com/office/drawing/2014/main" id="{4D613552-0765-6284-4D7A-27B4BAA73698}"/>
              </a:ext>
            </a:extLst>
          </p:cNvPr>
          <p:cNvPicPr>
            <a:picLocks noChangeAspect="1"/>
          </p:cNvPicPr>
          <p:nvPr/>
        </p:nvPicPr>
        <p:blipFill>
          <a:blip r:embed="rId3"/>
          <a:stretch>
            <a:fillRect/>
          </a:stretch>
        </p:blipFill>
        <p:spPr>
          <a:xfrm>
            <a:off x="2069839" y="4209603"/>
            <a:ext cx="1945248" cy="2380068"/>
          </a:xfrm>
          <a:prstGeom prst="rect">
            <a:avLst/>
          </a:prstGeom>
        </p:spPr>
      </p:pic>
      <p:pic>
        <p:nvPicPr>
          <p:cNvPr id="12" name="图片 11">
            <a:extLst>
              <a:ext uri="{FF2B5EF4-FFF2-40B4-BE49-F238E27FC236}">
                <a16:creationId xmlns:a16="http://schemas.microsoft.com/office/drawing/2014/main" id="{F98830E2-58E1-28ED-454E-197331B56A40}"/>
              </a:ext>
            </a:extLst>
          </p:cNvPr>
          <p:cNvPicPr>
            <a:picLocks noChangeAspect="1"/>
          </p:cNvPicPr>
          <p:nvPr/>
        </p:nvPicPr>
        <p:blipFill>
          <a:blip r:embed="rId4"/>
          <a:stretch>
            <a:fillRect/>
          </a:stretch>
        </p:blipFill>
        <p:spPr>
          <a:xfrm>
            <a:off x="4776626" y="4526384"/>
            <a:ext cx="2462245" cy="2018141"/>
          </a:xfrm>
          <a:prstGeom prst="rect">
            <a:avLst/>
          </a:prstGeom>
        </p:spPr>
      </p:pic>
      <p:pic>
        <p:nvPicPr>
          <p:cNvPr id="14" name="图片 13">
            <a:extLst>
              <a:ext uri="{FF2B5EF4-FFF2-40B4-BE49-F238E27FC236}">
                <a16:creationId xmlns:a16="http://schemas.microsoft.com/office/drawing/2014/main" id="{570C2871-048B-C8F5-1657-55F853BFFF1F}"/>
              </a:ext>
            </a:extLst>
          </p:cNvPr>
          <p:cNvPicPr>
            <a:picLocks noChangeAspect="1"/>
          </p:cNvPicPr>
          <p:nvPr/>
        </p:nvPicPr>
        <p:blipFill>
          <a:blip r:embed="rId5"/>
          <a:stretch>
            <a:fillRect/>
          </a:stretch>
        </p:blipFill>
        <p:spPr>
          <a:xfrm>
            <a:off x="9745887" y="1970193"/>
            <a:ext cx="2017948" cy="1264185"/>
          </a:xfrm>
          <a:prstGeom prst="rect">
            <a:avLst/>
          </a:prstGeom>
        </p:spPr>
      </p:pic>
      <p:pic>
        <p:nvPicPr>
          <p:cNvPr id="16" name="图片 15">
            <a:extLst>
              <a:ext uri="{FF2B5EF4-FFF2-40B4-BE49-F238E27FC236}">
                <a16:creationId xmlns:a16="http://schemas.microsoft.com/office/drawing/2014/main" id="{BFFC6A48-BD83-DC44-4C6A-B5C197A521A7}"/>
              </a:ext>
            </a:extLst>
          </p:cNvPr>
          <p:cNvPicPr>
            <a:picLocks noChangeAspect="1"/>
          </p:cNvPicPr>
          <p:nvPr/>
        </p:nvPicPr>
        <p:blipFill>
          <a:blip r:embed="rId6"/>
          <a:stretch>
            <a:fillRect/>
          </a:stretch>
        </p:blipFill>
        <p:spPr>
          <a:xfrm>
            <a:off x="9433906" y="4082928"/>
            <a:ext cx="2329929" cy="2409947"/>
          </a:xfrm>
          <a:prstGeom prst="rect">
            <a:avLst/>
          </a:prstGeom>
        </p:spPr>
      </p:pic>
      <p:sp>
        <p:nvSpPr>
          <p:cNvPr id="17" name="文本框 16">
            <a:extLst>
              <a:ext uri="{FF2B5EF4-FFF2-40B4-BE49-F238E27FC236}">
                <a16:creationId xmlns:a16="http://schemas.microsoft.com/office/drawing/2014/main" id="{A0CA77BC-9296-186C-FB12-8066BB81442F}"/>
              </a:ext>
            </a:extLst>
          </p:cNvPr>
          <p:cNvSpPr txBox="1"/>
          <p:nvPr/>
        </p:nvSpPr>
        <p:spPr>
          <a:xfrm>
            <a:off x="1096915" y="1397107"/>
            <a:ext cx="1107996" cy="461665"/>
          </a:xfrm>
          <a:prstGeom prst="rect">
            <a:avLst/>
          </a:prstGeom>
          <a:noFill/>
        </p:spPr>
        <p:txBody>
          <a:bodyPr wrap="none" rtlCol="0">
            <a:spAutoFit/>
          </a:bodyPr>
          <a:lstStyle/>
          <a:p>
            <a:r>
              <a:rPr lang="zh-CN" altLang="en-US" sz="2400" dirty="0">
                <a:highlight>
                  <a:srgbClr val="FFFF00"/>
                </a:highlight>
              </a:rPr>
              <a:t>离子键</a:t>
            </a:r>
            <a:endParaRPr lang="en-US" sz="2400" dirty="0">
              <a:highlight>
                <a:srgbClr val="FFFF00"/>
              </a:highlight>
            </a:endParaRPr>
          </a:p>
        </p:txBody>
      </p:sp>
      <p:sp>
        <p:nvSpPr>
          <p:cNvPr id="18" name="文本框 17">
            <a:extLst>
              <a:ext uri="{FF2B5EF4-FFF2-40B4-BE49-F238E27FC236}">
                <a16:creationId xmlns:a16="http://schemas.microsoft.com/office/drawing/2014/main" id="{AD52A0D8-1256-5313-61B8-FEE697B30443}"/>
              </a:ext>
            </a:extLst>
          </p:cNvPr>
          <p:cNvSpPr txBox="1"/>
          <p:nvPr/>
        </p:nvSpPr>
        <p:spPr>
          <a:xfrm>
            <a:off x="2488465" y="4212715"/>
            <a:ext cx="1107996" cy="461665"/>
          </a:xfrm>
          <a:prstGeom prst="rect">
            <a:avLst/>
          </a:prstGeom>
          <a:noFill/>
        </p:spPr>
        <p:txBody>
          <a:bodyPr wrap="none" rtlCol="0">
            <a:spAutoFit/>
          </a:bodyPr>
          <a:lstStyle/>
          <a:p>
            <a:r>
              <a:rPr lang="zh-CN" altLang="en-US" sz="2400" dirty="0">
                <a:highlight>
                  <a:srgbClr val="FFFF00"/>
                </a:highlight>
              </a:rPr>
              <a:t>共价键</a:t>
            </a:r>
            <a:endParaRPr lang="en-US" sz="2400" dirty="0">
              <a:highlight>
                <a:srgbClr val="FFFF00"/>
              </a:highlight>
            </a:endParaRPr>
          </a:p>
        </p:txBody>
      </p:sp>
      <p:sp>
        <p:nvSpPr>
          <p:cNvPr id="19" name="文本框 18">
            <a:extLst>
              <a:ext uri="{FF2B5EF4-FFF2-40B4-BE49-F238E27FC236}">
                <a16:creationId xmlns:a16="http://schemas.microsoft.com/office/drawing/2014/main" id="{FBCE9E7E-73E1-3CFC-B9D3-21764CEDBFD3}"/>
              </a:ext>
            </a:extLst>
          </p:cNvPr>
          <p:cNvSpPr txBox="1"/>
          <p:nvPr/>
        </p:nvSpPr>
        <p:spPr>
          <a:xfrm>
            <a:off x="5453750" y="4209603"/>
            <a:ext cx="1107996" cy="461665"/>
          </a:xfrm>
          <a:prstGeom prst="rect">
            <a:avLst/>
          </a:prstGeom>
          <a:noFill/>
        </p:spPr>
        <p:txBody>
          <a:bodyPr wrap="none" rtlCol="0">
            <a:spAutoFit/>
          </a:bodyPr>
          <a:lstStyle/>
          <a:p>
            <a:r>
              <a:rPr lang="zh-CN" altLang="en-US" sz="2400" dirty="0">
                <a:highlight>
                  <a:srgbClr val="FFFF00"/>
                </a:highlight>
              </a:rPr>
              <a:t>金属键</a:t>
            </a:r>
            <a:endParaRPr lang="en-US" sz="2400" dirty="0">
              <a:highlight>
                <a:srgbClr val="FFFF00"/>
              </a:highlight>
            </a:endParaRPr>
          </a:p>
        </p:txBody>
      </p:sp>
      <p:sp>
        <p:nvSpPr>
          <p:cNvPr id="20" name="文本框 19">
            <a:extLst>
              <a:ext uri="{FF2B5EF4-FFF2-40B4-BE49-F238E27FC236}">
                <a16:creationId xmlns:a16="http://schemas.microsoft.com/office/drawing/2014/main" id="{53BE1223-B658-DEC0-4C2C-626DFACE6F53}"/>
              </a:ext>
            </a:extLst>
          </p:cNvPr>
          <p:cNvSpPr txBox="1"/>
          <p:nvPr/>
        </p:nvSpPr>
        <p:spPr>
          <a:xfrm>
            <a:off x="10963616" y="4668938"/>
            <a:ext cx="800219" cy="461665"/>
          </a:xfrm>
          <a:prstGeom prst="rect">
            <a:avLst/>
          </a:prstGeom>
          <a:noFill/>
        </p:spPr>
        <p:txBody>
          <a:bodyPr wrap="none" rtlCol="0">
            <a:spAutoFit/>
          </a:bodyPr>
          <a:lstStyle/>
          <a:p>
            <a:r>
              <a:rPr lang="zh-CN" altLang="en-US" sz="2400" dirty="0"/>
              <a:t>氢键</a:t>
            </a:r>
            <a:endParaRPr lang="en-US" sz="2400" dirty="0"/>
          </a:p>
        </p:txBody>
      </p:sp>
      <p:sp>
        <p:nvSpPr>
          <p:cNvPr id="21" name="文本框 20">
            <a:extLst>
              <a:ext uri="{FF2B5EF4-FFF2-40B4-BE49-F238E27FC236}">
                <a16:creationId xmlns:a16="http://schemas.microsoft.com/office/drawing/2014/main" id="{D8FAD13C-831E-54AF-81E4-26BF3C32FD0D}"/>
              </a:ext>
            </a:extLst>
          </p:cNvPr>
          <p:cNvSpPr txBox="1"/>
          <p:nvPr/>
        </p:nvSpPr>
        <p:spPr>
          <a:xfrm>
            <a:off x="9997943" y="1627939"/>
            <a:ext cx="1415772" cy="461665"/>
          </a:xfrm>
          <a:prstGeom prst="rect">
            <a:avLst/>
          </a:prstGeom>
          <a:noFill/>
        </p:spPr>
        <p:txBody>
          <a:bodyPr wrap="none" rtlCol="0">
            <a:spAutoFit/>
          </a:bodyPr>
          <a:lstStyle/>
          <a:p>
            <a:r>
              <a:rPr lang="zh-CN" altLang="en-US" sz="2400" dirty="0">
                <a:highlight>
                  <a:srgbClr val="FFFF00"/>
                </a:highlight>
              </a:rPr>
              <a:t>范德华力</a:t>
            </a:r>
            <a:endParaRPr lang="en-US" sz="2400" dirty="0">
              <a:highlight>
                <a:srgbClr val="FFFF00"/>
              </a:highlight>
            </a:endParaRPr>
          </a:p>
        </p:txBody>
      </p:sp>
      <p:sp>
        <p:nvSpPr>
          <p:cNvPr id="22" name="星形: 十角 21">
            <a:extLst>
              <a:ext uri="{FF2B5EF4-FFF2-40B4-BE49-F238E27FC236}">
                <a16:creationId xmlns:a16="http://schemas.microsoft.com/office/drawing/2014/main" id="{7B05C3F8-B724-BBFF-8E58-B8755A92C37B}"/>
              </a:ext>
            </a:extLst>
          </p:cNvPr>
          <p:cNvSpPr/>
          <p:nvPr/>
        </p:nvSpPr>
        <p:spPr>
          <a:xfrm>
            <a:off x="4146077" y="1858771"/>
            <a:ext cx="1653430" cy="1653430"/>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800" dirty="0"/>
              <a:t>Strong</a:t>
            </a:r>
          </a:p>
          <a:p>
            <a:pPr algn="ctr"/>
            <a:r>
              <a:rPr lang="en-US" sz="2800" dirty="0"/>
              <a:t>Bonding</a:t>
            </a:r>
          </a:p>
        </p:txBody>
      </p:sp>
      <p:sp>
        <p:nvSpPr>
          <p:cNvPr id="23" name="星形: 十角 22">
            <a:extLst>
              <a:ext uri="{FF2B5EF4-FFF2-40B4-BE49-F238E27FC236}">
                <a16:creationId xmlns:a16="http://schemas.microsoft.com/office/drawing/2014/main" id="{E564AC18-21B2-B27B-CF9C-60C4EBC4BA48}"/>
              </a:ext>
            </a:extLst>
          </p:cNvPr>
          <p:cNvSpPr/>
          <p:nvPr/>
        </p:nvSpPr>
        <p:spPr>
          <a:xfrm>
            <a:off x="6635520" y="1858771"/>
            <a:ext cx="1653430" cy="1653430"/>
          </a:xfrm>
          <a:prstGeom prst="star10">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800" dirty="0">
                <a:solidFill>
                  <a:schemeClr val="tx1"/>
                </a:solidFill>
              </a:rPr>
              <a:t>Weak</a:t>
            </a:r>
          </a:p>
          <a:p>
            <a:pPr algn="ctr"/>
            <a:r>
              <a:rPr lang="en-US" sz="2800" dirty="0">
                <a:solidFill>
                  <a:schemeClr val="tx1"/>
                </a:solidFill>
              </a:rPr>
              <a:t>Bonding</a:t>
            </a:r>
          </a:p>
        </p:txBody>
      </p:sp>
      <p:sp>
        <p:nvSpPr>
          <p:cNvPr id="24" name="箭头: 左 23">
            <a:extLst>
              <a:ext uri="{FF2B5EF4-FFF2-40B4-BE49-F238E27FC236}">
                <a16:creationId xmlns:a16="http://schemas.microsoft.com/office/drawing/2014/main" id="{96D8EA27-983A-AAF3-8DE7-644CE2ABA8F2}"/>
              </a:ext>
            </a:extLst>
          </p:cNvPr>
          <p:cNvSpPr/>
          <p:nvPr/>
        </p:nvSpPr>
        <p:spPr>
          <a:xfrm>
            <a:off x="3002714" y="2363869"/>
            <a:ext cx="829789" cy="6432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箭头: 左 24">
            <a:extLst>
              <a:ext uri="{FF2B5EF4-FFF2-40B4-BE49-F238E27FC236}">
                <a16:creationId xmlns:a16="http://schemas.microsoft.com/office/drawing/2014/main" id="{A7869CAB-6BB4-6725-BC54-4C8AB408D92B}"/>
              </a:ext>
            </a:extLst>
          </p:cNvPr>
          <p:cNvSpPr/>
          <p:nvPr/>
        </p:nvSpPr>
        <p:spPr>
          <a:xfrm rot="19044207">
            <a:off x="3545583" y="3525179"/>
            <a:ext cx="829789" cy="6432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箭头: 左 25">
            <a:extLst>
              <a:ext uri="{FF2B5EF4-FFF2-40B4-BE49-F238E27FC236}">
                <a16:creationId xmlns:a16="http://schemas.microsoft.com/office/drawing/2014/main" id="{76A58A31-4AB1-2D3C-F5D3-39C3DFE5FE70}"/>
              </a:ext>
            </a:extLst>
          </p:cNvPr>
          <p:cNvSpPr/>
          <p:nvPr/>
        </p:nvSpPr>
        <p:spPr>
          <a:xfrm rot="14443113">
            <a:off x="5319172" y="3507366"/>
            <a:ext cx="829789" cy="6432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箭头: 左 26">
            <a:extLst>
              <a:ext uri="{FF2B5EF4-FFF2-40B4-BE49-F238E27FC236}">
                <a16:creationId xmlns:a16="http://schemas.microsoft.com/office/drawing/2014/main" id="{4D6E5A16-E9F8-E454-7E71-08EB60532647}"/>
              </a:ext>
            </a:extLst>
          </p:cNvPr>
          <p:cNvSpPr/>
          <p:nvPr/>
        </p:nvSpPr>
        <p:spPr>
          <a:xfrm rot="16200000">
            <a:off x="10519171" y="3402450"/>
            <a:ext cx="558306" cy="458242"/>
          </a:xfrm>
          <a:prstGeom prst="leftArrow">
            <a:avLst>
              <a:gd name="adj1" fmla="val 24510"/>
              <a:gd name="adj2" fmla="val 55334"/>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箭头: 左 27">
            <a:extLst>
              <a:ext uri="{FF2B5EF4-FFF2-40B4-BE49-F238E27FC236}">
                <a16:creationId xmlns:a16="http://schemas.microsoft.com/office/drawing/2014/main" id="{7A781A64-9880-6E69-B334-0B185D85A239}"/>
              </a:ext>
            </a:extLst>
          </p:cNvPr>
          <p:cNvSpPr/>
          <p:nvPr/>
        </p:nvSpPr>
        <p:spPr>
          <a:xfrm rot="10800000">
            <a:off x="8655625" y="2363869"/>
            <a:ext cx="829789" cy="643233"/>
          </a:xfrm>
          <a:prstGeom prst="lef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表格 2">
            <a:extLst>
              <a:ext uri="{FF2B5EF4-FFF2-40B4-BE49-F238E27FC236}">
                <a16:creationId xmlns:a16="http://schemas.microsoft.com/office/drawing/2014/main" id="{C78B7BD5-6A34-ECAA-0D09-3DC1F7554B9E}"/>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98585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05D5A-BAD4-9891-FA76-EFF8390A420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D9993F-0A7E-9B4E-1112-AC637B51FB62}"/>
              </a:ext>
            </a:extLst>
          </p:cNvPr>
          <p:cNvSpPr>
            <a:spLocks noGrp="1"/>
          </p:cNvSpPr>
          <p:nvPr>
            <p:ph type="title"/>
          </p:nvPr>
        </p:nvSpPr>
        <p:spPr/>
        <p:txBody>
          <a:bodyPr/>
          <a:lstStyle/>
          <a:p>
            <a:r>
              <a:rPr lang="zh-CN" altLang="en-US" dirty="0"/>
              <a:t>根据键合（</a:t>
            </a:r>
            <a:r>
              <a:rPr lang="en-US" altLang="zh-CN" dirty="0"/>
              <a:t>bonding</a:t>
            </a:r>
            <a:r>
              <a:rPr lang="zh-CN" altLang="en-US" dirty="0"/>
              <a:t>）类型划分晶体类型</a:t>
            </a:r>
            <a:endParaRPr lang="en-US" dirty="0"/>
          </a:p>
        </p:txBody>
      </p:sp>
      <p:graphicFrame>
        <p:nvGraphicFramePr>
          <p:cNvPr id="3" name="表格 2">
            <a:extLst>
              <a:ext uri="{FF2B5EF4-FFF2-40B4-BE49-F238E27FC236}">
                <a16:creationId xmlns:a16="http://schemas.microsoft.com/office/drawing/2014/main" id="{A448724E-2FC9-3636-D1B0-B1BBD0AE5645}"/>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4" name="文本框 3">
            <a:extLst>
              <a:ext uri="{FF2B5EF4-FFF2-40B4-BE49-F238E27FC236}">
                <a16:creationId xmlns:a16="http://schemas.microsoft.com/office/drawing/2014/main" id="{DA70193B-30B3-2ECE-9950-9A347C4E6B4B}"/>
              </a:ext>
            </a:extLst>
          </p:cNvPr>
          <p:cNvSpPr txBox="1"/>
          <p:nvPr/>
        </p:nvSpPr>
        <p:spPr>
          <a:xfrm>
            <a:off x="1114020" y="2255620"/>
            <a:ext cx="612934" cy="1374636"/>
          </a:xfrm>
          <a:prstGeom prst="roundRect">
            <a:avLst/>
          </a:prstGeom>
          <a:solidFill>
            <a:schemeClr val="accent4">
              <a:lumMod val="40000"/>
              <a:lumOff val="60000"/>
            </a:schemeClr>
          </a:solidFill>
          <a:ln>
            <a:solidFill>
              <a:schemeClr val="accent4">
                <a:lumMod val="50000"/>
              </a:schemeClr>
            </a:solidFill>
          </a:ln>
        </p:spPr>
        <p:txBody>
          <a:bodyPr vert="eaVert" wrap="none" rtlCol="0">
            <a:spAutoFit/>
          </a:bodyPr>
          <a:lstStyle/>
          <a:p>
            <a:r>
              <a:rPr lang="zh-CN" altLang="en-US" sz="2400" dirty="0"/>
              <a:t>键合较强</a:t>
            </a:r>
            <a:endParaRPr lang="en-US" sz="2400" dirty="0"/>
          </a:p>
        </p:txBody>
      </p:sp>
      <p:sp>
        <p:nvSpPr>
          <p:cNvPr id="5" name="文本框 4">
            <a:extLst>
              <a:ext uri="{FF2B5EF4-FFF2-40B4-BE49-F238E27FC236}">
                <a16:creationId xmlns:a16="http://schemas.microsoft.com/office/drawing/2014/main" id="{3F43FC04-B781-B198-6AE6-793294D68831}"/>
              </a:ext>
            </a:extLst>
          </p:cNvPr>
          <p:cNvSpPr txBox="1"/>
          <p:nvPr/>
        </p:nvSpPr>
        <p:spPr>
          <a:xfrm>
            <a:off x="2005374" y="2034283"/>
            <a:ext cx="3929344" cy="442674"/>
          </a:xfrm>
          <a:prstGeom prst="roundRect">
            <a:avLst/>
          </a:prstGeom>
          <a:solidFill>
            <a:schemeClr val="accent4">
              <a:lumMod val="20000"/>
              <a:lumOff val="80000"/>
            </a:schemeClr>
          </a:solidFill>
          <a:ln>
            <a:solidFill>
              <a:schemeClr val="accent4">
                <a:lumMod val="75000"/>
              </a:schemeClr>
            </a:solidFill>
          </a:ln>
        </p:spPr>
        <p:txBody>
          <a:bodyPr wrap="none" rtlCol="0">
            <a:spAutoFit/>
          </a:bodyPr>
          <a:lstStyle/>
          <a:p>
            <a:r>
              <a:rPr lang="zh-CN" altLang="en-US" sz="2000" dirty="0"/>
              <a:t>离子键</a:t>
            </a:r>
            <a:r>
              <a:rPr lang="en-US" altLang="zh-CN" sz="2000" dirty="0"/>
              <a:t>——</a:t>
            </a:r>
            <a:r>
              <a:rPr lang="zh-CN" altLang="en-US" sz="2000" dirty="0"/>
              <a:t>离子晶体 </a:t>
            </a:r>
            <a:r>
              <a:rPr lang="en-US" altLang="zh-CN" sz="2000" dirty="0"/>
              <a:t>(ionic crystal)</a:t>
            </a:r>
            <a:endParaRPr lang="en-US" sz="2000" dirty="0"/>
          </a:p>
        </p:txBody>
      </p:sp>
      <p:sp>
        <p:nvSpPr>
          <p:cNvPr id="7" name="文本框 6">
            <a:extLst>
              <a:ext uri="{FF2B5EF4-FFF2-40B4-BE49-F238E27FC236}">
                <a16:creationId xmlns:a16="http://schemas.microsoft.com/office/drawing/2014/main" id="{764C8211-3719-375E-7A0C-9E1A14A7CB3E}"/>
              </a:ext>
            </a:extLst>
          </p:cNvPr>
          <p:cNvSpPr txBox="1"/>
          <p:nvPr/>
        </p:nvSpPr>
        <p:spPr>
          <a:xfrm>
            <a:off x="2005374" y="2721601"/>
            <a:ext cx="4317980" cy="442674"/>
          </a:xfrm>
          <a:prstGeom prst="roundRect">
            <a:avLst/>
          </a:prstGeom>
          <a:solidFill>
            <a:schemeClr val="accent4">
              <a:lumMod val="20000"/>
              <a:lumOff val="80000"/>
            </a:schemeClr>
          </a:solidFill>
          <a:ln>
            <a:solidFill>
              <a:schemeClr val="accent4">
                <a:lumMod val="75000"/>
              </a:schemeClr>
            </a:solidFill>
          </a:ln>
        </p:spPr>
        <p:txBody>
          <a:bodyPr wrap="none" rtlCol="0">
            <a:spAutoFit/>
          </a:bodyPr>
          <a:lstStyle/>
          <a:p>
            <a:r>
              <a:rPr lang="zh-CN" altLang="en-US" sz="2000" dirty="0"/>
              <a:t>共价键</a:t>
            </a:r>
            <a:r>
              <a:rPr lang="en-US" altLang="zh-CN" sz="2000" dirty="0"/>
              <a:t>——</a:t>
            </a:r>
            <a:r>
              <a:rPr lang="zh-CN" altLang="en-US" sz="2000" dirty="0"/>
              <a:t>共价晶体 </a:t>
            </a:r>
            <a:r>
              <a:rPr lang="en-US" altLang="zh-CN" sz="2000" dirty="0"/>
              <a:t>(covalent crystal)</a:t>
            </a:r>
            <a:endParaRPr lang="en-US" sz="2000" dirty="0"/>
          </a:p>
        </p:txBody>
      </p:sp>
      <p:sp>
        <p:nvSpPr>
          <p:cNvPr id="11" name="文本框 10">
            <a:extLst>
              <a:ext uri="{FF2B5EF4-FFF2-40B4-BE49-F238E27FC236}">
                <a16:creationId xmlns:a16="http://schemas.microsoft.com/office/drawing/2014/main" id="{09FB372E-0CD1-C912-4BA2-FF4454AAFE9C}"/>
              </a:ext>
            </a:extLst>
          </p:cNvPr>
          <p:cNvSpPr txBox="1"/>
          <p:nvPr/>
        </p:nvSpPr>
        <p:spPr>
          <a:xfrm>
            <a:off x="2005374" y="3408919"/>
            <a:ext cx="4024253" cy="442674"/>
          </a:xfrm>
          <a:prstGeom prst="roundRect">
            <a:avLst/>
          </a:prstGeom>
          <a:solidFill>
            <a:schemeClr val="accent4">
              <a:lumMod val="20000"/>
              <a:lumOff val="80000"/>
            </a:schemeClr>
          </a:solidFill>
          <a:ln>
            <a:solidFill>
              <a:schemeClr val="accent4">
                <a:lumMod val="75000"/>
              </a:schemeClr>
            </a:solidFill>
          </a:ln>
        </p:spPr>
        <p:txBody>
          <a:bodyPr wrap="none" rtlCol="0">
            <a:spAutoFit/>
          </a:bodyPr>
          <a:lstStyle/>
          <a:p>
            <a:r>
              <a:rPr lang="zh-CN" altLang="en-US" sz="2000" dirty="0"/>
              <a:t>金属键</a:t>
            </a:r>
            <a:r>
              <a:rPr lang="en-US" altLang="zh-CN" sz="2000" dirty="0"/>
              <a:t>——</a:t>
            </a:r>
            <a:r>
              <a:rPr lang="zh-CN" altLang="en-US" sz="2000" dirty="0"/>
              <a:t>金属 </a:t>
            </a:r>
            <a:r>
              <a:rPr lang="en-US" altLang="zh-CN" sz="2000" dirty="0"/>
              <a:t>/ </a:t>
            </a:r>
            <a:r>
              <a:rPr lang="zh-CN" altLang="en-US" sz="2000" dirty="0"/>
              <a:t>金属晶体 </a:t>
            </a:r>
            <a:r>
              <a:rPr lang="en-US" altLang="zh-CN" sz="2000" dirty="0"/>
              <a:t>(metal)</a:t>
            </a:r>
            <a:endParaRPr lang="en-US" sz="2000" dirty="0"/>
          </a:p>
        </p:txBody>
      </p:sp>
      <p:sp>
        <p:nvSpPr>
          <p:cNvPr id="15" name="文本框 14">
            <a:extLst>
              <a:ext uri="{FF2B5EF4-FFF2-40B4-BE49-F238E27FC236}">
                <a16:creationId xmlns:a16="http://schemas.microsoft.com/office/drawing/2014/main" id="{9B0D6302-2255-3D8E-B70B-6A239BCAA404}"/>
              </a:ext>
            </a:extLst>
          </p:cNvPr>
          <p:cNvSpPr txBox="1"/>
          <p:nvPr/>
        </p:nvSpPr>
        <p:spPr>
          <a:xfrm>
            <a:off x="1114020" y="4493681"/>
            <a:ext cx="612934" cy="1374636"/>
          </a:xfrm>
          <a:prstGeom prst="roundRect">
            <a:avLst/>
          </a:prstGeom>
          <a:solidFill>
            <a:schemeClr val="accent6">
              <a:lumMod val="40000"/>
              <a:lumOff val="60000"/>
            </a:schemeClr>
          </a:solidFill>
          <a:ln>
            <a:solidFill>
              <a:schemeClr val="accent6">
                <a:lumMod val="75000"/>
              </a:schemeClr>
            </a:solidFill>
          </a:ln>
        </p:spPr>
        <p:txBody>
          <a:bodyPr vert="eaVert" wrap="none" rtlCol="0">
            <a:spAutoFit/>
          </a:bodyPr>
          <a:lstStyle/>
          <a:p>
            <a:r>
              <a:rPr lang="zh-CN" altLang="en-US" sz="2400" dirty="0"/>
              <a:t>键合较弱</a:t>
            </a:r>
            <a:endParaRPr lang="en-US" sz="2400" dirty="0"/>
          </a:p>
        </p:txBody>
      </p:sp>
      <p:sp>
        <p:nvSpPr>
          <p:cNvPr id="30" name="文本框 29">
            <a:extLst>
              <a:ext uri="{FF2B5EF4-FFF2-40B4-BE49-F238E27FC236}">
                <a16:creationId xmlns:a16="http://schemas.microsoft.com/office/drawing/2014/main" id="{E8D6CFAE-1108-F07A-716B-9634B190E113}"/>
              </a:ext>
            </a:extLst>
          </p:cNvPr>
          <p:cNvSpPr txBox="1"/>
          <p:nvPr/>
        </p:nvSpPr>
        <p:spPr>
          <a:xfrm>
            <a:off x="2009860" y="4493681"/>
            <a:ext cx="5465436" cy="783193"/>
          </a:xfrm>
          <a:prstGeom prst="roundRect">
            <a:avLst/>
          </a:prstGeom>
          <a:solidFill>
            <a:schemeClr val="accent6">
              <a:lumMod val="20000"/>
              <a:lumOff val="80000"/>
            </a:schemeClr>
          </a:solidFill>
          <a:ln>
            <a:solidFill>
              <a:schemeClr val="accent6">
                <a:lumMod val="75000"/>
              </a:schemeClr>
            </a:solidFill>
          </a:ln>
        </p:spPr>
        <p:txBody>
          <a:bodyPr wrap="none" rtlCol="0">
            <a:spAutoFit/>
          </a:bodyPr>
          <a:lstStyle/>
          <a:p>
            <a:r>
              <a:rPr lang="zh-CN" altLang="en-US" sz="2000" dirty="0"/>
              <a:t>范德华键</a:t>
            </a:r>
            <a:r>
              <a:rPr lang="en-US" altLang="zh-CN" sz="2000" dirty="0"/>
              <a:t>——</a:t>
            </a:r>
            <a:r>
              <a:rPr lang="zh-CN" altLang="en-US" sz="2000" dirty="0"/>
              <a:t>范德华晶体 </a:t>
            </a:r>
            <a:r>
              <a:rPr lang="en-US" altLang="zh-CN" sz="2000" dirty="0"/>
              <a:t>(van-der-Waals crystal)</a:t>
            </a:r>
          </a:p>
          <a:p>
            <a:r>
              <a:rPr lang="en-US" altLang="zh-CN" sz="2000" dirty="0"/>
              <a:t>                          </a:t>
            </a:r>
            <a:r>
              <a:rPr lang="zh-CN" altLang="en-US" sz="2000" dirty="0"/>
              <a:t>或 分子晶体 </a:t>
            </a:r>
            <a:r>
              <a:rPr lang="en-US" altLang="zh-CN" sz="2000" dirty="0"/>
              <a:t>(molecular crystal)</a:t>
            </a:r>
            <a:endParaRPr lang="en-US" sz="2000" dirty="0"/>
          </a:p>
        </p:txBody>
      </p:sp>
      <p:sp>
        <p:nvSpPr>
          <p:cNvPr id="32" name="文本框 31">
            <a:extLst>
              <a:ext uri="{FF2B5EF4-FFF2-40B4-BE49-F238E27FC236}">
                <a16:creationId xmlns:a16="http://schemas.microsoft.com/office/drawing/2014/main" id="{DBB1708E-638E-5ACE-22E2-2172E4B13246}"/>
              </a:ext>
            </a:extLst>
          </p:cNvPr>
          <p:cNvSpPr txBox="1"/>
          <p:nvPr/>
        </p:nvSpPr>
        <p:spPr>
          <a:xfrm>
            <a:off x="2664384" y="5499878"/>
            <a:ext cx="4156388" cy="442674"/>
          </a:xfrm>
          <a:prstGeom prst="roundRect">
            <a:avLst/>
          </a:prstGeom>
          <a:solidFill>
            <a:schemeClr val="accent6">
              <a:lumMod val="20000"/>
              <a:lumOff val="80000"/>
            </a:schemeClr>
          </a:solidFill>
          <a:ln>
            <a:solidFill>
              <a:schemeClr val="accent6">
                <a:lumMod val="75000"/>
              </a:schemeClr>
            </a:solidFill>
          </a:ln>
        </p:spPr>
        <p:txBody>
          <a:bodyPr wrap="none" rtlCol="0">
            <a:spAutoFit/>
          </a:bodyPr>
          <a:lstStyle/>
          <a:p>
            <a:r>
              <a:rPr lang="zh-CN" altLang="en-US" sz="2000" dirty="0"/>
              <a:t>氢键</a:t>
            </a:r>
            <a:r>
              <a:rPr lang="en-US" altLang="zh-CN" sz="2000" dirty="0"/>
              <a:t>——</a:t>
            </a:r>
            <a:r>
              <a:rPr lang="zh-CN" altLang="en-US" sz="2000" dirty="0"/>
              <a:t>氢键晶体 </a:t>
            </a:r>
            <a:r>
              <a:rPr lang="en-US" altLang="zh-CN" sz="2000" dirty="0"/>
              <a:t>(hydrogen crystal)</a:t>
            </a:r>
            <a:endParaRPr lang="en-US" sz="2000" dirty="0"/>
          </a:p>
        </p:txBody>
      </p:sp>
      <p:sp>
        <p:nvSpPr>
          <p:cNvPr id="33" name="箭头: 圆角右 32">
            <a:extLst>
              <a:ext uri="{FF2B5EF4-FFF2-40B4-BE49-F238E27FC236}">
                <a16:creationId xmlns:a16="http://schemas.microsoft.com/office/drawing/2014/main" id="{F1D094F5-6CA7-CC53-FC13-1518538AFC22}"/>
              </a:ext>
            </a:extLst>
          </p:cNvPr>
          <p:cNvSpPr/>
          <p:nvPr/>
        </p:nvSpPr>
        <p:spPr>
          <a:xfrm flipV="1">
            <a:off x="2146328" y="5378731"/>
            <a:ext cx="419374" cy="442674"/>
          </a:xfrm>
          <a:prstGeom prst="bentArrow">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文本框 34">
            <a:extLst>
              <a:ext uri="{FF2B5EF4-FFF2-40B4-BE49-F238E27FC236}">
                <a16:creationId xmlns:a16="http://schemas.microsoft.com/office/drawing/2014/main" id="{D104E43D-797A-0F11-1C9B-A8A336BD87EB}"/>
              </a:ext>
            </a:extLst>
          </p:cNvPr>
          <p:cNvSpPr txBox="1"/>
          <p:nvPr/>
        </p:nvSpPr>
        <p:spPr>
          <a:xfrm>
            <a:off x="7942668" y="4020929"/>
            <a:ext cx="3929344" cy="1804749"/>
          </a:xfrm>
          <a:prstGeom prst="roundRect">
            <a:avLst/>
          </a:prstGeom>
          <a:solidFill>
            <a:schemeClr val="accent2">
              <a:lumMod val="20000"/>
              <a:lumOff val="80000"/>
            </a:schemeClr>
          </a:solidFill>
          <a:ln>
            <a:solidFill>
              <a:schemeClr val="accent2">
                <a:lumMod val="75000"/>
              </a:schemeClr>
            </a:solidFill>
          </a:ln>
        </p:spPr>
        <p:txBody>
          <a:bodyPr wrap="square">
            <a:spAutoFit/>
          </a:bodyPr>
          <a:lstStyle/>
          <a:p>
            <a:r>
              <a:rPr lang="en-US" sz="2000" dirty="0"/>
              <a:t>实际晶体中的结合力可能不止一种，因此以上分类不一定严格</a:t>
            </a:r>
          </a:p>
          <a:p>
            <a:endParaRPr lang="en-US" sz="2000" dirty="0"/>
          </a:p>
          <a:p>
            <a:r>
              <a:rPr lang="en-US" sz="2000" dirty="0"/>
              <a:t>比如石墨等二维材料，层间是范德华相互作用，层内则是共价键</a:t>
            </a:r>
          </a:p>
        </p:txBody>
      </p:sp>
      <p:pic>
        <p:nvPicPr>
          <p:cNvPr id="36" name="图片 35" descr="石墨都有哪些分类？人造石墨的分类及用途是什么？-导热散热材料-热传智能制造网">
            <a:extLst>
              <a:ext uri="{FF2B5EF4-FFF2-40B4-BE49-F238E27FC236}">
                <a16:creationId xmlns:a16="http://schemas.microsoft.com/office/drawing/2014/main" id="{E86F8D14-6D2E-12A3-2FFB-B950C211A3E4}"/>
              </a:ext>
            </a:extLst>
          </p:cNvPr>
          <p:cNvPicPr>
            <a:picLocks noChangeAspect="1"/>
          </p:cNvPicPr>
          <p:nvPr/>
        </p:nvPicPr>
        <p:blipFill>
          <a:blip r:embed="rId2"/>
          <a:srcRect l="11903" r="22288"/>
          <a:stretch>
            <a:fillRect/>
          </a:stretch>
        </p:blipFill>
        <p:spPr>
          <a:xfrm>
            <a:off x="8864321" y="2255620"/>
            <a:ext cx="1972528" cy="1725622"/>
          </a:xfrm>
          <a:prstGeom prst="rect">
            <a:avLst/>
          </a:prstGeom>
        </p:spPr>
      </p:pic>
    </p:spTree>
    <p:extLst>
      <p:ext uri="{BB962C8B-B14F-4D97-AF65-F5344CB8AC3E}">
        <p14:creationId xmlns:p14="http://schemas.microsoft.com/office/powerpoint/2010/main" val="2948089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9536" y="304800"/>
            <a:ext cx="8229600" cy="936104"/>
          </a:xfrm>
        </p:spPr>
        <p:txBody>
          <a:bodyPr/>
          <a:lstStyle/>
          <a:p>
            <a:r>
              <a:rPr lang="zh-CN" altLang="en-US" dirty="0"/>
              <a:t>原子得失电子的能力</a:t>
            </a:r>
          </a:p>
        </p:txBody>
      </p:sp>
      <p:pic>
        <p:nvPicPr>
          <p:cNvPr id="6" name="内容占位符 5" descr="sodium_atom_donates_c_la_784.jpg"/>
          <p:cNvPicPr>
            <a:picLocks noGrp="1" noChangeAspect="1"/>
          </p:cNvPicPr>
          <p:nvPr>
            <p:ph idx="1"/>
          </p:nvPr>
        </p:nvPicPr>
        <p:blipFill>
          <a:blip r:embed="rId3"/>
          <a:stretch>
            <a:fillRect/>
          </a:stretch>
        </p:blipFill>
        <p:spPr>
          <a:xfrm>
            <a:off x="3381356" y="1124745"/>
            <a:ext cx="5429288" cy="5575721"/>
          </a:xfrm>
        </p:spPr>
      </p:pic>
      <p:graphicFrame>
        <p:nvGraphicFramePr>
          <p:cNvPr id="3" name="表格 2">
            <a:extLst>
              <a:ext uri="{FF2B5EF4-FFF2-40B4-BE49-F238E27FC236}">
                <a16:creationId xmlns:a16="http://schemas.microsoft.com/office/drawing/2014/main" id="{CFC97549-1733-7E6B-EA0B-A07746813E98}"/>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电离能</a:t>
            </a:r>
            <a:r>
              <a:rPr lang="en-US" altLang="zh-CN" dirty="0"/>
              <a:t>(I</a:t>
            </a:r>
            <a:r>
              <a:rPr lang="en-US" dirty="0"/>
              <a:t>onization Energy)</a:t>
            </a:r>
            <a:endParaRPr lang="zh-CN" altLang="en-US" dirty="0"/>
          </a:p>
        </p:txBody>
      </p:sp>
      <p:sp>
        <p:nvSpPr>
          <p:cNvPr id="7" name="内容占位符 6"/>
          <p:cNvSpPr>
            <a:spLocks noGrp="1"/>
          </p:cNvSpPr>
          <p:nvPr>
            <p:ph idx="1"/>
          </p:nvPr>
        </p:nvSpPr>
        <p:spPr/>
        <p:txBody>
          <a:bodyPr>
            <a:normAutofit/>
          </a:bodyPr>
          <a:lstStyle/>
          <a:p>
            <a:r>
              <a:rPr lang="zh-CN" altLang="en-US" dirty="0"/>
              <a:t>一个中性原子</a:t>
            </a:r>
            <a:r>
              <a:rPr lang="zh-CN" altLang="en-US" dirty="0">
                <a:solidFill>
                  <a:srgbClr val="FF0000"/>
                </a:solidFill>
              </a:rPr>
              <a:t>失去一个电子</a:t>
            </a:r>
            <a:r>
              <a:rPr lang="zh-CN" altLang="en-US" dirty="0"/>
              <a:t>所</a:t>
            </a:r>
            <a:r>
              <a:rPr lang="zh-CN" altLang="en-US" dirty="0">
                <a:solidFill>
                  <a:srgbClr val="FF0000"/>
                </a:solidFill>
              </a:rPr>
              <a:t>需要</a:t>
            </a:r>
            <a:r>
              <a:rPr lang="zh-CN" altLang="en-US" dirty="0"/>
              <a:t>的能量称为原子的</a:t>
            </a:r>
            <a:r>
              <a:rPr lang="zh-CN" altLang="en-US" dirty="0">
                <a:solidFill>
                  <a:srgbClr val="FF0000"/>
                </a:solidFill>
              </a:rPr>
              <a:t>电离能</a:t>
            </a:r>
            <a:r>
              <a:rPr lang="zh-CN" altLang="en-US" dirty="0"/>
              <a:t>；</a:t>
            </a:r>
            <a:endParaRPr lang="en-US" altLang="zh-CN" dirty="0"/>
          </a:p>
          <a:p>
            <a:r>
              <a:rPr lang="zh-CN" altLang="en-US" dirty="0"/>
              <a:t>度量原子对价电子的束缚能力</a:t>
            </a:r>
            <a:endParaRPr lang="en-US" altLang="zh-CN" dirty="0"/>
          </a:p>
          <a:p>
            <a:r>
              <a:rPr lang="zh-CN" altLang="en-US" dirty="0"/>
              <a:t>电离能</a:t>
            </a:r>
            <a:r>
              <a:rPr lang="zh-CN" altLang="en-US" dirty="0">
                <a:solidFill>
                  <a:srgbClr val="FF0000"/>
                </a:solidFill>
              </a:rPr>
              <a:t>越小</a:t>
            </a:r>
            <a:r>
              <a:rPr lang="zh-CN" altLang="en-US" dirty="0"/>
              <a:t>，说明其形成</a:t>
            </a:r>
            <a:r>
              <a:rPr lang="zh-CN" altLang="en-US" dirty="0">
                <a:solidFill>
                  <a:srgbClr val="FF0000"/>
                </a:solidFill>
              </a:rPr>
              <a:t>阳离子</a:t>
            </a:r>
            <a:r>
              <a:rPr lang="zh-CN" altLang="en-US" dirty="0"/>
              <a:t>倾向越强</a:t>
            </a:r>
            <a:endParaRPr lang="en-US" altLang="zh-CN" dirty="0"/>
          </a:p>
          <a:p>
            <a:r>
              <a:rPr lang="zh-CN" altLang="en-US" dirty="0"/>
              <a:t>第一电离能</a:t>
            </a:r>
            <a:endParaRPr lang="en-US" altLang="zh-CN" dirty="0"/>
          </a:p>
          <a:p>
            <a:endParaRPr lang="en-US" altLang="zh-CN" dirty="0"/>
          </a:p>
          <a:p>
            <a:r>
              <a:rPr lang="zh-CN" altLang="en-US" dirty="0"/>
              <a:t>第二电离能</a:t>
            </a:r>
            <a:endParaRPr lang="en-US" altLang="zh-CN" dirty="0"/>
          </a:p>
        </p:txBody>
      </p:sp>
      <p:graphicFrame>
        <p:nvGraphicFramePr>
          <p:cNvPr id="8" name="表格 7"/>
          <p:cNvGraphicFramePr>
            <a:graphicFrameLocks noGrp="1"/>
          </p:cNvGraphicFramePr>
          <p:nvPr/>
        </p:nvGraphicFramePr>
        <p:xfrm>
          <a:off x="3238480" y="3939326"/>
          <a:ext cx="6357982" cy="642942"/>
        </p:xfrm>
        <a:graphic>
          <a:graphicData uri="http://schemas.openxmlformats.org/drawingml/2006/table">
            <a:tbl>
              <a:tblPr/>
              <a:tblGrid>
                <a:gridCol w="3500462">
                  <a:extLst>
                    <a:ext uri="{9D8B030D-6E8A-4147-A177-3AD203B41FA5}">
                      <a16:colId xmlns:a16="http://schemas.microsoft.com/office/drawing/2014/main" val="20000"/>
                    </a:ext>
                  </a:extLst>
                </a:gridCol>
                <a:gridCol w="2857520">
                  <a:extLst>
                    <a:ext uri="{9D8B030D-6E8A-4147-A177-3AD203B41FA5}">
                      <a16:colId xmlns:a16="http://schemas.microsoft.com/office/drawing/2014/main" val="20001"/>
                    </a:ext>
                  </a:extLst>
                </a:gridCol>
              </a:tblGrid>
              <a:tr h="642942">
                <a:tc>
                  <a:txBody>
                    <a:bodyPr/>
                    <a:lstStyle/>
                    <a:p>
                      <a:pPr algn="ctr"/>
                      <a:r>
                        <a:rPr lang="en-US" sz="2800" dirty="0"/>
                        <a:t>Na</a:t>
                      </a:r>
                      <a:r>
                        <a:rPr lang="en-US" sz="2800" baseline="-25000" dirty="0"/>
                        <a:t>(g)</a:t>
                      </a:r>
                      <a:r>
                        <a:rPr lang="en-US" sz="2800" dirty="0"/>
                        <a:t> → Na</a:t>
                      </a:r>
                      <a:r>
                        <a:rPr lang="en-US" sz="2800" baseline="30000" dirty="0"/>
                        <a:t>+</a:t>
                      </a:r>
                      <a:r>
                        <a:rPr lang="en-US" sz="2800" baseline="-25000" dirty="0"/>
                        <a:t>(g)</a:t>
                      </a:r>
                      <a:r>
                        <a:rPr lang="en-US" sz="2800" dirty="0"/>
                        <a:t> + e</a:t>
                      </a:r>
                      <a:r>
                        <a:rPr lang="en-US" sz="2800" baseline="30000" dirty="0"/>
                        <a:t>-</a:t>
                      </a:r>
                      <a:endParaRPr lang="en-US" sz="2800" dirty="0"/>
                    </a:p>
                  </a:txBody>
                  <a:tcPr anchor="ctr">
                    <a:lnL>
                      <a:noFill/>
                    </a:lnL>
                    <a:lnR>
                      <a:noFill/>
                    </a:lnR>
                    <a:lnT>
                      <a:noFill/>
                    </a:lnT>
                    <a:lnB>
                      <a:noFill/>
                    </a:lnB>
                  </a:tcPr>
                </a:tc>
                <a:tc>
                  <a:txBody>
                    <a:bodyPr/>
                    <a:lstStyle/>
                    <a:p>
                      <a:pPr algn="ctr"/>
                      <a:r>
                        <a:rPr lang="en-US" sz="2800" dirty="0"/>
                        <a:t>I</a:t>
                      </a:r>
                      <a:r>
                        <a:rPr lang="en-US" sz="2800" baseline="-25000" dirty="0"/>
                        <a:t>1</a:t>
                      </a:r>
                      <a:r>
                        <a:rPr lang="en-US" sz="2800" dirty="0"/>
                        <a:t> = 496 kJ/mol</a:t>
                      </a: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48133"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fontAlgn="base">
              <a:spcBef>
                <a:spcPct val="0"/>
              </a:spcBef>
              <a:spcAft>
                <a:spcPct val="0"/>
              </a:spcAft>
            </a:pPr>
            <a:endParaRPr lang="zh-CN" altLang="zh-CN">
              <a:latin typeface="Arial" pitchFamily="34" charset="0"/>
              <a:ea typeface="宋体" pitchFamily="2" charset="-122"/>
            </a:endParaRPr>
          </a:p>
        </p:txBody>
      </p:sp>
      <p:graphicFrame>
        <p:nvGraphicFramePr>
          <p:cNvPr id="10" name="表格 9"/>
          <p:cNvGraphicFramePr>
            <a:graphicFrameLocks noGrp="1"/>
          </p:cNvGraphicFramePr>
          <p:nvPr/>
        </p:nvGraphicFramePr>
        <p:xfrm>
          <a:off x="2881290" y="5019446"/>
          <a:ext cx="7072362" cy="785818"/>
        </p:xfrm>
        <a:graphic>
          <a:graphicData uri="http://schemas.openxmlformats.org/drawingml/2006/table">
            <a:tbl>
              <a:tblPr/>
              <a:tblGrid>
                <a:gridCol w="3786214">
                  <a:extLst>
                    <a:ext uri="{9D8B030D-6E8A-4147-A177-3AD203B41FA5}">
                      <a16:colId xmlns:a16="http://schemas.microsoft.com/office/drawing/2014/main" val="20000"/>
                    </a:ext>
                  </a:extLst>
                </a:gridCol>
                <a:gridCol w="3286148">
                  <a:extLst>
                    <a:ext uri="{9D8B030D-6E8A-4147-A177-3AD203B41FA5}">
                      <a16:colId xmlns:a16="http://schemas.microsoft.com/office/drawing/2014/main" val="20001"/>
                    </a:ext>
                  </a:extLst>
                </a:gridCol>
              </a:tblGrid>
              <a:tr h="785818">
                <a:tc>
                  <a:txBody>
                    <a:bodyPr/>
                    <a:lstStyle/>
                    <a:p>
                      <a:pPr algn="ctr"/>
                      <a:r>
                        <a:rPr lang="pt-BR" sz="2800" dirty="0"/>
                        <a:t>Na</a:t>
                      </a:r>
                      <a:r>
                        <a:rPr lang="pt-BR" sz="2800" baseline="30000" dirty="0"/>
                        <a:t>+</a:t>
                      </a:r>
                      <a:r>
                        <a:rPr lang="pt-BR" sz="2800" baseline="-25000" dirty="0"/>
                        <a:t>(g)</a:t>
                      </a:r>
                      <a:r>
                        <a:rPr lang="pt-BR" sz="2800" dirty="0"/>
                        <a:t> → Na</a:t>
                      </a:r>
                      <a:r>
                        <a:rPr lang="pt-BR" sz="2800" baseline="30000" dirty="0"/>
                        <a:t>2+</a:t>
                      </a:r>
                      <a:r>
                        <a:rPr lang="pt-BR" sz="2800" baseline="-25000" dirty="0"/>
                        <a:t>(g)</a:t>
                      </a:r>
                      <a:r>
                        <a:rPr lang="pt-BR" sz="2800" dirty="0"/>
                        <a:t> + e</a:t>
                      </a:r>
                      <a:r>
                        <a:rPr lang="pt-BR" sz="2800" baseline="30000" dirty="0"/>
                        <a:t>-</a:t>
                      </a:r>
                      <a:endParaRPr lang="pt-BR" sz="2800" dirty="0"/>
                    </a:p>
                  </a:txBody>
                  <a:tcPr anchor="ctr">
                    <a:lnL>
                      <a:noFill/>
                    </a:lnL>
                    <a:lnR>
                      <a:noFill/>
                    </a:lnR>
                    <a:lnT>
                      <a:noFill/>
                    </a:lnT>
                    <a:lnB>
                      <a:noFill/>
                    </a:lnB>
                  </a:tcPr>
                </a:tc>
                <a:tc>
                  <a:txBody>
                    <a:bodyPr/>
                    <a:lstStyle/>
                    <a:p>
                      <a:pPr algn="ctr"/>
                      <a:r>
                        <a:rPr lang="en-US" sz="2800" dirty="0"/>
                        <a:t>I</a:t>
                      </a:r>
                      <a:r>
                        <a:rPr lang="en-US" sz="2800" baseline="-25000" dirty="0"/>
                        <a:t>2</a:t>
                      </a:r>
                      <a:r>
                        <a:rPr lang="en-US" sz="2800" dirty="0"/>
                        <a:t> = 4560 kJ/mol</a:t>
                      </a: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48134"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fontAlgn="base">
              <a:spcBef>
                <a:spcPct val="0"/>
              </a:spcBef>
              <a:spcAft>
                <a:spcPct val="0"/>
              </a:spcAft>
            </a:pPr>
            <a:endParaRPr lang="zh-CN" altLang="zh-CN">
              <a:latin typeface="Arial" pitchFamily="34" charset="0"/>
              <a:ea typeface="宋体" pitchFamily="2" charset="-122"/>
            </a:endParaRPr>
          </a:p>
        </p:txBody>
      </p:sp>
      <p:graphicFrame>
        <p:nvGraphicFramePr>
          <p:cNvPr id="3" name="表格 2">
            <a:extLst>
              <a:ext uri="{FF2B5EF4-FFF2-40B4-BE49-F238E27FC236}">
                <a16:creationId xmlns:a16="http://schemas.microsoft.com/office/drawing/2014/main" id="{9D388958-145A-3698-CF42-3FE24112EB36}"/>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AF286B2-2001-FA45-6C1D-6694AEF95358}"/>
              </a:ext>
            </a:extLst>
          </p:cNvPr>
          <p:cNvPicPr>
            <a:picLocks noChangeAspect="1"/>
          </p:cNvPicPr>
          <p:nvPr/>
        </p:nvPicPr>
        <p:blipFill>
          <a:blip r:embed="rId3"/>
          <a:stretch>
            <a:fillRect/>
          </a:stretch>
        </p:blipFill>
        <p:spPr>
          <a:xfrm>
            <a:off x="357905" y="4615402"/>
            <a:ext cx="11476190" cy="2076190"/>
          </a:xfrm>
          <a:prstGeom prst="rect">
            <a:avLst/>
          </a:prstGeom>
        </p:spPr>
      </p:pic>
      <p:sp>
        <p:nvSpPr>
          <p:cNvPr id="2" name="标题 1"/>
          <p:cNvSpPr>
            <a:spLocks noGrp="1"/>
          </p:cNvSpPr>
          <p:nvPr>
            <p:ph type="title"/>
          </p:nvPr>
        </p:nvSpPr>
        <p:spPr/>
        <p:txBody>
          <a:bodyPr/>
          <a:lstStyle/>
          <a:p>
            <a:r>
              <a:rPr lang="zh-CN" altLang="en-US" dirty="0"/>
              <a:t>电子亲和能</a:t>
            </a:r>
            <a:r>
              <a:rPr lang="en-US" altLang="zh-CN" dirty="0"/>
              <a:t>(Electron Affinity)</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485900"/>
                <a:ext cx="10515600" cy="4691063"/>
              </a:xfrm>
            </p:spPr>
            <p:txBody>
              <a:bodyPr>
                <a:normAutofit/>
              </a:bodyPr>
              <a:lstStyle/>
              <a:p>
                <a:r>
                  <a:rPr lang="zh-CN" altLang="en-US" dirty="0"/>
                  <a:t>一个中性原子</a:t>
                </a:r>
                <a:r>
                  <a:rPr lang="zh-CN" altLang="en-US" dirty="0">
                    <a:solidFill>
                      <a:srgbClr val="FF0000"/>
                    </a:solidFill>
                  </a:rPr>
                  <a:t>获得一个电子</a:t>
                </a:r>
                <a:r>
                  <a:rPr lang="zh-CN" altLang="en-US" dirty="0"/>
                  <a:t>成为负离子所</a:t>
                </a:r>
                <a:r>
                  <a:rPr lang="zh-CN" altLang="en-US" dirty="0">
                    <a:solidFill>
                      <a:srgbClr val="FF0000"/>
                    </a:solidFill>
                  </a:rPr>
                  <a:t>释放</a:t>
                </a:r>
                <a:r>
                  <a:rPr lang="zh-CN" altLang="en-US" dirty="0"/>
                  <a:t>出的能量叫</a:t>
                </a:r>
                <a:r>
                  <a:rPr lang="zh-CN" altLang="en-US" dirty="0">
                    <a:solidFill>
                      <a:srgbClr val="FF0000"/>
                    </a:solidFill>
                  </a:rPr>
                  <a:t>电子亲和能</a:t>
                </a:r>
                <a:r>
                  <a:rPr lang="zh-CN" altLang="en-US" dirty="0"/>
                  <a:t>；</a:t>
                </a:r>
                <a:endParaRPr lang="en-US" altLang="zh-CN" dirty="0"/>
              </a:p>
              <a:p>
                <a:endParaRPr lang="en-US" altLang="zh-CN" dirty="0"/>
              </a:p>
              <a:p>
                <a:r>
                  <a:rPr lang="zh-CN" altLang="en-US" dirty="0"/>
                  <a:t>度量原子对电子的束缚能力；</a:t>
                </a:r>
                <a:endParaRPr lang="en-US" altLang="zh-CN" dirty="0"/>
              </a:p>
              <a:p>
                <a:r>
                  <a:rPr lang="zh-CN" altLang="en-US" dirty="0"/>
                  <a:t>电子亲和能</a:t>
                </a:r>
                <a:r>
                  <a:rPr lang="zh-CN" altLang="en-US" dirty="0">
                    <a:solidFill>
                      <a:srgbClr val="FF0000"/>
                    </a:solidFill>
                  </a:rPr>
                  <a:t>越大</a:t>
                </a:r>
                <a:r>
                  <a:rPr lang="zh-CN" altLang="en-US" dirty="0"/>
                  <a:t>，说明其形成</a:t>
                </a:r>
                <a:r>
                  <a:rPr lang="zh-CN" altLang="en-US" dirty="0">
                    <a:solidFill>
                      <a:srgbClr val="FF0000"/>
                    </a:solidFill>
                  </a:rPr>
                  <a:t>负离子</a:t>
                </a:r>
                <a:r>
                  <a:rPr lang="zh-CN" altLang="en-US" dirty="0"/>
                  <a:t>倾向越强</a:t>
                </a:r>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b="0" i="1" smtClean="0">
                            <a:latin typeface="Cambria Math" panose="02040503050406030204" pitchFamily="18" charset="0"/>
                          </a:rPr>
                          <m:t>𝑒𝑎</m:t>
                        </m:r>
                      </m:sub>
                    </m:sSub>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485900"/>
                <a:ext cx="10515600" cy="4691063"/>
              </a:xfrm>
              <a:blipFill>
                <a:blip r:embed="rId4"/>
                <a:stretch>
                  <a:fillRect l="-1043" t="-2341"/>
                </a:stretch>
              </a:blipFill>
            </p:spPr>
            <p:txBody>
              <a:bodyPr/>
              <a:lstStyle/>
              <a:p>
                <a:r>
                  <a:rPr lang="zh-CN"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1998777922"/>
              </p:ext>
            </p:extLst>
          </p:nvPr>
        </p:nvGraphicFramePr>
        <p:xfrm>
          <a:off x="2601751" y="2205317"/>
          <a:ext cx="6881818" cy="518160"/>
        </p:xfrm>
        <a:graphic>
          <a:graphicData uri="http://schemas.openxmlformats.org/drawingml/2006/table">
            <a:tbl>
              <a:tblPr/>
              <a:tblGrid>
                <a:gridCol w="3440909">
                  <a:extLst>
                    <a:ext uri="{9D8B030D-6E8A-4147-A177-3AD203B41FA5}">
                      <a16:colId xmlns:a16="http://schemas.microsoft.com/office/drawing/2014/main" val="20000"/>
                    </a:ext>
                  </a:extLst>
                </a:gridCol>
                <a:gridCol w="3440909">
                  <a:extLst>
                    <a:ext uri="{9D8B030D-6E8A-4147-A177-3AD203B41FA5}">
                      <a16:colId xmlns:a16="http://schemas.microsoft.com/office/drawing/2014/main" val="20001"/>
                    </a:ext>
                  </a:extLst>
                </a:gridCol>
              </a:tblGrid>
              <a:tr h="0">
                <a:tc>
                  <a:txBody>
                    <a:bodyPr/>
                    <a:lstStyle/>
                    <a:p>
                      <a:pPr algn="ctr"/>
                      <a:r>
                        <a:rPr lang="en-US" sz="2800" dirty="0" err="1"/>
                        <a:t>Cl</a:t>
                      </a:r>
                      <a:r>
                        <a:rPr lang="en-US" sz="2800" baseline="-25000" dirty="0"/>
                        <a:t>(g)</a:t>
                      </a:r>
                      <a:r>
                        <a:rPr lang="en-US" sz="2800" dirty="0"/>
                        <a:t> + e</a:t>
                      </a:r>
                      <a:r>
                        <a:rPr lang="en-US" sz="2800" baseline="30000" dirty="0"/>
                        <a:t>-</a:t>
                      </a:r>
                      <a:r>
                        <a:rPr lang="en-US" sz="2800" dirty="0"/>
                        <a:t> → </a:t>
                      </a:r>
                      <a:r>
                        <a:rPr lang="en-US" sz="2800" dirty="0" err="1"/>
                        <a:t>Cl</a:t>
                      </a:r>
                      <a:r>
                        <a:rPr lang="en-US" sz="2800" baseline="30000" dirty="0"/>
                        <a:t>-</a:t>
                      </a:r>
                      <a:r>
                        <a:rPr lang="en-US" sz="2800" baseline="-25000" dirty="0"/>
                        <a:t>(g)</a:t>
                      </a:r>
                      <a:endParaRPr lang="en-US" sz="2800" dirty="0"/>
                    </a:p>
                  </a:txBody>
                  <a:tcPr anchor="ctr">
                    <a:lnL>
                      <a:noFill/>
                    </a:lnL>
                    <a:lnR>
                      <a:noFill/>
                    </a:lnR>
                    <a:lnT>
                      <a:noFill/>
                    </a:lnT>
                    <a:lnB>
                      <a:noFill/>
                    </a:lnB>
                  </a:tcPr>
                </a:tc>
                <a:tc>
                  <a:txBody>
                    <a:bodyPr/>
                    <a:lstStyle/>
                    <a:p>
                      <a:pPr algn="ctr"/>
                      <a:r>
                        <a:rPr lang="en-US" sz="2800" dirty="0"/>
                        <a:t>E.A. = 349 kJ/mol</a:t>
                      </a: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140289" name="Rectangle 1"/>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fontAlgn="base">
              <a:spcBef>
                <a:spcPct val="0"/>
              </a:spcBef>
              <a:spcAft>
                <a:spcPct val="0"/>
              </a:spcAft>
            </a:pPr>
            <a:endParaRPr lang="zh-CN" altLang="zh-CN">
              <a:latin typeface="Arial" pitchFamily="34" charset="0"/>
              <a:ea typeface="宋体" pitchFamily="2" charset="-122"/>
            </a:endParaRPr>
          </a:p>
        </p:txBody>
      </p:sp>
      <p:graphicFrame>
        <p:nvGraphicFramePr>
          <p:cNvPr id="7" name="表格 6">
            <a:extLst>
              <a:ext uri="{FF2B5EF4-FFF2-40B4-BE49-F238E27FC236}">
                <a16:creationId xmlns:a16="http://schemas.microsoft.com/office/drawing/2014/main" id="{5FC152D1-8219-8984-743C-B2AC1761ACE2}"/>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电负性 </a:t>
            </a:r>
            <a:r>
              <a:rPr lang="en-US" altLang="zh-CN" dirty="0"/>
              <a:t>(Electronegativity)</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981200" y="1803576"/>
                <a:ext cx="8229600" cy="4289720"/>
              </a:xfrm>
            </p:spPr>
            <p:txBody>
              <a:bodyPr>
                <a:normAutofit/>
              </a:bodyPr>
              <a:lstStyle/>
              <a:p>
                <a:pPr marL="108000" indent="0">
                  <a:lnSpc>
                    <a:spcPct val="120000"/>
                  </a:lnSpc>
                  <a:spcBef>
                    <a:spcPts val="0"/>
                  </a:spcBef>
                  <a:spcAft>
                    <a:spcPts val="600"/>
                  </a:spcAft>
                  <a:buNone/>
                </a:pPr>
                <a:r>
                  <a:rPr lang="zh-CN" altLang="en-US" sz="2400" dirty="0"/>
                  <a:t>电负性表示两个不同</a:t>
                </a:r>
                <a:r>
                  <a:rPr lang="zh-CN" altLang="en-US" sz="2400" dirty="0">
                    <a:solidFill>
                      <a:srgbClr val="FF0000"/>
                    </a:solidFill>
                  </a:rPr>
                  <a:t>原子形成化学键时吸引电子能力</a:t>
                </a:r>
                <a:r>
                  <a:rPr lang="zh-CN" altLang="en-US" sz="2400" dirty="0"/>
                  <a:t>的</a:t>
                </a:r>
                <a:r>
                  <a:rPr lang="zh-CN" altLang="en-US" sz="2400" dirty="0">
                    <a:solidFill>
                      <a:srgbClr val="FF0000"/>
                    </a:solidFill>
                  </a:rPr>
                  <a:t>相对强弱</a:t>
                </a:r>
                <a:r>
                  <a:rPr lang="zh-CN" altLang="en-US" sz="2400" dirty="0"/>
                  <a:t>；</a:t>
                </a:r>
                <a:endParaRPr lang="en-US" altLang="zh-CN" sz="2400" dirty="0"/>
              </a:p>
              <a:p>
                <a:pPr marL="108000" indent="0" algn="just">
                  <a:lnSpc>
                    <a:spcPct val="120000"/>
                  </a:lnSpc>
                  <a:spcBef>
                    <a:spcPts val="0"/>
                  </a:spcBef>
                  <a:spcAft>
                    <a:spcPts val="600"/>
                  </a:spcAft>
                  <a:buNone/>
                </a:pPr>
                <a:r>
                  <a:rPr lang="en-US" altLang="zh-CN" sz="2400" dirty="0"/>
                  <a:t>(1) </a:t>
                </a:r>
                <a:r>
                  <a:rPr lang="en-US" altLang="zh-CN" sz="2400" dirty="0" err="1"/>
                  <a:t>Mulliken</a:t>
                </a:r>
                <a:r>
                  <a:rPr lang="zh-CN" altLang="en-US" sz="2400" dirty="0"/>
                  <a:t>定义：通过电离能和亲和能：</a:t>
                </a:r>
                <a:r>
                  <a:rPr lang="en-US" altLang="zh-CN" sz="2400" dirty="0"/>
                  <a:t>                              </a:t>
                </a:r>
              </a:p>
              <a:p>
                <a:pPr marL="108000" indent="0" algn="ctr">
                  <a:lnSpc>
                    <a:spcPct val="120000"/>
                  </a:lnSpc>
                  <a:spcBef>
                    <a:spcPts val="0"/>
                  </a:spcBef>
                  <a:spcAft>
                    <a:spcPts val="600"/>
                  </a:spcAft>
                  <a:buNone/>
                </a:pPr>
                <a14:m>
                  <m:oMathPara xmlns:m="http://schemas.openxmlformats.org/officeDocument/2006/math">
                    <m:oMath>
                      <m:r>
                        <a:rPr lang="el-GR" altLang="zh-CN" sz="2400" i="1" dirty="0" smtClean="0">
                          <a:latin typeface="Cambria Math" panose="02040503050406030204" pitchFamily="18" charset="0"/>
                        </a:rPr>
                        <m:t>𝜒</m:t>
                      </m:r>
                      <m:r>
                        <a:rPr lang="en-US" altLang="zh-CN" sz="2400" i="1" dirty="0">
                          <a:latin typeface="Cambria Math" panose="02040503050406030204" pitchFamily="18" charset="0"/>
                        </a:rPr>
                        <m:t>=</m:t>
                      </m:r>
                      <m:r>
                        <a:rPr lang="en-US" altLang="zh-CN" sz="2400" i="1" dirty="0" smtClean="0">
                          <a:latin typeface="Cambria Math" panose="02040503050406030204" pitchFamily="18" charset="0"/>
                        </a:rPr>
                        <m:t> </m:t>
                      </m:r>
                      <m:r>
                        <a:rPr lang="en-US" altLang="zh-CN" sz="2400" i="1" dirty="0">
                          <a:latin typeface="Cambria Math" panose="02040503050406030204" pitchFamily="18" charset="0"/>
                        </a:rPr>
                        <m:t>(</m:t>
                      </m:r>
                      <m:r>
                        <a:rPr lang="en-US" altLang="zh-CN" sz="2400" i="1" dirty="0" err="1">
                          <a:latin typeface="Cambria Math" panose="02040503050406030204" pitchFamily="18" charset="0"/>
                        </a:rPr>
                        <m:t>𝐸</m:t>
                      </m:r>
                      <m:r>
                        <a:rPr lang="en-US" altLang="zh-CN" sz="2400" i="1" baseline="-25000" dirty="0" err="1">
                          <a:latin typeface="Cambria Math" panose="02040503050406030204" pitchFamily="18" charset="0"/>
                        </a:rPr>
                        <m:t>𝑖</m:t>
                      </m:r>
                      <m:r>
                        <a:rPr lang="en-US" altLang="zh-CN" sz="2400" i="1" dirty="0" err="1">
                          <a:latin typeface="Cambria Math" panose="02040503050406030204" pitchFamily="18" charset="0"/>
                        </a:rPr>
                        <m:t>+</m:t>
                      </m:r>
                      <m:r>
                        <a:rPr lang="en-US" altLang="zh-CN" sz="2400" i="1" dirty="0" err="1">
                          <a:latin typeface="Cambria Math" panose="02040503050406030204" pitchFamily="18" charset="0"/>
                        </a:rPr>
                        <m:t>𝐸𝑒𝑎</m:t>
                      </m:r>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/2</m:t>
                      </m:r>
                    </m:oMath>
                  </m:oMathPara>
                </a14:m>
                <a:endParaRPr lang="en-US" altLang="zh-CN" sz="2400" dirty="0"/>
              </a:p>
              <a:p>
                <a:pPr marL="108000" indent="0">
                  <a:lnSpc>
                    <a:spcPct val="120000"/>
                  </a:lnSpc>
                  <a:spcBef>
                    <a:spcPts val="0"/>
                  </a:spcBef>
                  <a:spcAft>
                    <a:spcPts val="600"/>
                  </a:spcAft>
                  <a:buNone/>
                </a:pPr>
                <a:r>
                  <a:rPr lang="en-US" altLang="zh-CN" sz="2400" dirty="0" err="1"/>
                  <a:t>Mulliken</a:t>
                </a:r>
                <a:r>
                  <a:rPr lang="zh-CN" altLang="en-US" sz="2400" dirty="0"/>
                  <a:t>电负性单位为</a:t>
                </a:r>
                <a:r>
                  <a:rPr lang="en-US" altLang="zh-CN" sz="2400" dirty="0"/>
                  <a:t>eV</a:t>
                </a:r>
              </a:p>
              <a:p>
                <a:pPr marL="108000" indent="0">
                  <a:lnSpc>
                    <a:spcPct val="120000"/>
                  </a:lnSpc>
                  <a:spcBef>
                    <a:spcPts val="0"/>
                  </a:spcBef>
                  <a:spcAft>
                    <a:spcPts val="600"/>
                  </a:spcAft>
                  <a:buNone/>
                </a:pPr>
                <a:r>
                  <a:rPr lang="zh-CN" altLang="en-US" sz="2400" dirty="0"/>
                  <a:t>实际使用时常做参数校正，使得</a:t>
                </a:r>
                <a:r>
                  <a:rPr lang="en-US" altLang="zh-CN" sz="2400" dirty="0"/>
                  <a:t>Li</a:t>
                </a:r>
                <a:r>
                  <a:rPr lang="zh-CN" altLang="en-US" sz="2400" dirty="0"/>
                  <a:t>的电负性数值为</a:t>
                </a:r>
                <a:r>
                  <a:rPr lang="en-US" altLang="zh-CN" sz="2400" dirty="0"/>
                  <a:t>1</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981200" y="1803576"/>
                <a:ext cx="8229600" cy="4289720"/>
              </a:xfrm>
              <a:blipFill>
                <a:blip r:embed="rId3"/>
                <a:stretch>
                  <a:fillRect t="-852" r="-963"/>
                </a:stretch>
              </a:blipFill>
            </p:spPr>
            <p:txBody>
              <a:bodyPr/>
              <a:lstStyle/>
              <a:p>
                <a:r>
                  <a:rPr lang="en-US">
                    <a:noFill/>
                  </a:rPr>
                  <a:t> </a:t>
                </a:r>
              </a:p>
            </p:txBody>
          </p:sp>
        </mc:Fallback>
      </mc:AlternateContent>
      <p:pic>
        <p:nvPicPr>
          <p:cNvPr id="8" name="图片 7" descr="Mulliken.jpg"/>
          <p:cNvPicPr>
            <a:picLocks noChangeAspect="1"/>
          </p:cNvPicPr>
          <p:nvPr/>
        </p:nvPicPr>
        <p:blipFill>
          <a:blip r:embed="rId4"/>
          <a:stretch>
            <a:fillRect/>
          </a:stretch>
        </p:blipFill>
        <p:spPr>
          <a:xfrm>
            <a:off x="10116784" y="3989453"/>
            <a:ext cx="1654802" cy="2132856"/>
          </a:xfrm>
          <a:prstGeom prst="rect">
            <a:avLst/>
          </a:prstGeom>
        </p:spPr>
      </p:pic>
      <p:graphicFrame>
        <p:nvGraphicFramePr>
          <p:cNvPr id="4" name="表格 3">
            <a:extLst>
              <a:ext uri="{FF2B5EF4-FFF2-40B4-BE49-F238E27FC236}">
                <a16:creationId xmlns:a16="http://schemas.microsoft.com/office/drawing/2014/main" id="{E903F1FC-ADA3-E76D-D0F4-3BECA6D04E2D}"/>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981200" y="1690688"/>
                <a:ext cx="8229600" cy="4896544"/>
              </a:xfrm>
            </p:spPr>
            <p:txBody>
              <a:bodyPr>
                <a:normAutofit/>
              </a:bodyPr>
              <a:lstStyle/>
              <a:p>
                <a:pPr marL="0" indent="0">
                  <a:buNone/>
                </a:pPr>
                <a:r>
                  <a:rPr lang="en-US" altLang="zh-CN" sz="2400" dirty="0"/>
                  <a:t>(2)</a:t>
                </a:r>
                <a:r>
                  <a:rPr lang="zh-CN" altLang="en-US" sz="2400" dirty="0"/>
                  <a:t> </a:t>
                </a:r>
                <a:r>
                  <a:rPr lang="en-US" altLang="zh-CN" sz="2400" dirty="0"/>
                  <a:t>Linus Pauling</a:t>
                </a:r>
                <a:r>
                  <a:rPr lang="zh-CN" altLang="en-US" sz="2400" dirty="0"/>
                  <a:t>定义 </a:t>
                </a:r>
                <a:r>
                  <a:rPr lang="en-US" altLang="zh-CN" sz="2400" dirty="0"/>
                  <a:t>(Pauling scale)</a:t>
                </a:r>
              </a:p>
              <a:p>
                <a:pPr marL="0" indent="0">
                  <a:buNone/>
                </a:pPr>
                <a:endParaRPr lang="en-US" altLang="zh-CN" sz="2400" dirty="0"/>
              </a:p>
              <a:p>
                <a:pPr marL="0" indent="0">
                  <a:buNone/>
                </a:pPr>
                <a14:m>
                  <m:oMathPara xmlns:m="http://schemas.openxmlformats.org/officeDocument/2006/math">
                    <m:o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𝜒</m:t>
                          </m:r>
                        </m:e>
                        <m:sub>
                          <m:r>
                            <a:rPr lang="en-US" altLang="zh-CN" sz="2400" i="1">
                              <a:latin typeface="Cambria Math" panose="02040503050406030204" pitchFamily="18" charset="0"/>
                            </a:rPr>
                            <m:t>𝐴</m:t>
                          </m:r>
                        </m:sub>
                      </m:sSub>
                      <m: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𝜒</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𝑒𝑉</m:t>
                              </m:r>
                            </m:e>
                          </m:d>
                        </m:e>
                        <m: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2</m:t>
                              </m:r>
                            </m:den>
                          </m:f>
                        </m:sup>
                      </m:sSup>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𝑑</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𝐴𝐵</m:t>
                              </m:r>
                            </m:e>
                          </m:d>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𝐴</m:t>
                                  </m:r>
                                  <m:r>
                                    <a:rPr lang="en-US" altLang="zh-CN" sz="2400" b="0" i="1" smtClean="0">
                                      <a:latin typeface="Cambria Math" panose="02040503050406030204" pitchFamily="18" charset="0"/>
                                    </a:rPr>
                                    <m:t>𝐴</m:t>
                                  </m:r>
                                </m:e>
                              </m:d>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𝐵</m:t>
                                  </m:r>
                                  <m:r>
                                    <a:rPr lang="en-US" altLang="zh-CN" sz="2400" i="1">
                                      <a:latin typeface="Cambria Math" panose="02040503050406030204" pitchFamily="18" charset="0"/>
                                    </a:rPr>
                                    <m:t>𝐵</m:t>
                                  </m:r>
                                </m:e>
                              </m:d>
                            </m:num>
                            <m:den>
                              <m:r>
                                <a:rPr lang="en-US" altLang="zh-CN" sz="2400" b="0" i="1" smtClean="0">
                                  <a:latin typeface="Cambria Math" panose="02040503050406030204" pitchFamily="18" charset="0"/>
                                </a:rPr>
                                <m:t>2</m:t>
                              </m:r>
                            </m:den>
                          </m:f>
                        </m:e>
                      </m:rad>
                    </m:oMath>
                  </m:oMathPara>
                </a14:m>
                <a:endParaRPr lang="en-US" altLang="zh-CN" sz="2400" dirty="0"/>
              </a:p>
              <a:p>
                <a:pPr marL="0" indent="0">
                  <a:buNone/>
                </a:pPr>
                <a:endParaRPr lang="en-US" altLang="zh-CN" sz="2400" dirty="0"/>
              </a:p>
              <a:p>
                <a:pPr marL="0" indent="0">
                  <a:buNone/>
                </a:pPr>
                <a:r>
                  <a:rPr lang="en-US" altLang="zh-CN" sz="2400" dirty="0"/>
                  <a:t>E</a:t>
                </a:r>
                <a:r>
                  <a:rPr lang="en-US" altLang="zh-CN" sz="2400" baseline="-25000" dirty="0"/>
                  <a:t>d</a:t>
                </a:r>
                <a:r>
                  <a:rPr lang="en-US" altLang="zh-CN" sz="2400" dirty="0"/>
                  <a:t>(AB)</a:t>
                </a:r>
                <a:r>
                  <a:rPr lang="zh-CN" altLang="en-US" sz="2400" dirty="0"/>
                  <a:t>表示双原子分子</a:t>
                </a:r>
                <a:r>
                  <a:rPr lang="en-US" altLang="zh-CN" sz="2400" dirty="0"/>
                  <a:t>AB</a:t>
                </a:r>
                <a:r>
                  <a:rPr lang="zh-CN" altLang="en-US" sz="2400" dirty="0"/>
                  <a:t>的离解能；</a:t>
                </a:r>
                <a:endParaRPr lang="en-US" altLang="zh-CN" sz="2400" dirty="0"/>
              </a:p>
              <a:p>
                <a:pPr marL="0" indent="0">
                  <a:buNone/>
                </a:pPr>
                <a:r>
                  <a:rPr lang="zh-CN" altLang="en-US" sz="2400" dirty="0">
                    <a:solidFill>
                      <a:srgbClr val="FF0000"/>
                    </a:solidFill>
                  </a:rPr>
                  <a:t>相对性：</a:t>
                </a:r>
                <a:r>
                  <a:rPr lang="zh-CN" altLang="en-US" sz="2400" dirty="0"/>
                  <a:t>只定义了元素</a:t>
                </a:r>
                <a:r>
                  <a:rPr lang="en-US" altLang="zh-CN" sz="2400" dirty="0"/>
                  <a:t>A</a:t>
                </a:r>
                <a:r>
                  <a:rPr lang="zh-CN" altLang="en-US" sz="2400" dirty="0"/>
                  <a:t>和</a:t>
                </a:r>
                <a:r>
                  <a:rPr lang="en-US" altLang="zh-CN" sz="2400" dirty="0"/>
                  <a:t>B</a:t>
                </a:r>
                <a:r>
                  <a:rPr lang="zh-CN" altLang="en-US" sz="2400" dirty="0"/>
                  <a:t>的电负性差值；</a:t>
                </a:r>
                <a:endParaRPr lang="en-US" altLang="zh-CN" sz="2400" dirty="0"/>
              </a:p>
              <a:p>
                <a:pPr marL="0" indent="0">
                  <a:buNone/>
                </a:pPr>
                <a:r>
                  <a:rPr lang="zh-CN" altLang="en-US" sz="2400" dirty="0">
                    <a:solidFill>
                      <a:srgbClr val="FF0000"/>
                    </a:solidFill>
                  </a:rPr>
                  <a:t>无量纲性：</a:t>
                </a:r>
                <a:r>
                  <a:rPr lang="en-US" altLang="zh-CN" sz="2400" dirty="0"/>
                  <a:t>Pauling</a:t>
                </a:r>
                <a:r>
                  <a:rPr lang="zh-CN" altLang="en-US" sz="2400" dirty="0"/>
                  <a:t>指定</a:t>
                </a:r>
                <a:r>
                  <a:rPr lang="en-US" altLang="zh-CN" sz="2400" dirty="0"/>
                  <a:t>F</a:t>
                </a:r>
                <a:r>
                  <a:rPr lang="zh-CN" altLang="en-US" sz="2400" dirty="0"/>
                  <a:t>元素电负性为</a:t>
                </a:r>
                <a:r>
                  <a:rPr lang="en-US" altLang="zh-CN" sz="2400" dirty="0">
                    <a:solidFill>
                      <a:srgbClr val="FF0000"/>
                    </a:solidFill>
                  </a:rPr>
                  <a:t>4</a:t>
                </a:r>
                <a:r>
                  <a:rPr lang="zh-CN" altLang="en-US" sz="2400" dirty="0"/>
                  <a:t>；</a:t>
                </a:r>
                <a:endParaRPr lang="en-US" altLang="zh-CN" sz="2400" dirty="0"/>
              </a:p>
              <a:p>
                <a:pPr marL="0" indent="0">
                  <a:buNone/>
                </a:pPr>
                <a:r>
                  <a:rPr lang="zh-CN" altLang="en-US" sz="2400" dirty="0">
                    <a:solidFill>
                      <a:srgbClr val="FF0000"/>
                    </a:solidFill>
                  </a:rPr>
                  <a:t>电负性数值越大</a:t>
                </a:r>
                <a:r>
                  <a:rPr lang="en-US" altLang="zh-CN" sz="2400" dirty="0">
                    <a:solidFill>
                      <a:srgbClr val="FF0000"/>
                    </a:solidFill>
                    <a:sym typeface="Wingdings" panose="05000000000000000000" pitchFamily="2" charset="2"/>
                  </a:rPr>
                  <a:t></a:t>
                </a:r>
                <a:r>
                  <a:rPr lang="zh-CN" altLang="en-US" sz="2400" dirty="0">
                    <a:solidFill>
                      <a:srgbClr val="FF0000"/>
                    </a:solidFill>
                  </a:rPr>
                  <a:t>在化合物中吸引电子的能力越强</a:t>
                </a:r>
                <a:r>
                  <a:rPr lang="zh-CN" altLang="en-US" sz="2400" dirty="0"/>
                  <a:t>；反之吸引电子的能力越弱</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981200" y="1690688"/>
                <a:ext cx="8229600" cy="4896544"/>
              </a:xfrm>
              <a:blipFill>
                <a:blip r:embed="rId3"/>
                <a:stretch>
                  <a:fillRect l="-1111" t="-2239"/>
                </a:stretch>
              </a:blipFill>
            </p:spPr>
            <p:txBody>
              <a:bodyPr/>
              <a:lstStyle/>
              <a:p>
                <a:r>
                  <a:rPr lang="en-US">
                    <a:noFill/>
                  </a:rPr>
                  <a:t> </a:t>
                </a:r>
              </a:p>
            </p:txBody>
          </p:sp>
        </mc:Fallback>
      </mc:AlternateContent>
      <p:sp>
        <p:nvSpPr>
          <p:cNvPr id="6" name="标题 1">
            <a:extLst>
              <a:ext uri="{FF2B5EF4-FFF2-40B4-BE49-F238E27FC236}">
                <a16:creationId xmlns:a16="http://schemas.microsoft.com/office/drawing/2014/main" id="{0EEB4E42-2CBF-E8D6-4759-F5FCC3733421}"/>
              </a:ext>
            </a:extLst>
          </p:cNvPr>
          <p:cNvSpPr>
            <a:spLocks noGrp="1"/>
          </p:cNvSpPr>
          <p:nvPr>
            <p:ph type="title"/>
          </p:nvPr>
        </p:nvSpPr>
        <p:spPr>
          <a:xfrm>
            <a:off x="838200" y="365125"/>
            <a:ext cx="10515600" cy="1325563"/>
          </a:xfrm>
        </p:spPr>
        <p:txBody>
          <a:bodyPr/>
          <a:lstStyle/>
          <a:p>
            <a:r>
              <a:rPr lang="zh-CN" altLang="en-US" dirty="0"/>
              <a:t>电负性 </a:t>
            </a:r>
            <a:r>
              <a:rPr lang="en-US" altLang="zh-CN" dirty="0"/>
              <a:t>(Electronegativity)</a:t>
            </a:r>
            <a:endParaRPr lang="zh-CN" altLang="en-US" dirty="0"/>
          </a:p>
        </p:txBody>
      </p:sp>
      <p:graphicFrame>
        <p:nvGraphicFramePr>
          <p:cNvPr id="2" name="表格 1">
            <a:extLst>
              <a:ext uri="{FF2B5EF4-FFF2-40B4-BE49-F238E27FC236}">
                <a16:creationId xmlns:a16="http://schemas.microsoft.com/office/drawing/2014/main" id="{AC02EE79-6F43-2693-094E-503D6CD5C7E6}"/>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9A4D51-5229-9619-AC8F-D1C841094B69}"/>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63D0F32C-6F5B-4653-DBB7-3768DBDC4BF7}"/>
              </a:ext>
            </a:extLst>
          </p:cNvPr>
          <p:cNvSpPr>
            <a:spLocks noGrp="1"/>
          </p:cNvSpPr>
          <p:nvPr>
            <p:ph idx="1"/>
          </p:nvPr>
        </p:nvSpPr>
        <p:spPr/>
        <p:txBody>
          <a:bodyPr/>
          <a:lstStyle/>
          <a:p>
            <a:endParaRPr lang="en-US"/>
          </a:p>
        </p:txBody>
      </p:sp>
      <p:pic>
        <p:nvPicPr>
          <p:cNvPr id="5" name="图片 4">
            <a:extLst>
              <a:ext uri="{FF2B5EF4-FFF2-40B4-BE49-F238E27FC236}">
                <a16:creationId xmlns:a16="http://schemas.microsoft.com/office/drawing/2014/main" id="{47F3F18A-BDF0-B8F8-23DB-DBC3F12BCD5F}"/>
              </a:ext>
            </a:extLst>
          </p:cNvPr>
          <p:cNvPicPr>
            <a:picLocks noChangeAspect="1"/>
          </p:cNvPicPr>
          <p:nvPr/>
        </p:nvPicPr>
        <p:blipFill>
          <a:blip r:embed="rId2"/>
          <a:stretch>
            <a:fillRect/>
          </a:stretch>
        </p:blipFill>
        <p:spPr>
          <a:xfrm>
            <a:off x="390525" y="365125"/>
            <a:ext cx="11410950" cy="6430962"/>
          </a:xfrm>
          <a:prstGeom prst="rect">
            <a:avLst/>
          </a:prstGeom>
        </p:spPr>
      </p:pic>
      <p:sp>
        <p:nvSpPr>
          <p:cNvPr id="8" name="文本框 7">
            <a:extLst>
              <a:ext uri="{FF2B5EF4-FFF2-40B4-BE49-F238E27FC236}">
                <a16:creationId xmlns:a16="http://schemas.microsoft.com/office/drawing/2014/main" id="{9FC71069-17BE-129F-E072-3937FDB36F19}"/>
              </a:ext>
            </a:extLst>
          </p:cNvPr>
          <p:cNvSpPr txBox="1"/>
          <p:nvPr/>
        </p:nvSpPr>
        <p:spPr>
          <a:xfrm>
            <a:off x="2479040" y="824706"/>
            <a:ext cx="5902960" cy="1323439"/>
          </a:xfrm>
          <a:prstGeom prst="rect">
            <a:avLst/>
          </a:prstGeom>
          <a:noFill/>
        </p:spPr>
        <p:txBody>
          <a:bodyPr wrap="square" rtlCol="0">
            <a:spAutoFit/>
          </a:bodyPr>
          <a:lstStyle/>
          <a:p>
            <a:r>
              <a:rPr lang="en-US" altLang="zh-CN" sz="2000" dirty="0"/>
              <a:t>Pauling original (1932): F = 4.00</a:t>
            </a:r>
          </a:p>
          <a:p>
            <a:r>
              <a:rPr lang="en-US" altLang="zh-CN" sz="2000" dirty="0"/>
              <a:t>Allred &amp; Rochow (1958): F = 4.10</a:t>
            </a:r>
          </a:p>
          <a:p>
            <a:r>
              <a:rPr lang="en-US" altLang="zh-CN" sz="2000" dirty="0"/>
              <a:t>Allen (1989): F = 4.19</a:t>
            </a:r>
          </a:p>
          <a:p>
            <a:r>
              <a:rPr lang="en-US" altLang="zh-CN" sz="2000" dirty="0"/>
              <a:t>Revised Pauling tables (modern handbooks): F = 3.98</a:t>
            </a:r>
            <a:endParaRPr lang="zh-CN" altLang="en-US" sz="2000" dirty="0"/>
          </a:p>
        </p:txBody>
      </p:sp>
      <p:graphicFrame>
        <p:nvGraphicFramePr>
          <p:cNvPr id="11" name="表格 10">
            <a:extLst>
              <a:ext uri="{FF2B5EF4-FFF2-40B4-BE49-F238E27FC236}">
                <a16:creationId xmlns:a16="http://schemas.microsoft.com/office/drawing/2014/main" id="{411C1B06-3472-8634-1CDE-2D952DBBA6CB}"/>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86382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DCA915-7043-F62E-A792-F84145E4E7A4}"/>
              </a:ext>
            </a:extLst>
          </p:cNvPr>
          <p:cNvSpPr>
            <a:spLocks noGrp="1"/>
          </p:cNvSpPr>
          <p:nvPr>
            <p:ph type="title"/>
          </p:nvPr>
        </p:nvSpPr>
        <p:spPr/>
        <p:txBody>
          <a:bodyPr/>
          <a:lstStyle/>
          <a:p>
            <a:r>
              <a:rPr lang="zh-CN" altLang="en-US" dirty="0"/>
              <a:t>通过电负性判断晶体键合类型</a:t>
            </a:r>
            <a:endParaRPr lang="en-US" dirty="0"/>
          </a:p>
        </p:txBody>
      </p:sp>
      <p:sp>
        <p:nvSpPr>
          <p:cNvPr id="3" name="内容占位符 2">
            <a:extLst>
              <a:ext uri="{FF2B5EF4-FFF2-40B4-BE49-F238E27FC236}">
                <a16:creationId xmlns:a16="http://schemas.microsoft.com/office/drawing/2014/main" id="{A724AC19-7B24-694D-F530-19985DDF41CE}"/>
              </a:ext>
            </a:extLst>
          </p:cNvPr>
          <p:cNvSpPr>
            <a:spLocks noGrp="1"/>
          </p:cNvSpPr>
          <p:nvPr>
            <p:ph idx="1"/>
          </p:nvPr>
        </p:nvSpPr>
        <p:spPr/>
        <p:txBody>
          <a:bodyPr/>
          <a:lstStyle/>
          <a:p>
            <a:r>
              <a:rPr lang="zh-CN" altLang="en-US" dirty="0"/>
              <a:t>离子键（离子晶体）：电负性</a:t>
            </a:r>
            <a:r>
              <a:rPr lang="zh-CN" altLang="en-US" dirty="0">
                <a:solidFill>
                  <a:srgbClr val="FF0000"/>
                </a:solidFill>
              </a:rPr>
              <a:t>差值较大</a:t>
            </a:r>
            <a:r>
              <a:rPr lang="zh-CN" altLang="en-US" dirty="0"/>
              <a:t>的元素键合</a:t>
            </a:r>
            <a:endParaRPr lang="en-US" altLang="zh-CN" dirty="0"/>
          </a:p>
          <a:p>
            <a:r>
              <a:rPr lang="zh-CN" altLang="en-US" dirty="0"/>
              <a:t>共价键（共价晶体）：</a:t>
            </a:r>
            <a:r>
              <a:rPr lang="zh-CN" altLang="en-US" dirty="0">
                <a:solidFill>
                  <a:srgbClr val="FF0000"/>
                </a:solidFill>
              </a:rPr>
              <a:t>同种元素</a:t>
            </a:r>
            <a:r>
              <a:rPr lang="en-US" altLang="zh-CN" dirty="0"/>
              <a:t>/</a:t>
            </a:r>
            <a:r>
              <a:rPr lang="zh-CN" altLang="en-US" dirty="0"/>
              <a:t>电负性</a:t>
            </a:r>
            <a:r>
              <a:rPr lang="zh-CN" altLang="en-US" dirty="0">
                <a:solidFill>
                  <a:srgbClr val="FF0000"/>
                </a:solidFill>
              </a:rPr>
              <a:t>差值较小</a:t>
            </a:r>
            <a:r>
              <a:rPr lang="zh-CN" altLang="en-US" dirty="0"/>
              <a:t>的元素键合</a:t>
            </a:r>
            <a:endParaRPr lang="en-US" altLang="zh-CN" dirty="0"/>
          </a:p>
          <a:p>
            <a:r>
              <a:rPr lang="zh-CN" altLang="en-US" dirty="0"/>
              <a:t>金属键（金属晶体）：电负性</a:t>
            </a:r>
            <a:r>
              <a:rPr lang="zh-CN" altLang="en-US" dirty="0">
                <a:solidFill>
                  <a:srgbClr val="FF0000"/>
                </a:solidFill>
              </a:rPr>
              <a:t>较小、电子离域化</a:t>
            </a:r>
            <a:r>
              <a:rPr lang="zh-CN" altLang="en-US" dirty="0"/>
              <a:t>的是金属元素</a:t>
            </a:r>
            <a:endParaRPr lang="en-US" altLang="zh-CN" dirty="0"/>
          </a:p>
          <a:p>
            <a:endParaRPr lang="en-US" dirty="0"/>
          </a:p>
          <a:p>
            <a:r>
              <a:rPr lang="zh-CN" altLang="en-US" dirty="0"/>
              <a:t>范德华</a:t>
            </a:r>
            <a:r>
              <a:rPr lang="en-US" altLang="zh-CN" dirty="0"/>
              <a:t>/</a:t>
            </a:r>
            <a:r>
              <a:rPr lang="zh-CN" altLang="en-US" dirty="0"/>
              <a:t>氢键：需要额外条件</a:t>
            </a:r>
            <a:endParaRPr lang="en-US" dirty="0"/>
          </a:p>
        </p:txBody>
      </p:sp>
      <p:graphicFrame>
        <p:nvGraphicFramePr>
          <p:cNvPr id="4" name="表格 3">
            <a:extLst>
              <a:ext uri="{FF2B5EF4-FFF2-40B4-BE49-F238E27FC236}">
                <a16:creationId xmlns:a16="http://schemas.microsoft.com/office/drawing/2014/main" id="{A6533C98-0176-18B3-0496-770DDB452344}"/>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158817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1A1EBD-8A66-EDC0-AC4A-51E42D71D41A}"/>
              </a:ext>
            </a:extLst>
          </p:cNvPr>
          <p:cNvSpPr>
            <a:spLocks noGrp="1"/>
          </p:cNvSpPr>
          <p:nvPr>
            <p:ph type="title"/>
          </p:nvPr>
        </p:nvSpPr>
        <p:spPr/>
        <p:txBody>
          <a:bodyPr/>
          <a:lstStyle/>
          <a:p>
            <a:r>
              <a:rPr lang="zh-CN" altLang="en-US" dirty="0"/>
              <a:t>离子晶体 </a:t>
            </a:r>
            <a:r>
              <a:rPr lang="en-US" altLang="zh-CN" dirty="0"/>
              <a:t>(ionic crystal)</a:t>
            </a:r>
            <a:endParaRPr lang="en-US" dirty="0"/>
          </a:p>
        </p:txBody>
      </p:sp>
      <p:sp>
        <p:nvSpPr>
          <p:cNvPr id="3" name="内容占位符 2">
            <a:extLst>
              <a:ext uri="{FF2B5EF4-FFF2-40B4-BE49-F238E27FC236}">
                <a16:creationId xmlns:a16="http://schemas.microsoft.com/office/drawing/2014/main" id="{722CC3AE-B12A-0709-8CD7-5825C98EE18B}"/>
              </a:ext>
            </a:extLst>
          </p:cNvPr>
          <p:cNvSpPr>
            <a:spLocks noGrp="1"/>
          </p:cNvSpPr>
          <p:nvPr>
            <p:ph idx="1"/>
          </p:nvPr>
        </p:nvSpPr>
        <p:spPr>
          <a:xfrm>
            <a:off x="838200" y="1825624"/>
            <a:ext cx="4635588" cy="4928323"/>
          </a:xfrm>
        </p:spPr>
        <p:txBody>
          <a:bodyPr>
            <a:normAutofit fontScale="85000" lnSpcReduction="10000"/>
          </a:bodyPr>
          <a:lstStyle/>
          <a:p>
            <a:pPr>
              <a:lnSpc>
                <a:spcPct val="120000"/>
              </a:lnSpc>
              <a:spcBef>
                <a:spcPts val="0"/>
              </a:spcBef>
            </a:pPr>
            <a:r>
              <a:rPr lang="zh-CN" altLang="en-US" dirty="0"/>
              <a:t>电负性差值大于</a:t>
            </a:r>
            <a:r>
              <a:rPr lang="en-US" altLang="zh-CN" dirty="0"/>
              <a:t>1.7</a:t>
            </a:r>
            <a:r>
              <a:rPr lang="zh-CN" altLang="en-US" dirty="0"/>
              <a:t>的元素键合</a:t>
            </a:r>
          </a:p>
          <a:p>
            <a:pPr>
              <a:lnSpc>
                <a:spcPct val="120000"/>
              </a:lnSpc>
              <a:spcBef>
                <a:spcPts val="0"/>
              </a:spcBef>
            </a:pPr>
            <a:r>
              <a:rPr lang="zh-CN" altLang="en-US" dirty="0"/>
              <a:t>一方得电子（形成阴离子），另一方失电子（形成阳离子）</a:t>
            </a:r>
            <a:endParaRPr lang="en-US" altLang="zh-CN" dirty="0"/>
          </a:p>
          <a:p>
            <a:pPr>
              <a:lnSpc>
                <a:spcPct val="120000"/>
              </a:lnSpc>
              <a:spcBef>
                <a:spcPts val="0"/>
              </a:spcBef>
            </a:pPr>
            <a:r>
              <a:rPr lang="zh-CN" altLang="en-US" dirty="0"/>
              <a:t>阴阳离子之间的库仑力</a:t>
            </a:r>
            <a:endParaRPr lang="en-US" altLang="zh-CN" dirty="0"/>
          </a:p>
          <a:p>
            <a:pPr>
              <a:lnSpc>
                <a:spcPct val="120000"/>
              </a:lnSpc>
              <a:spcBef>
                <a:spcPts val="0"/>
              </a:spcBef>
            </a:pPr>
            <a:endParaRPr lang="en-US" dirty="0"/>
          </a:p>
          <a:p>
            <a:pPr>
              <a:lnSpc>
                <a:spcPct val="120000"/>
              </a:lnSpc>
              <a:spcBef>
                <a:spcPts val="0"/>
              </a:spcBef>
            </a:pPr>
            <a:r>
              <a:rPr lang="zh-CN" altLang="en-US" dirty="0">
                <a:solidFill>
                  <a:srgbClr val="FF0000"/>
                </a:solidFill>
              </a:rPr>
              <a:t>特点：</a:t>
            </a:r>
            <a:endParaRPr lang="en-US" altLang="zh-CN" dirty="0">
              <a:solidFill>
                <a:srgbClr val="FF0000"/>
              </a:solidFill>
            </a:endParaRPr>
          </a:p>
          <a:p>
            <a:pPr>
              <a:lnSpc>
                <a:spcPct val="120000"/>
              </a:lnSpc>
              <a:spcBef>
                <a:spcPts val="0"/>
              </a:spcBef>
            </a:pPr>
            <a:r>
              <a:rPr lang="en-US" dirty="0">
                <a:solidFill>
                  <a:srgbClr val="FF0000"/>
                </a:solidFill>
              </a:rPr>
              <a:t>（1）</a:t>
            </a:r>
            <a:r>
              <a:rPr lang="zh-CN" altLang="en-US" dirty="0">
                <a:solidFill>
                  <a:srgbClr val="FF0000"/>
                </a:solidFill>
              </a:rPr>
              <a:t>离子具有稳定电子壳层（饱和）</a:t>
            </a:r>
            <a:endParaRPr lang="en-US" altLang="zh-CN" dirty="0">
              <a:solidFill>
                <a:srgbClr val="FF0000"/>
              </a:solidFill>
            </a:endParaRPr>
          </a:p>
          <a:p>
            <a:pPr>
              <a:lnSpc>
                <a:spcPct val="120000"/>
              </a:lnSpc>
              <a:spcBef>
                <a:spcPts val="0"/>
              </a:spcBef>
            </a:pPr>
            <a:r>
              <a:rPr lang="en-US" dirty="0">
                <a:solidFill>
                  <a:srgbClr val="FF0000"/>
                </a:solidFill>
              </a:rPr>
              <a:t>（2）</a:t>
            </a:r>
            <a:r>
              <a:rPr lang="zh-CN" altLang="en-US" dirty="0">
                <a:solidFill>
                  <a:srgbClr val="FF0000"/>
                </a:solidFill>
              </a:rPr>
              <a:t>键合不具有方向性，趋向于紧密排布</a:t>
            </a:r>
            <a:endParaRPr lang="en-US" altLang="zh-CN" dirty="0">
              <a:solidFill>
                <a:srgbClr val="FF0000"/>
              </a:solidFill>
            </a:endParaRPr>
          </a:p>
          <a:p>
            <a:pPr>
              <a:lnSpc>
                <a:spcPct val="120000"/>
              </a:lnSpc>
              <a:spcBef>
                <a:spcPts val="0"/>
              </a:spcBef>
            </a:pPr>
            <a:r>
              <a:rPr lang="en-US" dirty="0">
                <a:solidFill>
                  <a:srgbClr val="FF0000"/>
                </a:solidFill>
              </a:rPr>
              <a:t>（3）</a:t>
            </a:r>
            <a:r>
              <a:rPr lang="zh-CN" altLang="en-US" dirty="0">
                <a:solidFill>
                  <a:srgbClr val="FF0000"/>
                </a:solidFill>
              </a:rPr>
              <a:t>阳离子最近邻为阴离子，反之亦然</a:t>
            </a:r>
            <a:endParaRPr lang="en-US" altLang="zh-CN" dirty="0">
              <a:solidFill>
                <a:srgbClr val="FF0000"/>
              </a:solidFill>
            </a:endParaRPr>
          </a:p>
        </p:txBody>
      </p:sp>
      <p:pic>
        <p:nvPicPr>
          <p:cNvPr id="4" name="图片 3">
            <a:extLst>
              <a:ext uri="{FF2B5EF4-FFF2-40B4-BE49-F238E27FC236}">
                <a16:creationId xmlns:a16="http://schemas.microsoft.com/office/drawing/2014/main" id="{A7037B47-3EB8-F277-F6F2-26D7616DF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2344" y="2175344"/>
            <a:ext cx="6384894" cy="3475017"/>
          </a:xfrm>
          <a:prstGeom prst="rect">
            <a:avLst/>
          </a:prstGeom>
        </p:spPr>
      </p:pic>
      <p:graphicFrame>
        <p:nvGraphicFramePr>
          <p:cNvPr id="5" name="表格 4">
            <a:extLst>
              <a:ext uri="{FF2B5EF4-FFF2-40B4-BE49-F238E27FC236}">
                <a16:creationId xmlns:a16="http://schemas.microsoft.com/office/drawing/2014/main" id="{9AA119C8-60D3-8A53-CCE3-636111457179}"/>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388695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5C80F-9824-1F1C-309F-8EA9607F0A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A7F91D-CFDA-FE16-D4F6-7D9477CB5654}"/>
              </a:ext>
            </a:extLst>
          </p:cNvPr>
          <p:cNvSpPr>
            <a:spLocks noGrp="1"/>
          </p:cNvSpPr>
          <p:nvPr>
            <p:ph type="title"/>
          </p:nvPr>
        </p:nvSpPr>
        <p:spPr/>
        <p:txBody>
          <a:bodyPr/>
          <a:lstStyle/>
          <a:p>
            <a:r>
              <a:rPr lang="zh-CN" altLang="en-US" dirty="0"/>
              <a:t>离子晶体 </a:t>
            </a:r>
            <a:r>
              <a:rPr lang="en-US" altLang="zh-CN" dirty="0"/>
              <a:t>(ionic crystal)</a:t>
            </a:r>
            <a:endParaRPr lang="en-US" dirty="0"/>
          </a:p>
        </p:txBody>
      </p:sp>
      <p:graphicFrame>
        <p:nvGraphicFramePr>
          <p:cNvPr id="5" name="表格 4">
            <a:extLst>
              <a:ext uri="{FF2B5EF4-FFF2-40B4-BE49-F238E27FC236}">
                <a16:creationId xmlns:a16="http://schemas.microsoft.com/office/drawing/2014/main" id="{1C5B536E-F1F5-8497-6C30-B29422C80551}"/>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pic>
        <p:nvPicPr>
          <p:cNvPr id="9" name="图片 8">
            <a:extLst>
              <a:ext uri="{FF2B5EF4-FFF2-40B4-BE49-F238E27FC236}">
                <a16:creationId xmlns:a16="http://schemas.microsoft.com/office/drawing/2014/main" id="{9B420E0F-8107-81DE-E73F-28C802273AA1}"/>
              </a:ext>
            </a:extLst>
          </p:cNvPr>
          <p:cNvPicPr>
            <a:picLocks noChangeAspect="1"/>
          </p:cNvPicPr>
          <p:nvPr/>
        </p:nvPicPr>
        <p:blipFill>
          <a:blip r:embed="rId2"/>
          <a:stretch>
            <a:fillRect/>
          </a:stretch>
        </p:blipFill>
        <p:spPr>
          <a:xfrm>
            <a:off x="838200" y="1751013"/>
            <a:ext cx="5470120" cy="4004442"/>
          </a:xfrm>
          <a:prstGeom prst="rect">
            <a:avLst/>
          </a:prstGeom>
        </p:spPr>
      </p:pic>
      <p:sp>
        <p:nvSpPr>
          <p:cNvPr id="10" name="文本框 9">
            <a:extLst>
              <a:ext uri="{FF2B5EF4-FFF2-40B4-BE49-F238E27FC236}">
                <a16:creationId xmlns:a16="http://schemas.microsoft.com/office/drawing/2014/main" id="{B553578E-E891-4429-3B95-DF42B0A9A85B}"/>
              </a:ext>
            </a:extLst>
          </p:cNvPr>
          <p:cNvSpPr txBox="1"/>
          <p:nvPr/>
        </p:nvSpPr>
        <p:spPr>
          <a:xfrm>
            <a:off x="706129" y="5940447"/>
            <a:ext cx="5734262" cy="369332"/>
          </a:xfrm>
          <a:prstGeom prst="rect">
            <a:avLst/>
          </a:prstGeom>
          <a:noFill/>
        </p:spPr>
        <p:txBody>
          <a:bodyPr wrap="none" rtlCol="0">
            <a:spAutoFit/>
          </a:bodyPr>
          <a:lstStyle/>
          <a:p>
            <a:r>
              <a:rPr lang="en-US" dirty="0"/>
              <a:t>*</a:t>
            </a:r>
            <a:r>
              <a:rPr lang="zh-CN" altLang="en-US" dirty="0"/>
              <a:t>取自中国科学技术大学</a:t>
            </a:r>
            <a:r>
              <a:rPr lang="en-US" altLang="zh-CN" dirty="0"/>
              <a:t>《</a:t>
            </a:r>
            <a:r>
              <a:rPr lang="zh-CN" altLang="en-US" dirty="0"/>
              <a:t>固体物理</a:t>
            </a:r>
            <a:r>
              <a:rPr lang="en-US" altLang="zh-CN" dirty="0"/>
              <a:t>B》（</a:t>
            </a:r>
            <a:r>
              <a:rPr lang="zh-CN" altLang="en-US" dirty="0"/>
              <a:t>郑奇靖</a:t>
            </a:r>
            <a:r>
              <a:rPr lang="en-US" altLang="zh-CN" dirty="0"/>
              <a:t>）</a:t>
            </a:r>
            <a:r>
              <a:rPr lang="zh-CN" altLang="en-US" dirty="0"/>
              <a:t>课件</a:t>
            </a:r>
            <a:endParaRPr lang="en-US" dirty="0"/>
          </a:p>
        </p:txBody>
      </p:sp>
      <p:sp>
        <p:nvSpPr>
          <p:cNvPr id="11" name="文本框 10">
            <a:extLst>
              <a:ext uri="{FF2B5EF4-FFF2-40B4-BE49-F238E27FC236}">
                <a16:creationId xmlns:a16="http://schemas.microsoft.com/office/drawing/2014/main" id="{8B1BE61E-E679-4702-1003-FC8B3E402A36}"/>
              </a:ext>
            </a:extLst>
          </p:cNvPr>
          <p:cNvSpPr txBox="1"/>
          <p:nvPr/>
        </p:nvSpPr>
        <p:spPr>
          <a:xfrm>
            <a:off x="6539536" y="2062129"/>
            <a:ext cx="5452134" cy="923330"/>
          </a:xfrm>
          <a:prstGeom prst="rect">
            <a:avLst/>
          </a:prstGeom>
          <a:noFill/>
        </p:spPr>
        <p:txBody>
          <a:bodyPr wrap="none" rtlCol="0">
            <a:spAutoFit/>
          </a:bodyPr>
          <a:lstStyle/>
          <a:p>
            <a:r>
              <a:rPr lang="zh-CN" altLang="en-US" b="1" dirty="0">
                <a:solidFill>
                  <a:srgbClr val="FF0000"/>
                </a:solidFill>
              </a:rPr>
              <a:t>键合强度非常高</a:t>
            </a:r>
            <a:endParaRPr lang="en-US" altLang="zh-CN" b="1" dirty="0">
              <a:solidFill>
                <a:srgbClr val="FF0000"/>
              </a:solidFill>
            </a:endParaRPr>
          </a:p>
          <a:p>
            <a:r>
              <a:rPr lang="zh-CN" altLang="en-US" dirty="0"/>
              <a:t>离子晶体中的两体吸引项非常强！</a:t>
            </a:r>
            <a:endParaRPr lang="en-US" altLang="zh-CN" dirty="0"/>
          </a:p>
          <a:p>
            <a:r>
              <a:rPr lang="zh-CN" altLang="en-US" dirty="0"/>
              <a:t>数个电子伏特（与之相比，室温</a:t>
            </a:r>
            <a:r>
              <a:rPr lang="en-US" altLang="zh-CN" dirty="0"/>
              <a:t>300K</a:t>
            </a:r>
            <a:r>
              <a:rPr lang="zh-CN" altLang="en-US" dirty="0"/>
              <a:t>下</a:t>
            </a:r>
            <a:r>
              <a:rPr lang="en-US" altLang="zh-CN" dirty="0"/>
              <a:t>kT ≈ 26 meV</a:t>
            </a:r>
            <a:r>
              <a:rPr lang="zh-CN" altLang="en-US" dirty="0"/>
              <a:t>）</a:t>
            </a:r>
            <a:endParaRPr lang="en-US" altLang="zh-CN" dirty="0"/>
          </a:p>
        </p:txBody>
      </p:sp>
      <p:sp>
        <p:nvSpPr>
          <p:cNvPr id="13" name="文本框 12">
            <a:extLst>
              <a:ext uri="{FF2B5EF4-FFF2-40B4-BE49-F238E27FC236}">
                <a16:creationId xmlns:a16="http://schemas.microsoft.com/office/drawing/2014/main" id="{44F1ADBF-48F9-EC44-4068-5C0A4A8733CC}"/>
              </a:ext>
            </a:extLst>
          </p:cNvPr>
          <p:cNvSpPr txBox="1"/>
          <p:nvPr/>
        </p:nvSpPr>
        <p:spPr>
          <a:xfrm>
            <a:off x="6539536" y="3154154"/>
            <a:ext cx="4578497" cy="369332"/>
          </a:xfrm>
          <a:prstGeom prst="rect">
            <a:avLst/>
          </a:prstGeom>
          <a:noFill/>
        </p:spPr>
        <p:txBody>
          <a:bodyPr wrap="none" rtlCol="0">
            <a:spAutoFit/>
          </a:bodyPr>
          <a:lstStyle/>
          <a:p>
            <a:r>
              <a:rPr lang="zh-CN" altLang="en-US" b="1" dirty="0">
                <a:solidFill>
                  <a:srgbClr val="FF0000"/>
                </a:solidFill>
              </a:rPr>
              <a:t>离子键强度衰减较慢</a:t>
            </a:r>
            <a:r>
              <a:rPr lang="en-US" altLang="zh-CN" dirty="0"/>
              <a:t> ~1/r（</a:t>
            </a:r>
            <a:r>
              <a:rPr lang="zh-CN" altLang="en-US" dirty="0"/>
              <a:t>库伦反比定律</a:t>
            </a:r>
            <a:r>
              <a:rPr lang="en-US" altLang="zh-CN" dirty="0"/>
              <a:t>）</a:t>
            </a:r>
          </a:p>
        </p:txBody>
      </p:sp>
    </p:spTree>
    <p:extLst>
      <p:ext uri="{BB962C8B-B14F-4D97-AF65-F5344CB8AC3E}">
        <p14:creationId xmlns:p14="http://schemas.microsoft.com/office/powerpoint/2010/main" val="2883107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B8FA-5384-5ED8-8179-C747517C35F8}"/>
              </a:ext>
            </a:extLst>
          </p:cNvPr>
          <p:cNvSpPr>
            <a:spLocks noGrp="1"/>
          </p:cNvSpPr>
          <p:nvPr>
            <p:ph type="title"/>
          </p:nvPr>
        </p:nvSpPr>
        <p:spPr/>
        <p:txBody>
          <a:bodyPr/>
          <a:lstStyle/>
          <a:p>
            <a:r>
              <a:rPr lang="zh-CN" altLang="en-US" dirty="0"/>
              <a:t>吸引项</a:t>
            </a:r>
            <a:r>
              <a:rPr lang="en-US" altLang="zh-CN" dirty="0"/>
              <a:t>——</a:t>
            </a:r>
            <a:r>
              <a:rPr lang="zh-CN" altLang="en-US" dirty="0"/>
              <a:t>马德隆常数</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7F83599-826D-86B9-7D49-A477EEEB2443}"/>
                  </a:ext>
                </a:extLst>
              </p:cNvPr>
              <p:cNvSpPr>
                <a:spLocks noGrp="1"/>
              </p:cNvSpPr>
              <p:nvPr>
                <p:ph idx="1"/>
              </p:nvPr>
            </p:nvSpPr>
            <p:spPr>
              <a:xfrm>
                <a:off x="838200" y="1690688"/>
                <a:ext cx="10515600" cy="5083492"/>
              </a:xfrm>
            </p:spPr>
            <p:txBody>
              <a:bodyPr>
                <a:normAutofit fontScale="77500" lnSpcReduction="20000"/>
              </a:bodyPr>
              <a:lstStyle/>
              <a:p>
                <a:pPr>
                  <a:lnSpc>
                    <a:spcPct val="120000"/>
                  </a:lnSpc>
                  <a:spcBef>
                    <a:spcPts val="0"/>
                  </a:spcBef>
                </a:pPr>
                <a:r>
                  <a:rPr lang="zh-CN" altLang="en-US" dirty="0"/>
                  <a:t>离子晶体两体相互作用中的吸引项，可写为</a:t>
                </a:r>
                <a:r>
                  <a:rPr lang="zh-CN" altLang="en-US" dirty="0">
                    <a:solidFill>
                      <a:srgbClr val="FF0000"/>
                    </a:solidFill>
                  </a:rPr>
                  <a:t>任一离子与其他所有离子间的库仑势能之和</a:t>
                </a:r>
                <a:r>
                  <a:rPr lang="zh-CN" altLang="en-US" dirty="0"/>
                  <a:t>（</a:t>
                </a:r>
                <a:r>
                  <a:rPr lang="en-US" altLang="zh-CN" dirty="0"/>
                  <a:t>e.g., NaCl</a:t>
                </a:r>
                <a:r>
                  <a:rPr lang="zh-CN" altLang="en-US" dirty="0"/>
                  <a:t>）</a:t>
                </a:r>
                <a:endParaRPr lang="en-US" altLang="zh-CN" dirty="0"/>
              </a:p>
              <a:p>
                <a:pPr marL="0" indent="0">
                  <a:lnSpc>
                    <a:spcPct val="120000"/>
                  </a:lnSpc>
                  <a:spcBef>
                    <a:spcPts val="0"/>
                  </a:spcBef>
                  <a:buNone/>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𝑈</m:t>
                          </m:r>
                        </m:e>
                        <m:sub>
                          <m:r>
                            <a:rPr lang="en-US" altLang="zh-CN" b="0" i="1" dirty="0" smtClean="0">
                              <a:latin typeface="Cambria Math" panose="02040503050406030204" pitchFamily="18" charset="0"/>
                            </a:rPr>
                            <m:t>𝑎</m:t>
                          </m:r>
                        </m:sub>
                      </m:sSub>
                      <m:r>
                        <a:rPr lang="en-US" altLang="zh-CN" b="0" i="1" dirty="0" smtClean="0">
                          <a:latin typeface="Cambria Math" panose="02040503050406030204" pitchFamily="18" charset="0"/>
                          <a:ea typeface="Cambria Math" panose="02040503050406030204" pitchFamily="18" charset="0"/>
                        </a:rPr>
                        <m:t>≈</m:t>
                      </m:r>
                      <m:nary>
                        <m:naryPr>
                          <m:chr m:val="∑"/>
                          <m:supHide m:val="on"/>
                          <m:ctrlPr>
                            <a:rPr lang="en-US" altLang="zh-CN" i="1">
                              <a:solidFill>
                                <a:schemeClr val="tx1"/>
                              </a:solidFill>
                              <a:latin typeface="Cambria Math" panose="02040503050406030204" pitchFamily="18" charset="0"/>
                            </a:rPr>
                          </m:ctrlPr>
                        </m:naryPr>
                        <m:sub>
                          <m:r>
                            <m:rPr>
                              <m:brk m:alnAt="7"/>
                            </m:rP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0</m:t>
                          </m:r>
                        </m:sub>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𝑈</m:t>
                              </m:r>
                            </m:e>
                            <m:sub>
                              <m:r>
                                <a:rPr lang="en-US" altLang="zh-CN" b="0" i="1" smtClean="0">
                                  <a:solidFill>
                                    <a:schemeClr val="tx1"/>
                                  </a:solidFill>
                                  <a:latin typeface="Cambria Math" panose="02040503050406030204" pitchFamily="18" charset="0"/>
                                </a:rPr>
                                <m:t>𝑐𝑜𝑢𝑙</m:t>
                              </m:r>
                            </m:sub>
                          </m:sSub>
                          <m:d>
                            <m:dPr>
                              <m:ctrlPr>
                                <a:rPr lang="en-US" altLang="zh-CN" b="0" i="1">
                                  <a:solidFill>
                                    <a:schemeClr val="tx1"/>
                                  </a:solidFill>
                                  <a:latin typeface="Cambria Math" panose="02040503050406030204" pitchFamily="18" charset="0"/>
                                </a:rPr>
                              </m:ctrlPr>
                            </m:dPr>
                            <m:e>
                              <m:sSub>
                                <m:sSubPr>
                                  <m:ctrlPr>
                                    <a:rPr lang="en-US" altLang="zh-CN" b="0"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𝑅</m:t>
                                  </m:r>
                                </m:e>
                                <m:sub>
                                  <m:r>
                                    <a:rPr lang="en-US" altLang="zh-CN" b="0" i="1" smtClean="0">
                                      <a:solidFill>
                                        <a:schemeClr val="tx1"/>
                                      </a:solidFill>
                                      <a:latin typeface="Cambria Math" panose="02040503050406030204" pitchFamily="18" charset="0"/>
                                    </a:rPr>
                                    <m:t>𝑖</m:t>
                                  </m:r>
                                </m:sub>
                              </m:sSub>
                            </m:e>
                          </m:d>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den>
                      </m:f>
                      <m:nary>
                        <m:naryPr>
                          <m:chr m:val="∑"/>
                          <m:supHide m:val="on"/>
                          <m:ctrlPr>
                            <a:rPr lang="en-US" altLang="zh-CN" i="1">
                              <a:solidFill>
                                <a:schemeClr val="tx1"/>
                              </a:solidFill>
                              <a:latin typeface="Cambria Math" panose="02040503050406030204" pitchFamily="18" charset="0"/>
                            </a:rPr>
                          </m:ctrlPr>
                        </m:naryPr>
                        <m:sub>
                          <m:r>
                            <m:rPr>
                              <m:brk m:alnAt="7"/>
                            </m:rP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ea typeface="Cambria Math" panose="02040503050406030204" pitchFamily="18" charset="0"/>
                            </a:rPr>
                            <m:t>≠0</m:t>
                          </m:r>
                        </m:sub>
                        <m:sup/>
                        <m:e>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𝑞</m:t>
                                  </m:r>
                                </m:e>
                                <m:sub>
                                  <m:r>
                                    <a:rPr lang="en-US" b="0" i="1" smtClean="0">
                                      <a:solidFill>
                                        <a:schemeClr val="tx1"/>
                                      </a:solidFill>
                                      <a:latin typeface="Cambria Math" panose="02040503050406030204" pitchFamily="18" charset="0"/>
                                    </a:rPr>
                                    <m:t>0</m:t>
                                  </m:r>
                                </m:sub>
                              </m:s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b="0" i="1" smtClean="0">
                                      <a:solidFill>
                                        <a:schemeClr val="tx1"/>
                                      </a:solidFill>
                                      <a:latin typeface="Cambria Math" panose="02040503050406030204" pitchFamily="18" charset="0"/>
                                    </a:rPr>
                                    <m:t>𝑖</m:t>
                                  </m:r>
                                </m:sub>
                              </m:sSub>
                            </m:num>
                            <m:den>
                              <m:d>
                                <m:dPr>
                                  <m:begChr m:val="|"/>
                                  <m:endChr m:val="|"/>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𝑖</m:t>
                                      </m:r>
                                    </m:sub>
                                  </m:sSub>
                                </m:e>
                              </m:d>
                            </m:den>
                          </m:f>
                        </m:e>
                      </m:nary>
                    </m:oMath>
                  </m:oMathPara>
                </a14:m>
                <a:endParaRPr lang="en-US" dirty="0"/>
              </a:p>
              <a:p>
                <a:pPr>
                  <a:lnSpc>
                    <a:spcPct val="120000"/>
                  </a:lnSpc>
                  <a:spcBef>
                    <a:spcPts val="0"/>
                  </a:spcBef>
                </a:pPr>
                <a:r>
                  <a:rPr lang="zh-CN" altLang="en-US" dirty="0"/>
                  <a:t>定义一个</a:t>
                </a:r>
                <a:r>
                  <a:rPr lang="zh-CN" altLang="en-US" dirty="0">
                    <a:solidFill>
                      <a:srgbClr val="FF0000"/>
                    </a:solidFill>
                  </a:rPr>
                  <a:t>大于零</a:t>
                </a:r>
                <a:r>
                  <a:rPr lang="zh-CN" altLang="en-US" dirty="0"/>
                  <a:t>的常数</a:t>
                </a:r>
                <a:r>
                  <a:rPr lang="en-US" altLang="zh-CN" dirty="0">
                    <a:solidFill>
                      <a:srgbClr val="FF0000"/>
                    </a:solidFill>
                  </a:rPr>
                  <a:t>Madelung constant </a:t>
                </a:r>
                <a14:m>
                  <m:oMath xmlns:m="http://schemas.openxmlformats.org/officeDocument/2006/math">
                    <m:r>
                      <a:rPr lang="en-US" altLang="zh-CN" b="0" i="1" smtClean="0">
                        <a:solidFill>
                          <a:srgbClr val="FF0000"/>
                        </a:solidFill>
                        <a:latin typeface="Cambria Math" panose="02040503050406030204" pitchFamily="18" charset="0"/>
                      </a:rPr>
                      <m:t>𝑀</m:t>
                    </m:r>
                  </m:oMath>
                </a14:m>
                <a:r>
                  <a:rPr lang="zh-CN" altLang="en-US" dirty="0"/>
                  <a:t>，使得</a:t>
                </a:r>
                <a:endParaRPr lang="en-US" dirty="0"/>
              </a:p>
              <a:p>
                <a:pPr marL="0" indent="0">
                  <a:lnSpc>
                    <a:spcPct val="120000"/>
                  </a:lnSpc>
                  <a:spcBef>
                    <a:spcPts val="0"/>
                  </a:spcBef>
                  <a:buNone/>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𝑈</m:t>
                          </m:r>
                        </m:e>
                        <m:sub>
                          <m:r>
                            <a:rPr lang="en-US" altLang="zh-CN" i="1" dirty="0">
                              <a:latin typeface="Cambria Math" panose="02040503050406030204" pitchFamily="18" charset="0"/>
                            </a:rPr>
                            <m:t>𝑎</m:t>
                          </m:r>
                        </m:sub>
                      </m:sSub>
                      <m:r>
                        <a:rPr lang="en-US" b="0" i="1" smtClean="0">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𝑀</m:t>
                          </m:r>
                          <m:sSup>
                            <m:sSupPr>
                              <m:ctrlPr>
                                <a:rPr lang="en-US" i="1">
                                  <a:latin typeface="Cambria Math" panose="02040503050406030204" pitchFamily="18" charset="0"/>
                                </a:rPr>
                              </m:ctrlPr>
                            </m:sSupPr>
                            <m:e>
                              <m:r>
                                <a:rPr lang="en-US" i="1">
                                  <a:latin typeface="Cambria Math" panose="02040503050406030204" pitchFamily="18" charset="0"/>
                                </a:rPr>
                                <m:t>𝑞</m:t>
                              </m:r>
                            </m:e>
                            <m:sup>
                              <m:r>
                                <a:rPr lang="en-US" i="1">
                                  <a:latin typeface="Cambria Math" panose="02040503050406030204" pitchFamily="18" charset="0"/>
                                </a:rPr>
                                <m:t>2</m:t>
                              </m:r>
                            </m:sup>
                          </m:sSup>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𝑟</m:t>
                          </m:r>
                        </m:den>
                      </m:f>
                    </m:oMath>
                  </m:oMathPara>
                </a14:m>
                <a:endParaRPr lang="en-US" dirty="0"/>
              </a:p>
              <a:p>
                <a:pPr>
                  <a:lnSpc>
                    <a:spcPct val="120000"/>
                  </a:lnSpc>
                  <a:spcBef>
                    <a:spcPts val="0"/>
                  </a:spcBef>
                </a:pPr>
                <a:r>
                  <a:rPr lang="zh-CN" altLang="en-US" dirty="0"/>
                  <a:t>在</a:t>
                </a:r>
                <a:r>
                  <a:rPr lang="en-US" altLang="zh-CN" dirty="0"/>
                  <a:t>NaCl</a:t>
                </a:r>
                <a:r>
                  <a:rPr lang="zh-CN" altLang="en-US" dirty="0"/>
                  <a:t>中，</a:t>
                </a:r>
                <a:endParaRPr lang="en-US" dirty="0"/>
              </a:p>
              <a:p>
                <a:pPr marL="0" indent="0">
                  <a:lnSpc>
                    <a:spcPct val="120000"/>
                  </a:lnSpc>
                  <a:spcBef>
                    <a:spcPts val="0"/>
                  </a:spcBef>
                  <a:buNone/>
                </a:pPr>
                <a14:m>
                  <m:oMathPara xmlns:m="http://schemas.openxmlformats.org/officeDocument/2006/math">
                    <m:oMath>
                      <m:r>
                        <a:rPr lang="en-US" altLang="zh-CN" i="1">
                          <a:latin typeface="Cambria Math" panose="02040503050406030204" pitchFamily="18" charset="0"/>
                        </a:rPr>
                        <m:t>𝑀</m:t>
                      </m:r>
                      <m:r>
                        <a:rPr lang="en-US" altLang="zh-CN" i="1">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1</m:t>
                              </m:r>
                            </m:sub>
                          </m:sSub>
                          <m:r>
                            <m:rPr>
                              <m:brk m:alnAt="7"/>
                            </m:rP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3</m:t>
                              </m:r>
                            </m:sub>
                          </m:sSub>
                        </m:sub>
                        <m:sup/>
                        <m:e>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e>
                                  </m:d>
                                </m:e>
                                <m: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3</m:t>
                                      </m:r>
                                    </m:sub>
                                  </m:sSub>
                                  <m:r>
                                    <a:rPr lang="en-US" altLang="zh-CN" i="1">
                                      <a:latin typeface="Cambria Math" panose="02040503050406030204" pitchFamily="18" charset="0"/>
                                    </a:rPr>
                                    <m:t>+</m:t>
                                  </m:r>
                                  <m:r>
                                    <a:rPr lang="en-US" altLang="zh-CN" b="0" i="1" smtClean="0">
                                      <a:latin typeface="Cambria Math" panose="02040503050406030204" pitchFamily="18" charset="0"/>
                                    </a:rPr>
                                    <m:t>1</m:t>
                                  </m:r>
                                </m:sup>
                              </m:sSup>
                            </m:num>
                            <m:den>
                              <m:rad>
                                <m:radPr>
                                  <m:degHide m:val="on"/>
                                  <m:ctrlPr>
                                    <a:rPr lang="en-US" i="1">
                                      <a:solidFill>
                                        <a:schemeClr val="tx1"/>
                                      </a:solidFill>
                                      <a:latin typeface="Cambria Math" panose="02040503050406030204" pitchFamily="18" charset="0"/>
                                    </a:rPr>
                                  </m:ctrlPr>
                                </m:radPr>
                                <m:deg/>
                                <m:e>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2</m:t>
                                      </m:r>
                                    </m:sup>
                                  </m:sSubSup>
                                  <m:r>
                                    <a:rPr lang="en-US" i="1">
                                      <a:solidFill>
                                        <a:schemeClr val="tx1"/>
                                      </a:solidFill>
                                      <a:latin typeface="Cambria Math" panose="02040503050406030204" pitchFamily="18" charset="0"/>
                                    </a:rPr>
                                    <m:t>+</m:t>
                                  </m:r>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2</m:t>
                                      </m:r>
                                    </m:sub>
                                    <m:sup>
                                      <m:r>
                                        <a:rPr lang="en-US" i="1">
                                          <a:solidFill>
                                            <a:schemeClr val="tx1"/>
                                          </a:solidFill>
                                          <a:latin typeface="Cambria Math" panose="02040503050406030204" pitchFamily="18" charset="0"/>
                                        </a:rPr>
                                        <m:t>2</m:t>
                                      </m:r>
                                    </m:sup>
                                  </m:sSubSup>
                                  <m:r>
                                    <a:rPr lang="en-US" i="1">
                                      <a:solidFill>
                                        <a:schemeClr val="tx1"/>
                                      </a:solidFill>
                                      <a:latin typeface="Cambria Math" panose="02040503050406030204" pitchFamily="18" charset="0"/>
                                    </a:rPr>
                                    <m:t>+</m:t>
                                  </m:r>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𝑛</m:t>
                                      </m:r>
                                    </m:e>
                                    <m:sub>
                                      <m:r>
                                        <a:rPr lang="en-US" i="1">
                                          <a:solidFill>
                                            <a:schemeClr val="tx1"/>
                                          </a:solidFill>
                                          <a:latin typeface="Cambria Math" panose="02040503050406030204" pitchFamily="18" charset="0"/>
                                        </a:rPr>
                                        <m:t>3</m:t>
                                      </m:r>
                                    </m:sub>
                                    <m:sup>
                                      <m:r>
                                        <a:rPr lang="en-US" i="1">
                                          <a:solidFill>
                                            <a:schemeClr val="tx1"/>
                                          </a:solidFill>
                                          <a:latin typeface="Cambria Math" panose="02040503050406030204" pitchFamily="18" charset="0"/>
                                        </a:rPr>
                                        <m:t>2</m:t>
                                      </m:r>
                                    </m:sup>
                                  </m:sSubSup>
                                </m:e>
                              </m:rad>
                            </m:den>
                          </m:f>
                        </m:e>
                      </m:nary>
                    </m:oMath>
                  </m:oMathPara>
                </a14:m>
                <a:endParaRPr lang="en-US" dirty="0"/>
              </a:p>
              <a:p>
                <a:pPr marL="0" indent="0">
                  <a:lnSpc>
                    <a:spcPct val="120000"/>
                  </a:lnSpc>
                  <a:spcBef>
                    <a:spcPts val="0"/>
                  </a:spcBef>
                  <a:buNone/>
                </a:pPr>
                <a:r>
                  <a:rPr lang="zh-CN" altLang="en-US" dirty="0"/>
                  <a:t>求和不包含</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altLang="zh-CN"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2</m:t>
                        </m:r>
                      </m:sub>
                    </m:sSub>
                    <m:r>
                      <a:rPr lang="en-US" altLang="zh-CN"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3</m:t>
                        </m:r>
                      </m:sub>
                    </m:sSub>
                    <m:r>
                      <a:rPr lang="en-US" altLang="zh-CN" i="1">
                        <a:latin typeface="Cambria Math" panose="02040503050406030204" pitchFamily="18" charset="0"/>
                      </a:rPr>
                      <m:t>=</m:t>
                    </m:r>
                    <m:r>
                      <a:rPr lang="en-US" altLang="zh-CN" b="0" i="0" smtClean="0">
                        <a:latin typeface="Cambria Math" panose="02040503050406030204" pitchFamily="18" charset="0"/>
                      </a:rPr>
                      <m:t>0</m:t>
                    </m:r>
                  </m:oMath>
                </a14:m>
                <a:r>
                  <a:rPr lang="zh-CN" altLang="en-US" dirty="0"/>
                  <a:t> 项</a:t>
                </a:r>
                <a:endParaRPr lang="en-US" dirty="0"/>
              </a:p>
            </p:txBody>
          </p:sp>
        </mc:Choice>
        <mc:Fallback xmlns="">
          <p:sp>
            <p:nvSpPr>
              <p:cNvPr id="3" name="内容占位符 2">
                <a:extLst>
                  <a:ext uri="{FF2B5EF4-FFF2-40B4-BE49-F238E27FC236}">
                    <a16:creationId xmlns:a16="http://schemas.microsoft.com/office/drawing/2014/main" id="{F7F83599-826D-86B9-7D49-A477EEEB2443}"/>
                  </a:ext>
                </a:extLst>
              </p:cNvPr>
              <p:cNvSpPr>
                <a:spLocks noGrp="1" noRot="1" noChangeAspect="1" noMove="1" noResize="1" noEditPoints="1" noAdjustHandles="1" noChangeArrowheads="1" noChangeShapeType="1" noTextEdit="1"/>
              </p:cNvSpPr>
              <p:nvPr>
                <p:ph idx="1"/>
              </p:nvPr>
            </p:nvSpPr>
            <p:spPr>
              <a:xfrm>
                <a:off x="838200" y="1690688"/>
                <a:ext cx="10515600" cy="5083492"/>
              </a:xfrm>
              <a:blipFill>
                <a:blip r:embed="rId2"/>
                <a:stretch>
                  <a:fillRect l="-754" t="-839" r="-290"/>
                </a:stretch>
              </a:blipFill>
            </p:spPr>
            <p:txBody>
              <a:bodyPr/>
              <a:lstStyle/>
              <a:p>
                <a:r>
                  <a:rPr lang="en-US">
                    <a:noFill/>
                  </a:rPr>
                  <a:t> </a:t>
                </a:r>
              </a:p>
            </p:txBody>
          </p:sp>
        </mc:Fallback>
      </mc:AlternateContent>
      <p:pic>
        <p:nvPicPr>
          <p:cNvPr id="5" name="图片 4">
            <a:extLst>
              <a:ext uri="{FF2B5EF4-FFF2-40B4-BE49-F238E27FC236}">
                <a16:creationId xmlns:a16="http://schemas.microsoft.com/office/drawing/2014/main" id="{D76128C4-6326-7848-0FC9-2FDA8C738500}"/>
              </a:ext>
            </a:extLst>
          </p:cNvPr>
          <p:cNvPicPr>
            <a:picLocks noChangeAspect="1"/>
          </p:cNvPicPr>
          <p:nvPr/>
        </p:nvPicPr>
        <p:blipFill>
          <a:blip r:embed="rId3"/>
          <a:stretch>
            <a:fillRect/>
          </a:stretch>
        </p:blipFill>
        <p:spPr>
          <a:xfrm>
            <a:off x="8612018" y="3904801"/>
            <a:ext cx="3233402" cy="2774731"/>
          </a:xfrm>
          <a:prstGeom prst="rect">
            <a:avLst/>
          </a:prstGeom>
        </p:spPr>
      </p:pic>
      <p:graphicFrame>
        <p:nvGraphicFramePr>
          <p:cNvPr id="4" name="表格 3">
            <a:extLst>
              <a:ext uri="{FF2B5EF4-FFF2-40B4-BE49-F238E27FC236}">
                <a16:creationId xmlns:a16="http://schemas.microsoft.com/office/drawing/2014/main" id="{6F92062B-9504-EA35-C601-4A13CC0D1850}"/>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67599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9325B8F-65C4-F5F9-305E-9CDD27A31DA6}"/>
              </a:ext>
            </a:extLst>
          </p:cNvPr>
          <p:cNvPicPr>
            <a:picLocks noChangeAspect="1"/>
          </p:cNvPicPr>
          <p:nvPr/>
        </p:nvPicPr>
        <p:blipFill>
          <a:blip r:embed="rId2"/>
          <a:stretch>
            <a:fillRect/>
          </a:stretch>
        </p:blipFill>
        <p:spPr>
          <a:xfrm>
            <a:off x="2163372" y="1295531"/>
            <a:ext cx="7865256" cy="5404813"/>
          </a:xfrm>
          <a:prstGeom prst="rect">
            <a:avLst/>
          </a:prstGeom>
        </p:spPr>
      </p:pic>
      <p:graphicFrame>
        <p:nvGraphicFramePr>
          <p:cNvPr id="4" name="表格 3">
            <a:extLst>
              <a:ext uri="{FF2B5EF4-FFF2-40B4-BE49-F238E27FC236}">
                <a16:creationId xmlns:a16="http://schemas.microsoft.com/office/drawing/2014/main" id="{D477081A-B9A9-FB6F-61F4-AC065DF3850F}"/>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文本框 6">
            <a:extLst>
              <a:ext uri="{FF2B5EF4-FFF2-40B4-BE49-F238E27FC236}">
                <a16:creationId xmlns:a16="http://schemas.microsoft.com/office/drawing/2014/main" id="{ADBC04BD-B796-79D7-A975-8EFE3339B219}"/>
              </a:ext>
            </a:extLst>
          </p:cNvPr>
          <p:cNvSpPr txBox="1"/>
          <p:nvPr/>
        </p:nvSpPr>
        <p:spPr>
          <a:xfrm>
            <a:off x="1720806" y="729972"/>
            <a:ext cx="8750388" cy="369332"/>
          </a:xfrm>
          <a:prstGeom prst="rect">
            <a:avLst/>
          </a:prstGeom>
          <a:noFill/>
        </p:spPr>
        <p:txBody>
          <a:bodyPr wrap="square">
            <a:spAutoFit/>
          </a:bodyPr>
          <a:lstStyle/>
          <a:p>
            <a:pPr algn="ctr"/>
            <a:r>
              <a:rPr lang="en-US" dirty="0"/>
              <a:t>马德隆常数是一个纯几何常数，其具体数值仅由晶体结构决定</a:t>
            </a:r>
            <a:r>
              <a:rPr lang="zh-CN" altLang="en-US" dirty="0"/>
              <a:t>，与具体构成元素无关</a:t>
            </a:r>
            <a:endParaRPr lang="en-US" dirty="0"/>
          </a:p>
        </p:txBody>
      </p:sp>
    </p:spTree>
    <p:extLst>
      <p:ext uri="{BB962C8B-B14F-4D97-AF65-F5344CB8AC3E}">
        <p14:creationId xmlns:p14="http://schemas.microsoft.com/office/powerpoint/2010/main" val="4195283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787E3-DB13-0C52-CDF2-8114F02DA6F0}"/>
              </a:ext>
            </a:extLst>
          </p:cNvPr>
          <p:cNvSpPr>
            <a:spLocks noGrp="1"/>
          </p:cNvSpPr>
          <p:nvPr>
            <p:ph type="title"/>
          </p:nvPr>
        </p:nvSpPr>
        <p:spPr/>
        <p:txBody>
          <a:bodyPr/>
          <a:lstStyle/>
          <a:p>
            <a:r>
              <a:rPr lang="en-US" dirty="0"/>
              <a:t>Madelung constant </a:t>
            </a:r>
            <a:r>
              <a:rPr lang="zh-CN" altLang="en-US" dirty="0"/>
              <a:t>收敛性</a:t>
            </a:r>
            <a:endParaRPr lang="en-US" dirty="0"/>
          </a:p>
        </p:txBody>
      </p:sp>
      <p:sp>
        <p:nvSpPr>
          <p:cNvPr id="4" name="内容占位符 3">
            <a:extLst>
              <a:ext uri="{FF2B5EF4-FFF2-40B4-BE49-F238E27FC236}">
                <a16:creationId xmlns:a16="http://schemas.microsoft.com/office/drawing/2014/main" id="{C62B38AB-9CA1-EB50-B80D-B657DB10E3DB}"/>
              </a:ext>
            </a:extLst>
          </p:cNvPr>
          <p:cNvSpPr>
            <a:spLocks noGrp="1"/>
          </p:cNvSpPr>
          <p:nvPr>
            <p:ph idx="1"/>
          </p:nvPr>
        </p:nvSpPr>
        <p:spPr>
          <a:xfrm>
            <a:off x="838200" y="1690688"/>
            <a:ext cx="10515600" cy="4486275"/>
          </a:xfrm>
        </p:spPr>
        <p:txBody>
          <a:bodyPr/>
          <a:lstStyle/>
          <a:p>
            <a:r>
              <a:rPr lang="en-US" dirty="0"/>
              <a:t>Madelung term</a:t>
            </a:r>
            <a:r>
              <a:rPr lang="zh-CN" altLang="en-US" dirty="0"/>
              <a:t>是</a:t>
            </a:r>
            <a:r>
              <a:rPr lang="zh-CN" altLang="en-US" dirty="0">
                <a:solidFill>
                  <a:srgbClr val="FF0000"/>
                </a:solidFill>
              </a:rPr>
              <a:t>条件收敛</a:t>
            </a:r>
            <a:r>
              <a:rPr lang="zh-CN" altLang="en-US" dirty="0"/>
              <a:t>，受到</a:t>
            </a:r>
            <a:r>
              <a:rPr lang="en-US" altLang="zh-CN" dirty="0"/>
              <a:t>Riemann</a:t>
            </a:r>
            <a:r>
              <a:rPr lang="zh-CN" altLang="en-US" dirty="0"/>
              <a:t>重排定理的影响，需要特殊的数学处理才能得到正确数值</a:t>
            </a:r>
            <a:endParaRPr lang="en-US" altLang="zh-CN" dirty="0"/>
          </a:p>
          <a:p>
            <a:r>
              <a:rPr lang="zh-CN" altLang="en-US" dirty="0"/>
              <a:t>物理根源：</a:t>
            </a:r>
            <a:r>
              <a:rPr lang="zh-CN" altLang="en-US" dirty="0">
                <a:solidFill>
                  <a:srgbClr val="FF0000"/>
                </a:solidFill>
              </a:rPr>
              <a:t>库伦相互作用是一个长程相互作用 </a:t>
            </a:r>
            <a:r>
              <a:rPr lang="en-US" altLang="zh-CN" dirty="0">
                <a:solidFill>
                  <a:srgbClr val="FF0000"/>
                </a:solidFill>
              </a:rPr>
              <a:t>(~1/r)</a:t>
            </a:r>
            <a:endParaRPr lang="en-US" dirty="0">
              <a:solidFill>
                <a:srgbClr val="FF0000"/>
              </a:solidFill>
            </a:endParaRPr>
          </a:p>
        </p:txBody>
      </p:sp>
      <p:pic>
        <p:nvPicPr>
          <p:cNvPr id="6" name="图片 5">
            <a:extLst>
              <a:ext uri="{FF2B5EF4-FFF2-40B4-BE49-F238E27FC236}">
                <a16:creationId xmlns:a16="http://schemas.microsoft.com/office/drawing/2014/main" id="{D591CD21-343D-EFC7-3208-07AFA77319C3}"/>
              </a:ext>
            </a:extLst>
          </p:cNvPr>
          <p:cNvPicPr>
            <a:picLocks noChangeAspect="1"/>
          </p:cNvPicPr>
          <p:nvPr/>
        </p:nvPicPr>
        <p:blipFill>
          <a:blip r:embed="rId2"/>
          <a:stretch>
            <a:fillRect/>
          </a:stretch>
        </p:blipFill>
        <p:spPr>
          <a:xfrm>
            <a:off x="3523246" y="3168415"/>
            <a:ext cx="5145508" cy="3595941"/>
          </a:xfrm>
          <a:prstGeom prst="rect">
            <a:avLst/>
          </a:prstGeom>
        </p:spPr>
      </p:pic>
      <p:graphicFrame>
        <p:nvGraphicFramePr>
          <p:cNvPr id="3" name="表格 2">
            <a:extLst>
              <a:ext uri="{FF2B5EF4-FFF2-40B4-BE49-F238E27FC236}">
                <a16:creationId xmlns:a16="http://schemas.microsoft.com/office/drawing/2014/main" id="{6899CC28-6770-2EC7-234B-666D3C46CED0}"/>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776819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排斥项</a:t>
            </a:r>
            <a:r>
              <a:rPr lang="en-US" altLang="zh-CN" dirty="0"/>
              <a:t>——</a:t>
            </a:r>
            <a:r>
              <a:rPr lang="zh-CN" altLang="en-US" dirty="0"/>
              <a:t>重叠能</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981200" y="1600201"/>
                <a:ext cx="8229600" cy="4892674"/>
              </a:xfrm>
            </p:spPr>
            <p:txBody>
              <a:bodyPr>
                <a:normAutofit/>
              </a:bodyPr>
              <a:lstStyle/>
              <a:p>
                <a:pPr>
                  <a:lnSpc>
                    <a:spcPct val="120000"/>
                  </a:lnSpc>
                  <a:spcBef>
                    <a:spcPts val="0"/>
                  </a:spcBef>
                </a:pPr>
                <a:r>
                  <a:rPr lang="en-US" altLang="zh-CN" dirty="0">
                    <a:solidFill>
                      <a:srgbClr val="FF0000"/>
                    </a:solidFill>
                  </a:rPr>
                  <a:t>Pauli exclusion principle</a:t>
                </a:r>
              </a:p>
              <a:p>
                <a:pPr marL="0" indent="0" algn="ctr">
                  <a:lnSpc>
                    <a:spcPct val="120000"/>
                  </a:lnSpc>
                  <a:spcBef>
                    <a:spcPts val="0"/>
                  </a:spcBef>
                  <a:buNone/>
                </a:pPr>
                <a14:m>
                  <m:oMathPara xmlns:m="http://schemas.openxmlformats.org/officeDocument/2006/math">
                    <m:oMath>
                      <m:r>
                        <a:rPr lang="en-US" i="1" smtClean="0">
                          <a:latin typeface="Cambria Math" panose="02040503050406030204" pitchFamily="18" charset="0"/>
                        </a:rPr>
                        <m:t>𝑈</m:t>
                      </m:r>
                      <m:d>
                        <m:dPr>
                          <m:ctrlPr>
                            <a:rPr lang="en-US" i="1">
                              <a:latin typeface="Cambria Math" panose="02040503050406030204" pitchFamily="18" charset="0"/>
                            </a:rPr>
                          </m:ctrlPr>
                        </m:dPr>
                        <m:e>
                          <m:r>
                            <a:rPr lang="en-US" i="1">
                              <a:latin typeface="Cambria Math" panose="02040503050406030204" pitchFamily="18" charset="0"/>
                            </a:rPr>
                            <m:t>𝑟</m:t>
                          </m:r>
                        </m:e>
                      </m:d>
                      <m:r>
                        <a:rPr lang="en-US" altLang="zh-CN"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b="0" i="1" smtClean="0">
                                  <a:latin typeface="Cambria Math" panose="02040503050406030204" pitchFamily="18" charset="0"/>
                                </a:rPr>
                                <m:t>𝑛</m:t>
                              </m:r>
                            </m:sup>
                          </m:sSup>
                        </m:den>
                      </m:f>
                      <m:r>
                        <a:rPr lang="en-US" altLang="zh-CN" b="0" i="1" smtClean="0">
                          <a:latin typeface="Cambria Math" panose="02040503050406030204" pitchFamily="18" charset="0"/>
                        </a:rPr>
                        <m:t>, </m:t>
                      </m:r>
                      <m:r>
                        <a:rPr lang="en-US" altLang="zh-CN" b="0" i="1" smtClean="0">
                          <a:latin typeface="Cambria Math" panose="02040503050406030204" pitchFamily="18" charset="0"/>
                        </a:rPr>
                        <m:t>𝑜𝑟</m:t>
                      </m:r>
                      <m:r>
                        <a:rPr lang="en-US" altLang="zh-CN" b="0" i="1" smtClean="0">
                          <a:latin typeface="Cambria Math" panose="02040503050406030204" pitchFamily="18" charset="0"/>
                        </a:rPr>
                        <m:t> </m:t>
                      </m:r>
                      <m:r>
                        <a:rPr lang="en-US" i="1">
                          <a:latin typeface="Cambria Math" panose="02040503050406030204" pitchFamily="18" charset="0"/>
                        </a:rPr>
                        <m:t>𝑈</m:t>
                      </m:r>
                      <m:d>
                        <m:dPr>
                          <m:ctrlPr>
                            <a:rPr lang="en-US" i="1">
                              <a:latin typeface="Cambria Math" panose="02040503050406030204" pitchFamily="18" charset="0"/>
                            </a:rPr>
                          </m:ctrlPr>
                        </m:dPr>
                        <m:e>
                          <m:r>
                            <a:rPr lang="en-US" i="1">
                              <a:latin typeface="Cambria Math" panose="02040503050406030204" pitchFamily="18" charset="0"/>
                            </a:rPr>
                            <m:t>𝑟</m:t>
                          </m:r>
                        </m:e>
                      </m:d>
                      <m:r>
                        <a:rPr lang="en-US" altLang="zh-CN" i="1">
                          <a:latin typeface="Cambria Math" panose="02040503050406030204" pitchFamily="18" charset="0"/>
                        </a:rPr>
                        <m:t>=</m:t>
                      </m:r>
                      <m:r>
                        <a:rPr lang="zh-CN" altLang="en-US" i="1" smtClean="0">
                          <a:latin typeface="Cambria Math" panose="02040503050406030204" pitchFamily="18" charset="0"/>
                        </a:rPr>
                        <m:t>𝜆</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f>
                            <m:fPr>
                              <m:type m:val="lin"/>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𝑟</m:t>
                              </m:r>
                            </m:num>
                            <m:den>
                              <m:r>
                                <a:rPr lang="zh-CN" altLang="en-US" b="0" i="1" smtClean="0">
                                  <a:latin typeface="Cambria Math" panose="02040503050406030204" pitchFamily="18" charset="0"/>
                                </a:rPr>
                                <m:t>𝜎</m:t>
                              </m:r>
                            </m:den>
                          </m:f>
                        </m:sup>
                      </m:sSup>
                    </m:oMath>
                  </m:oMathPara>
                </a14:m>
                <a:endParaRPr lang="en-US" altLang="zh-CN" dirty="0"/>
              </a:p>
              <a:p>
                <a:pPr>
                  <a:lnSpc>
                    <a:spcPct val="120000"/>
                  </a:lnSpc>
                  <a:spcBef>
                    <a:spcPts val="0"/>
                  </a:spcBef>
                </a:pPr>
                <a:r>
                  <a:rPr lang="zh-CN" altLang="en-US" dirty="0"/>
                  <a:t>在</a:t>
                </a:r>
                <a:r>
                  <a:rPr lang="en-US" altLang="zh-CN" dirty="0" err="1"/>
                  <a:t>NaCl</a:t>
                </a:r>
                <a:r>
                  <a:rPr lang="zh-CN" altLang="en-US" dirty="0"/>
                  <a:t>中，可以近似只考虑最近邻间的排斥作用，每个离子有</a:t>
                </a:r>
                <a:r>
                  <a:rPr lang="en-US" altLang="zh-CN" dirty="0"/>
                  <a:t>6</a:t>
                </a:r>
                <a:r>
                  <a:rPr lang="zh-CN" altLang="en-US" dirty="0"/>
                  <a:t>个相距</a:t>
                </a:r>
                <a14:m>
                  <m:oMath xmlns:m="http://schemas.openxmlformats.org/officeDocument/2006/math">
                    <m:r>
                      <a:rPr lang="en-US" altLang="zh-CN" i="1">
                        <a:latin typeface="Cambria Math" panose="02040503050406030204" pitchFamily="18" charset="0"/>
                      </a:rPr>
                      <m:t>𝑟</m:t>
                    </m:r>
                  </m:oMath>
                </a14:m>
                <a:r>
                  <a:rPr lang="zh-CN" altLang="en-US" dirty="0"/>
                  <a:t>的离子，所以每个原胞（每对离子）的</a:t>
                </a:r>
                <a:r>
                  <a:rPr lang="zh-CN" altLang="en-US" dirty="0">
                    <a:solidFill>
                      <a:srgbClr val="FF0000"/>
                    </a:solidFill>
                  </a:rPr>
                  <a:t>平均排斥能为</a:t>
                </a:r>
                <a14:m>
                  <m:oMath xmlns:m="http://schemas.openxmlformats.org/officeDocument/2006/math">
                    <m:r>
                      <a:rPr lang="en-US" i="1" smtClean="0">
                        <a:solidFill>
                          <a:srgbClr val="FF0000"/>
                        </a:solidFill>
                        <a:latin typeface="Cambria Math" panose="02040503050406030204" pitchFamily="18" charset="0"/>
                      </a:rPr>
                      <m:t>6</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𝑏</m:t>
                        </m:r>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𝑟</m:t>
                            </m:r>
                          </m:e>
                          <m:sup>
                            <m:r>
                              <a:rPr lang="en-US" i="1">
                                <a:solidFill>
                                  <a:srgbClr val="FF0000"/>
                                </a:solidFill>
                                <a:latin typeface="Cambria Math" panose="02040503050406030204" pitchFamily="18" charset="0"/>
                              </a:rPr>
                              <m:t>𝑛</m:t>
                            </m:r>
                          </m:sup>
                        </m:sSup>
                      </m:den>
                    </m:f>
                  </m:oMath>
                </a14:m>
                <a:endParaRPr lang="zh-CN" altLang="en-US" dirty="0"/>
              </a:p>
              <a:p>
                <a:pPr algn="ctr">
                  <a:lnSpc>
                    <a:spcPct val="120000"/>
                  </a:lnSpc>
                  <a:spcBef>
                    <a:spcPts val="0"/>
                  </a:spcBef>
                  <a:buNone/>
                </a:pP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981200" y="1600201"/>
                <a:ext cx="8229600" cy="4892674"/>
              </a:xfrm>
              <a:blipFill>
                <a:blip r:embed="rId2"/>
                <a:stretch>
                  <a:fillRect l="-1333" t="-249" r="-741"/>
                </a:stretch>
              </a:blipFill>
            </p:spPr>
            <p:txBody>
              <a:bodyPr/>
              <a:lstStyle/>
              <a:p>
                <a:r>
                  <a:rPr lang="en-US">
                    <a:noFill/>
                  </a:rPr>
                  <a:t> </a:t>
                </a:r>
              </a:p>
            </p:txBody>
          </p:sp>
        </mc:Fallback>
      </mc:AlternateContent>
      <p:sp>
        <p:nvSpPr>
          <p:cNvPr id="6" name="内容占位符 2"/>
          <p:cNvSpPr txBox="1">
            <a:spLocks/>
          </p:cNvSpPr>
          <p:nvPr/>
        </p:nvSpPr>
        <p:spPr>
          <a:xfrm>
            <a:off x="1952596" y="4171946"/>
            <a:ext cx="8229600" cy="1685947"/>
          </a:xfrm>
          <a:prstGeom prst="rect">
            <a:avLst/>
          </a:prstGeom>
        </p:spPr>
        <p:txBody>
          <a:bodyPr vert="horz" rtlCol="0">
            <a:normAutofit/>
          </a:bodyPr>
          <a:lstStyle/>
          <a:p>
            <a:pPr marL="342900" indent="-342900" defTabSz="914400">
              <a:spcBef>
                <a:spcPct val="20000"/>
              </a:spcBef>
              <a:buClr>
                <a:schemeClr val="accent1"/>
              </a:buClr>
              <a:buSzPct val="50000"/>
              <a:buFont typeface="Wingdings 2"/>
              <a:buChar char=""/>
              <a:defRPr/>
            </a:pPr>
            <a:endParaRPr lang="zh-CN" altLang="en-US" sz="2800" dirty="0"/>
          </a:p>
        </p:txBody>
      </p:sp>
      <p:sp>
        <p:nvSpPr>
          <p:cNvPr id="3076" name="Object 4"/>
          <p:cNvSpPr txBox="1"/>
          <p:nvPr/>
        </p:nvSpPr>
        <p:spPr bwMode="auto">
          <a:xfrm>
            <a:off x="6524628" y="5143513"/>
            <a:ext cx="801688" cy="1036637"/>
          </a:xfrm>
          <a:prstGeom prst="rect">
            <a:avLst/>
          </a:prstGeom>
          <a:noFill/>
        </p:spPr>
        <p:txBody>
          <a:bodyPr>
            <a:normAutofit/>
          </a:bodyPr>
          <a:lstStyle/>
          <a:p>
            <a:endParaRPr lang="en-US" dirty="0"/>
          </a:p>
        </p:txBody>
      </p:sp>
      <p:graphicFrame>
        <p:nvGraphicFramePr>
          <p:cNvPr id="4" name="表格 3">
            <a:extLst>
              <a:ext uri="{FF2B5EF4-FFF2-40B4-BE49-F238E27FC236}">
                <a16:creationId xmlns:a16="http://schemas.microsoft.com/office/drawing/2014/main" id="{2CFDE420-2035-6A94-7CE2-F288DA6BE53B}"/>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离子晶体的总结合能</a:t>
            </a:r>
          </a:p>
        </p:txBody>
      </p:sp>
      <mc:AlternateContent xmlns:mc="http://schemas.openxmlformats.org/markup-compatibility/2006" xmlns:a14="http://schemas.microsoft.com/office/drawing/2010/main">
        <mc:Choice Requires="a14">
          <p:sp>
            <p:nvSpPr>
              <p:cNvPr id="10" name="内容占位符 9">
                <a:extLst>
                  <a:ext uri="{FF2B5EF4-FFF2-40B4-BE49-F238E27FC236}">
                    <a16:creationId xmlns:a16="http://schemas.microsoft.com/office/drawing/2014/main" id="{BFA94B4A-B966-1F36-4BE1-D6FFE27C86DB}"/>
                  </a:ext>
                </a:extLst>
              </p:cNvPr>
              <p:cNvSpPr>
                <a:spLocks noGrp="1"/>
              </p:cNvSpPr>
              <p:nvPr>
                <p:ph idx="1"/>
              </p:nvPr>
            </p:nvSpPr>
            <p:spPr/>
            <p:txBody>
              <a:bodyPr/>
              <a:lstStyle/>
              <a:p>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i="1">
                            <a:solidFill>
                              <a:schemeClr val="tx1"/>
                            </a:solidFill>
                            <a:latin typeface="Cambria Math" panose="02040503050406030204" pitchFamily="18" charset="0"/>
                          </a:rPr>
                          <m:t>𝑏</m:t>
                        </m:r>
                      </m:sub>
                    </m:sSub>
                    <m:r>
                      <a:rPr lang="en-US" altLang="zh-CN" i="1" smtClean="0">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𝑞</m:t>
                            </m:r>
                          </m:e>
                          <m:sup>
                            <m:r>
                              <a:rPr lang="en-US" i="1">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𝑀</m:t>
                        </m:r>
                      </m:num>
                      <m:den>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rPr>
                          <m:t>𝜋</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𝜀</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𝑟</m:t>
                        </m:r>
                      </m:den>
                    </m:f>
                    <m:r>
                      <a:rPr lang="en-US" i="1">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6</m:t>
                        </m:r>
                        <m:r>
                          <a:rPr lang="en-US" b="0" i="1" smtClean="0">
                            <a:solidFill>
                              <a:srgbClr val="000000"/>
                            </a:solidFill>
                            <a:latin typeface="Cambria Math" panose="02040503050406030204" pitchFamily="18" charset="0"/>
                          </a:rPr>
                          <m:t>𝑏</m:t>
                        </m:r>
                      </m:num>
                      <m:den>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𝑟</m:t>
                            </m:r>
                          </m:e>
                          <m:sup>
                            <m:r>
                              <a:rPr lang="en-US" i="1">
                                <a:solidFill>
                                  <a:srgbClr val="000000"/>
                                </a:solidFill>
                                <a:latin typeface="Cambria Math" panose="02040503050406030204" pitchFamily="18" charset="0"/>
                              </a:rPr>
                              <m:t>𝑛</m:t>
                            </m:r>
                          </m:sup>
                        </m:sSup>
                      </m:den>
                    </m:f>
                    <m:r>
                      <a:rPr lang="en-US" b="0" i="1" smtClean="0">
                        <a:solidFill>
                          <a:srgbClr val="000000"/>
                        </a:solidFill>
                        <a:latin typeface="Cambria Math" panose="02040503050406030204" pitchFamily="18" charset="0"/>
                      </a:rPr>
                      <m:t>=</m:t>
                    </m:r>
                    <m:r>
                      <a:rPr lang="en-US" i="1" smtClean="0">
                        <a:solidFill>
                          <a:schemeClr val="accent1"/>
                        </a:solidFill>
                        <a:latin typeface="Cambria Math" panose="02040503050406030204" pitchFamily="18" charset="0"/>
                      </a:rPr>
                      <m:t>−</m:t>
                    </m:r>
                    <m:f>
                      <m:fPr>
                        <m:ctrlPr>
                          <a:rPr lang="en-US" i="1">
                            <a:solidFill>
                              <a:schemeClr val="accent1"/>
                            </a:solidFill>
                            <a:latin typeface="Cambria Math" panose="02040503050406030204" pitchFamily="18" charset="0"/>
                          </a:rPr>
                        </m:ctrlPr>
                      </m:fPr>
                      <m:num>
                        <m:r>
                          <a:rPr lang="en-US" i="1">
                            <a:solidFill>
                              <a:schemeClr val="accent1"/>
                            </a:solidFill>
                            <a:latin typeface="Cambria Math" panose="02040503050406030204" pitchFamily="18" charset="0"/>
                          </a:rPr>
                          <m:t>𝐴</m:t>
                        </m:r>
                      </m:num>
                      <m:den>
                        <m:r>
                          <a:rPr lang="en-US" i="1">
                            <a:solidFill>
                              <a:schemeClr val="accent1"/>
                            </a:solidFill>
                            <a:latin typeface="Cambria Math" panose="02040503050406030204" pitchFamily="18" charset="0"/>
                          </a:rPr>
                          <m:t>𝑟</m:t>
                        </m:r>
                      </m:den>
                    </m:f>
                    <m:r>
                      <a:rPr lang="en-US" i="1" smtClean="0">
                        <a:solidFill>
                          <a:schemeClr val="tx1"/>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𝐵</m:t>
                        </m:r>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𝑟</m:t>
                            </m:r>
                          </m:e>
                          <m:sup>
                            <m:r>
                              <a:rPr lang="en-US" i="1">
                                <a:solidFill>
                                  <a:srgbClr val="FF0000"/>
                                </a:solidFill>
                                <a:latin typeface="Cambria Math" panose="02040503050406030204" pitchFamily="18" charset="0"/>
                              </a:rPr>
                              <m:t>𝑛</m:t>
                            </m:r>
                          </m:sup>
                        </m:sSup>
                      </m:den>
                    </m:f>
                  </m:oMath>
                </a14:m>
                <a:endParaRPr lang="en-US" dirty="0"/>
              </a:p>
              <a:p>
                <a14:m>
                  <m:oMath xmlns:m="http://schemas.openxmlformats.org/officeDocument/2006/math">
                    <m:r>
                      <a:rPr lang="en-US" i="1" smtClean="0">
                        <a:solidFill>
                          <a:schemeClr val="accent1"/>
                        </a:solidFill>
                        <a:latin typeface="Cambria Math" panose="02040503050406030204" pitchFamily="18" charset="0"/>
                      </a:rPr>
                      <m:t>𝐴</m:t>
                    </m:r>
                    <m:r>
                      <a:rPr lang="en-US"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𝑀</m:t>
                    </m:r>
                    <m:f>
                      <m:fPr>
                        <m:ctrlPr>
                          <a:rPr lang="en-US" i="1">
                            <a:solidFill>
                              <a:schemeClr val="accent1"/>
                            </a:solidFill>
                            <a:latin typeface="Cambria Math" panose="02040503050406030204" pitchFamily="18" charset="0"/>
                          </a:rPr>
                        </m:ctrlPr>
                      </m:fPr>
                      <m:num>
                        <m:sSup>
                          <m:sSupPr>
                            <m:ctrlPr>
                              <a:rPr lang="en-US" i="1">
                                <a:solidFill>
                                  <a:schemeClr val="accent1"/>
                                </a:solidFill>
                                <a:latin typeface="Cambria Math" panose="02040503050406030204" pitchFamily="18" charset="0"/>
                              </a:rPr>
                            </m:ctrlPr>
                          </m:sSupPr>
                          <m:e>
                            <m:r>
                              <a:rPr lang="en-US" i="1">
                                <a:solidFill>
                                  <a:schemeClr val="accent1"/>
                                </a:solidFill>
                                <a:latin typeface="Cambria Math" panose="02040503050406030204" pitchFamily="18" charset="0"/>
                              </a:rPr>
                              <m:t>𝑞</m:t>
                            </m:r>
                          </m:e>
                          <m:sup>
                            <m:r>
                              <a:rPr lang="en-US" i="1">
                                <a:solidFill>
                                  <a:schemeClr val="accent1"/>
                                </a:solidFill>
                                <a:latin typeface="Cambria Math" panose="02040503050406030204" pitchFamily="18" charset="0"/>
                              </a:rPr>
                              <m:t>2</m:t>
                            </m:r>
                          </m:sup>
                        </m:sSup>
                      </m:num>
                      <m:den>
                        <m:r>
                          <a:rPr lang="en-US" i="1">
                            <a:solidFill>
                              <a:schemeClr val="accent1"/>
                            </a:solidFill>
                            <a:latin typeface="Cambria Math" panose="02040503050406030204" pitchFamily="18" charset="0"/>
                          </a:rPr>
                          <m:t>4</m:t>
                        </m:r>
                        <m:r>
                          <a:rPr lang="en-US" i="1">
                            <a:solidFill>
                              <a:schemeClr val="accent1"/>
                            </a:solidFill>
                            <a:latin typeface="Cambria Math" panose="02040503050406030204" pitchFamily="18" charset="0"/>
                          </a:rPr>
                          <m:t>𝜋</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𝜀</m:t>
                            </m:r>
                          </m:e>
                          <m:sub>
                            <m:r>
                              <a:rPr lang="en-US" i="1">
                                <a:solidFill>
                                  <a:schemeClr val="accent1"/>
                                </a:solidFill>
                                <a:latin typeface="Cambria Math" panose="02040503050406030204" pitchFamily="18" charset="0"/>
                              </a:rPr>
                              <m:t>0</m:t>
                            </m:r>
                          </m:sub>
                        </m:sSub>
                      </m:den>
                    </m:f>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r>
                      <a:rPr lang="en-US" i="1" smtClean="0">
                        <a:solidFill>
                          <a:srgbClr val="FF0000"/>
                        </a:solidFill>
                        <a:latin typeface="Cambria Math" panose="02040503050406030204" pitchFamily="18" charset="0"/>
                      </a:rPr>
                      <m:t>𝐵</m:t>
                    </m:r>
                    <m:r>
                      <a:rPr lang="en-US" i="1" smtClean="0">
                        <a:solidFill>
                          <a:srgbClr val="FF0000"/>
                        </a:solidFill>
                        <a:latin typeface="Cambria Math" panose="02040503050406030204" pitchFamily="18" charset="0"/>
                      </a:rPr>
                      <m:t>=6</m:t>
                    </m:r>
                    <m:r>
                      <a:rPr lang="en-US" i="1" smtClean="0">
                        <a:solidFill>
                          <a:srgbClr val="FF0000"/>
                        </a:solidFill>
                        <a:latin typeface="Cambria Math" panose="02040503050406030204" pitchFamily="18" charset="0"/>
                      </a:rPr>
                      <m:t>𝑏</m:t>
                    </m:r>
                  </m:oMath>
                </a14:m>
                <a:endParaRPr lang="en-US" dirty="0"/>
              </a:p>
              <a:p>
                <a:endParaRPr lang="en-US" dirty="0"/>
              </a:p>
            </p:txBody>
          </p:sp>
        </mc:Choice>
        <mc:Fallback xmlns="">
          <p:sp>
            <p:nvSpPr>
              <p:cNvPr id="10" name="内容占位符 9">
                <a:extLst>
                  <a:ext uri="{FF2B5EF4-FFF2-40B4-BE49-F238E27FC236}">
                    <a16:creationId xmlns:a16="http://schemas.microsoft.com/office/drawing/2014/main" id="{BFA94B4A-B966-1F36-4BE1-D6FFE27C86D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graphicFrame>
        <p:nvGraphicFramePr>
          <p:cNvPr id="3" name="表格 2">
            <a:extLst>
              <a:ext uri="{FF2B5EF4-FFF2-40B4-BE49-F238E27FC236}">
                <a16:creationId xmlns:a16="http://schemas.microsoft.com/office/drawing/2014/main" id="{AB3A8909-2D54-3C3D-AABD-0C3EC92FA1CF}"/>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pic>
        <p:nvPicPr>
          <p:cNvPr id="7" name="图片 6">
            <a:extLst>
              <a:ext uri="{FF2B5EF4-FFF2-40B4-BE49-F238E27FC236}">
                <a16:creationId xmlns:a16="http://schemas.microsoft.com/office/drawing/2014/main" id="{26A0F314-95B6-46FB-3706-0398175D12CA}"/>
              </a:ext>
            </a:extLst>
          </p:cNvPr>
          <p:cNvPicPr>
            <a:picLocks noChangeAspect="1"/>
          </p:cNvPicPr>
          <p:nvPr/>
        </p:nvPicPr>
        <p:blipFill>
          <a:blip r:embed="rId3"/>
          <a:stretch>
            <a:fillRect/>
          </a:stretch>
        </p:blipFill>
        <p:spPr>
          <a:xfrm>
            <a:off x="6848541" y="1619196"/>
            <a:ext cx="4138168" cy="40783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339F4CA1-9833-E8FB-9E25-8B8B78C3C320}"/>
              </a:ext>
            </a:extLst>
          </p:cNvPr>
          <p:cNvSpPr/>
          <p:nvPr/>
        </p:nvSpPr>
        <p:spPr>
          <a:xfrm>
            <a:off x="4206240" y="3865705"/>
            <a:ext cx="3745887" cy="93962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76B7D6B-AA82-E8EC-4F99-4AC294C54016}"/>
              </a:ext>
            </a:extLst>
          </p:cNvPr>
          <p:cNvSpPr>
            <a:spLocks noGrp="1"/>
          </p:cNvSpPr>
          <p:nvPr>
            <p:ph type="title"/>
          </p:nvPr>
        </p:nvSpPr>
        <p:spPr/>
        <p:txBody>
          <a:bodyPr/>
          <a:lstStyle/>
          <a:p>
            <a:r>
              <a:rPr lang="zh-CN" altLang="en-US" dirty="0"/>
              <a:t>晶体的平衡</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49930A4-08E3-F1AE-E3D1-75993B3D80C6}"/>
                  </a:ext>
                </a:extLst>
              </p:cNvPr>
              <p:cNvSpPr>
                <a:spLocks noGrp="1"/>
              </p:cNvSpPr>
              <p:nvPr>
                <p:ph idx="1"/>
              </p:nvPr>
            </p:nvSpPr>
            <p:spPr>
              <a:xfrm>
                <a:off x="838200" y="1825625"/>
                <a:ext cx="10515600" cy="4667250"/>
              </a:xfrm>
            </p:spPr>
            <p:txBody>
              <a:bodyPr>
                <a:noAutofit/>
              </a:bodyPr>
              <a:lstStyle/>
              <a:p>
                <a:pPr>
                  <a:lnSpc>
                    <a:spcPct val="100000"/>
                  </a:lnSpc>
                  <a:spcBef>
                    <a:spcPts val="0"/>
                  </a:spcBef>
                </a:pPr>
                <a:r>
                  <a:rPr lang="zh-CN" altLang="en-US" sz="2000" dirty="0"/>
                  <a:t>不考虑热效应，外界做功等于系统内能增量</a:t>
                </a:r>
                <a:endParaRPr lang="en-US" altLang="zh-CN" sz="2000" dirty="0"/>
              </a:p>
              <a:p>
                <a:pPr>
                  <a:lnSpc>
                    <a:spcPct val="100000"/>
                  </a:lnSpc>
                  <a:spcBef>
                    <a:spcPts val="0"/>
                  </a:spcBef>
                </a:pPr>
                <a:endParaRPr lang="zh-CN" altLang="en-US" sz="2000" dirty="0"/>
              </a:p>
              <a:p>
                <a:pPr marL="0" indent="0">
                  <a:lnSpc>
                    <a:spcPct val="100000"/>
                  </a:lnSpc>
                  <a:spcBef>
                    <a:spcPts val="0"/>
                  </a:spcBef>
                  <a:buNone/>
                </a:pPr>
                <a14:m>
                  <m:oMathPara xmlns:m="http://schemas.openxmlformats.org/officeDocument/2006/math">
                    <m:oMath>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𝑝𝑑𝑉</m:t>
                      </m:r>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𝑑𝑈</m:t>
                      </m:r>
                      <m:r>
                        <a:rPr lang="en-US" sz="2000" i="1" smtClean="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𝑝</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𝑑𝑈</m:t>
                          </m:r>
                        </m:num>
                        <m:den>
                          <m:r>
                            <a:rPr lang="en-US" sz="2000" i="1">
                              <a:solidFill>
                                <a:srgbClr val="000000"/>
                              </a:solidFill>
                              <a:latin typeface="Cambria Math" panose="02040503050406030204" pitchFamily="18" charset="0"/>
                            </a:rPr>
                            <m:t>𝑑𝑉</m:t>
                          </m:r>
                        </m:den>
                      </m:f>
                    </m:oMath>
                  </m:oMathPara>
                </a14:m>
                <a:endParaRPr lang="en-US" sz="2000" dirty="0"/>
              </a:p>
              <a:p>
                <a:pPr marL="0" indent="0">
                  <a:lnSpc>
                    <a:spcPct val="100000"/>
                  </a:lnSpc>
                  <a:spcBef>
                    <a:spcPts val="0"/>
                  </a:spcBef>
                  <a:buNone/>
                </a:pPr>
                <a:endParaRPr lang="en-US" sz="2000" dirty="0"/>
              </a:p>
              <a:p>
                <a:pPr>
                  <a:lnSpc>
                    <a:spcPct val="100000"/>
                  </a:lnSpc>
                  <a:spcBef>
                    <a:spcPts val="0"/>
                  </a:spcBef>
                </a:pPr>
                <a:r>
                  <a:rPr lang="zh-CN" altLang="en-US" sz="2000" dirty="0"/>
                  <a:t>在平衡状态下（晶格常数</a:t>
                </a:r>
                <a:r>
                  <a:rPr lang="en-US" altLang="zh-CN" sz="2000" dirty="0"/>
                  <a:t>r</a:t>
                </a:r>
                <a:r>
                  <a:rPr lang="en-US" altLang="zh-CN" sz="2000" baseline="-25000" dirty="0"/>
                  <a:t>0</a:t>
                </a:r>
                <a:r>
                  <a:rPr lang="zh-CN" altLang="en-US" sz="2000" dirty="0"/>
                  <a:t>），晶体只受大气压</a:t>
                </a:r>
                <a:r>
                  <a:rPr lang="en-US" altLang="zh-CN" sz="2000" i="1" dirty="0"/>
                  <a:t>p</a:t>
                </a:r>
                <a:r>
                  <a:rPr lang="en-US" altLang="zh-CN" sz="2000" baseline="-25000" dirty="0"/>
                  <a:t>0</a:t>
                </a:r>
                <a:r>
                  <a:rPr lang="zh-CN" altLang="en-US" sz="2000" dirty="0"/>
                  <a:t>可近似看为零</a:t>
                </a:r>
                <a:endParaRPr lang="en-US" altLang="zh-CN" sz="2000" dirty="0"/>
              </a:p>
              <a:p>
                <a:pPr>
                  <a:lnSpc>
                    <a:spcPct val="100000"/>
                  </a:lnSpc>
                  <a:spcBef>
                    <a:spcPts val="0"/>
                  </a:spcBef>
                </a:pPr>
                <a:endParaRPr lang="en-US" altLang="zh-CN" sz="2000" dirty="0"/>
              </a:p>
              <a:p>
                <a:pPr marL="0" indent="0">
                  <a:lnSpc>
                    <a:spcPct val="100000"/>
                  </a:lnSpc>
                  <a:spcBef>
                    <a:spcPts val="0"/>
                  </a:spcBef>
                  <a:buNone/>
                </a:pPr>
                <a14:m>
                  <m:oMathPara xmlns:m="http://schemas.openxmlformats.org/officeDocument/2006/math">
                    <m:oMath>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𝑑𝑈</m:t>
                                  </m:r>
                                </m:num>
                                <m:den>
                                  <m:r>
                                    <a:rPr lang="en-US" sz="2000" i="1">
                                      <a:latin typeface="Cambria Math" panose="02040503050406030204" pitchFamily="18" charset="0"/>
                                    </a:rPr>
                                    <m:t>𝑑𝑉</m:t>
                                  </m:r>
                                </m:den>
                              </m:f>
                            </m:e>
                          </m:d>
                        </m:e>
                        <m:sub>
                          <m:r>
                            <a:rPr lang="en-US" sz="2000" b="0" i="1" smtClean="0">
                              <a:solidFill>
                                <a:schemeClr val="tx1"/>
                              </a:solidFill>
                              <a:latin typeface="Cambria Math" panose="02040503050406030204" pitchFamily="18" charset="0"/>
                            </a:rPr>
                            <m:t>𝑟</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𝑟</m:t>
                              </m:r>
                            </m:e>
                            <m:sub>
                              <m:r>
                                <a:rPr lang="en-US" sz="2000" b="0" i="1" smtClean="0">
                                  <a:solidFill>
                                    <a:schemeClr val="tx1"/>
                                  </a:solidFill>
                                  <a:latin typeface="Cambria Math" panose="02040503050406030204" pitchFamily="18" charset="0"/>
                                </a:rPr>
                                <m:t>0</m:t>
                              </m:r>
                            </m:sub>
                          </m:sSub>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𝑝</m:t>
                          </m:r>
                        </m:e>
                        <m:sub>
                          <m:r>
                            <a:rPr lang="en-US" sz="2000" i="1">
                              <a:solidFill>
                                <a:schemeClr val="tx1"/>
                              </a:solidFill>
                              <a:latin typeface="Cambria Math" panose="02040503050406030204" pitchFamily="18" charset="0"/>
                            </a:rPr>
                            <m:t>0</m:t>
                          </m:r>
                        </m:sub>
                      </m:sSub>
                      <m:r>
                        <a:rPr lang="en-US" sz="2000" i="1">
                          <a:solidFill>
                            <a:schemeClr val="tx1"/>
                          </a:solidFill>
                          <a:latin typeface="Cambria Math" panose="02040503050406030204" pitchFamily="18" charset="0"/>
                        </a:rPr>
                        <m:t>≈0</m:t>
                      </m:r>
                      <m:r>
                        <a:rPr lang="en-US" altLang="zh-CN"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平衡</m:t>
                      </m:r>
                      <m:r>
                        <a:rPr lang="zh-CN" altLang="en-US" sz="2000" i="1" smtClean="0">
                          <a:solidFill>
                            <a:schemeClr val="tx1"/>
                          </a:solidFill>
                          <a:latin typeface="Cambria Math" panose="02040503050406030204" pitchFamily="18" charset="0"/>
                        </a:rPr>
                        <m:t>条件</m:t>
                      </m:r>
                      <m:r>
                        <a:rPr lang="en-US" altLang="zh-CN"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 </m:t>
                      </m:r>
                    </m:oMath>
                  </m:oMathPara>
                </a14:m>
                <a:endParaRPr lang="en-US" sz="2000" dirty="0">
                  <a:solidFill>
                    <a:schemeClr val="tx1"/>
                  </a:solidFill>
                </a:endParaRPr>
              </a:p>
              <a:p>
                <a:pPr marL="0" indent="0">
                  <a:lnSpc>
                    <a:spcPct val="100000"/>
                  </a:lnSpc>
                  <a:spcBef>
                    <a:spcPts val="0"/>
                  </a:spcBef>
                  <a:buNone/>
                </a:pPr>
                <a:endParaRPr lang="en-US" sz="2000" dirty="0"/>
              </a:p>
              <a:p>
                <a:pPr>
                  <a:lnSpc>
                    <a:spcPct val="100000"/>
                  </a:lnSpc>
                  <a:spcBef>
                    <a:spcPts val="0"/>
                  </a:spcBef>
                </a:pPr>
                <a:r>
                  <a:rPr lang="zh-CN" altLang="en-US" sz="2000" dirty="0"/>
                  <a:t>三维晶体，体积</a:t>
                </a:r>
                <a:r>
                  <a:rPr lang="en-US" altLang="zh-CN" sz="2000" dirty="0"/>
                  <a:t>V</a:t>
                </a:r>
                <a:r>
                  <a:rPr lang="zh-CN" altLang="en-US" sz="2000" dirty="0"/>
                  <a:t>是距离</a:t>
                </a:r>
                <a:r>
                  <a:rPr lang="en-US" altLang="zh-CN" sz="2000" dirty="0"/>
                  <a:t>r</a:t>
                </a:r>
                <a:r>
                  <a:rPr lang="zh-CN" altLang="en-US" sz="2000" dirty="0"/>
                  <a:t>的三次方，</a:t>
                </a:r>
                <a14:m>
                  <m:oMath xmlns:m="http://schemas.openxmlformats.org/officeDocument/2006/math">
                    <m:r>
                      <a:rPr lang="en-US" altLang="zh-CN" sz="2000" b="0" i="1" smtClean="0">
                        <a:latin typeface="Cambria Math" panose="02040503050406030204" pitchFamily="18" charset="0"/>
                      </a:rPr>
                      <m:t>𝑉</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𝑟</m:t>
                        </m:r>
                      </m:e>
                      <m:sup>
                        <m:r>
                          <a:rPr lang="en-US" altLang="zh-CN" sz="2000" b="0" i="1" smtClean="0">
                            <a:latin typeface="Cambria Math" panose="02040503050406030204" pitchFamily="18" charset="0"/>
                            <a:ea typeface="Cambria Math" panose="02040503050406030204" pitchFamily="18" charset="0"/>
                          </a:rPr>
                          <m:t>3</m:t>
                        </m:r>
                      </m:sup>
                    </m:sSup>
                  </m:oMath>
                </a14:m>
                <a:endParaRPr lang="en-US" sz="2000" dirty="0"/>
              </a:p>
              <a:p>
                <a:pPr marL="0" indent="0">
                  <a:lnSpc>
                    <a:spcPct val="100000"/>
                  </a:lnSpc>
                  <a:spcBef>
                    <a:spcPts val="0"/>
                  </a:spcBef>
                  <a:buNone/>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𝑑𝑉</m:t>
                          </m:r>
                        </m:num>
                        <m:den>
                          <m:r>
                            <a:rPr lang="en-US" sz="2000" b="0" i="1" smtClean="0">
                              <a:latin typeface="Cambria Math" panose="02040503050406030204" pitchFamily="18" charset="0"/>
                            </a:rPr>
                            <m:t>𝑉</m:t>
                          </m:r>
                        </m:den>
                      </m:f>
                      <m:r>
                        <a:rPr lang="en-US" sz="2000" b="0" i="1" smtClean="0">
                          <a:latin typeface="Cambria Math" panose="02040503050406030204" pitchFamily="18" charset="0"/>
                        </a:rPr>
                        <m:t>=3</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𝑑𝑟</m:t>
                          </m:r>
                        </m:num>
                        <m:den>
                          <m:r>
                            <a:rPr lang="en-US" sz="2000" b="0" i="1" smtClean="0">
                              <a:latin typeface="Cambria Math" panose="02040503050406030204" pitchFamily="18" charset="0"/>
                            </a:rPr>
                            <m:t>𝑟</m:t>
                          </m:r>
                        </m:den>
                      </m:f>
                    </m:oMath>
                  </m:oMathPara>
                </a14:m>
                <a:endParaRPr lang="en-US" sz="2000" dirty="0"/>
              </a:p>
              <a:p>
                <a:pPr marL="0" indent="0">
                  <a:lnSpc>
                    <a:spcPct val="100000"/>
                  </a:lnSpc>
                  <a:spcBef>
                    <a:spcPts val="0"/>
                  </a:spcBef>
                  <a:buNone/>
                </a:pPr>
                <a:r>
                  <a:rPr lang="zh-CN" altLang="en-US" sz="2000" dirty="0"/>
                  <a:t>代入结合能公式</a:t>
                </a:r>
                <a:endParaRPr lang="en-US" altLang="zh-CN" sz="2000" dirty="0"/>
              </a:p>
              <a:p>
                <a:pPr marL="0" indent="0">
                  <a:lnSpc>
                    <a:spcPct val="100000"/>
                  </a:lnSpc>
                  <a:spcBef>
                    <a:spcPts val="0"/>
                  </a:spcBef>
                  <a:buNone/>
                </a:pPr>
                <a14:m>
                  <m:oMathPara xmlns:m="http://schemas.openxmlformats.org/officeDocument/2006/math">
                    <m:o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𝑈</m:t>
                          </m:r>
                        </m:e>
                        <m:sub>
                          <m:r>
                            <a:rPr lang="en-US" sz="2000" i="1">
                              <a:solidFill>
                                <a:schemeClr val="tx1"/>
                              </a:solidFill>
                              <a:latin typeface="Cambria Math" panose="02040503050406030204" pitchFamily="18" charset="0"/>
                            </a:rPr>
                            <m:t>𝑏</m:t>
                          </m:r>
                        </m:sub>
                      </m:sSub>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𝐴</m:t>
                          </m:r>
                        </m:num>
                        <m:den>
                          <m:r>
                            <a:rPr lang="en-US" sz="2000" i="1">
                              <a:solidFill>
                                <a:schemeClr val="tx1"/>
                              </a:solidFill>
                              <a:latin typeface="Cambria Math" panose="02040503050406030204" pitchFamily="18" charset="0"/>
                            </a:rPr>
                            <m:t>𝑟</m:t>
                          </m:r>
                        </m:den>
                      </m:f>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𝐵</m:t>
                          </m:r>
                        </m:num>
                        <m:den>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𝑟</m:t>
                              </m:r>
                            </m:e>
                            <m:sup>
                              <m:r>
                                <a:rPr lang="en-US" sz="2000" i="1">
                                  <a:solidFill>
                                    <a:schemeClr val="tx1"/>
                                  </a:solidFill>
                                  <a:latin typeface="Cambria Math" panose="02040503050406030204" pitchFamily="18" charset="0"/>
                                </a:rPr>
                                <m:t>𝑛</m:t>
                              </m:r>
                            </m:sup>
                          </m:sSup>
                        </m:den>
                      </m:f>
                    </m:oMath>
                  </m:oMathPara>
                </a14:m>
                <a:endParaRPr lang="en-US" sz="2000" dirty="0"/>
              </a:p>
            </p:txBody>
          </p:sp>
        </mc:Choice>
        <mc:Fallback xmlns="">
          <p:sp>
            <p:nvSpPr>
              <p:cNvPr id="3" name="内容占位符 2">
                <a:extLst>
                  <a:ext uri="{FF2B5EF4-FFF2-40B4-BE49-F238E27FC236}">
                    <a16:creationId xmlns:a16="http://schemas.microsoft.com/office/drawing/2014/main" id="{549930A4-08E3-F1AE-E3D1-75993B3D80C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638" t="-1044" b="-6527"/>
                </a:stretch>
              </a:blipFill>
            </p:spPr>
            <p:txBody>
              <a:bodyPr/>
              <a:lstStyle/>
              <a:p>
                <a:r>
                  <a:rPr lang="en-US">
                    <a:noFill/>
                  </a:rPr>
                  <a:t> </a:t>
                </a:r>
              </a:p>
            </p:txBody>
          </p:sp>
        </mc:Fallback>
      </mc:AlternateContent>
      <p:graphicFrame>
        <p:nvGraphicFramePr>
          <p:cNvPr id="5" name="表格 4">
            <a:extLst>
              <a:ext uri="{FF2B5EF4-FFF2-40B4-BE49-F238E27FC236}">
                <a16:creationId xmlns:a16="http://schemas.microsoft.com/office/drawing/2014/main" id="{B6A7E3CD-4937-D3E9-9EA6-08AE04DA960D}"/>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50957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DEAACAFE-A6AA-DD3D-E363-357D4A9443A6}"/>
              </a:ext>
            </a:extLst>
          </p:cNvPr>
          <p:cNvSpPr/>
          <p:nvPr/>
        </p:nvSpPr>
        <p:spPr>
          <a:xfrm>
            <a:off x="4469130" y="1885556"/>
            <a:ext cx="3253740" cy="1967536"/>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76B7D6B-AA82-E8EC-4F99-4AC294C54016}"/>
              </a:ext>
            </a:extLst>
          </p:cNvPr>
          <p:cNvSpPr>
            <a:spLocks noGrp="1"/>
          </p:cNvSpPr>
          <p:nvPr>
            <p:ph type="title"/>
          </p:nvPr>
        </p:nvSpPr>
        <p:spPr/>
        <p:txBody>
          <a:bodyPr/>
          <a:lstStyle/>
          <a:p>
            <a:r>
              <a:rPr lang="zh-CN" altLang="en-US" dirty="0"/>
              <a:t>晶体的平衡</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49930A4-08E3-F1AE-E3D1-75993B3D80C6}"/>
                  </a:ext>
                </a:extLst>
              </p:cNvPr>
              <p:cNvSpPr>
                <a:spLocks noGrp="1"/>
              </p:cNvSpPr>
              <p:nvPr>
                <p:ph idx="1"/>
              </p:nvPr>
            </p:nvSpPr>
            <p:spPr>
              <a:xfrm>
                <a:off x="838200" y="1508760"/>
                <a:ext cx="10515600" cy="5189220"/>
              </a:xfrm>
            </p:spPr>
            <p:txBody>
              <a:bodyPr>
                <a:noAutofit/>
              </a:bodyPr>
              <a:lstStyle/>
              <a:p>
                <a:pPr>
                  <a:lnSpc>
                    <a:spcPct val="120000"/>
                  </a:lnSpc>
                  <a:spcBef>
                    <a:spcPts val="0"/>
                  </a:spcBef>
                </a:pPr>
                <a:r>
                  <a:rPr lang="zh-CN" altLang="en-US" sz="2000" dirty="0"/>
                  <a:t>最后得到</a:t>
                </a:r>
                <a:endParaRPr lang="en-US" altLang="zh-CN" sz="2000" dirty="0"/>
              </a:p>
              <a:p>
                <a:pPr marL="0" indent="0">
                  <a:lnSpc>
                    <a:spcPct val="120000"/>
                  </a:lnSpc>
                  <a:spcBef>
                    <a:spcPts val="0"/>
                  </a:spcBef>
                  <a:buNone/>
                </a:pPr>
                <a14:m>
                  <m:oMathPara xmlns:m="http://schemas.openxmlformats.org/officeDocument/2006/math">
                    <m:o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𝐵</m:t>
                          </m:r>
                        </m:num>
                        <m:den>
                          <m:r>
                            <a:rPr lang="en-US" sz="2000" i="1">
                              <a:solidFill>
                                <a:srgbClr val="000000"/>
                              </a:solidFill>
                              <a:latin typeface="Cambria Math" panose="02040503050406030204" pitchFamily="18" charset="0"/>
                            </a:rPr>
                            <m:t>𝐴</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𝑛</m:t>
                          </m:r>
                        </m:den>
                      </m:f>
                      <m:sSup>
                        <m:sSupPr>
                          <m:ctrlPr>
                            <a:rPr lang="en-US" sz="2000" i="1">
                              <a:solidFill>
                                <a:srgbClr val="000000"/>
                              </a:solidFill>
                              <a:latin typeface="Cambria Math" panose="02040503050406030204" pitchFamily="18" charset="0"/>
                            </a:rPr>
                          </m:ctrlPr>
                        </m:sSup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𝑟</m:t>
                              </m:r>
                            </m:e>
                            <m:sub>
                              <m:r>
                                <a:rPr lang="en-US" sz="2000" i="1">
                                  <a:solidFill>
                                    <a:srgbClr val="000000"/>
                                  </a:solidFill>
                                  <a:latin typeface="Cambria Math" panose="02040503050406030204" pitchFamily="18" charset="0"/>
                                </a:rPr>
                                <m:t>0</m:t>
                              </m:r>
                            </m:sub>
                          </m:sSub>
                        </m:e>
                        <m:sup>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−1</m:t>
                          </m:r>
                        </m:sup>
                      </m:sSup>
                    </m:oMath>
                  </m:oMathPara>
                </a14:m>
                <a:endParaRPr lang="en-US" sz="2000" dirty="0"/>
              </a:p>
              <a:p>
                <a:pPr marL="0" indent="0">
                  <a:lnSpc>
                    <a:spcPct val="120000"/>
                  </a:lnSpc>
                  <a:spcBef>
                    <a:spcPts val="0"/>
                  </a:spcBef>
                  <a:buNone/>
                </a:pPr>
                <a:r>
                  <a:rPr lang="zh-CN" altLang="en-US" sz="2000" dirty="0"/>
                  <a:t>以及</a:t>
                </a:r>
                <a:endParaRPr lang="en-US" altLang="zh-CN" sz="2000" dirty="0"/>
              </a:p>
              <a:p>
                <a:pPr marL="0" indent="0">
                  <a:lnSpc>
                    <a:spcPct val="120000"/>
                  </a:lnSpc>
                  <a:spcBef>
                    <a:spcPts val="0"/>
                  </a:spcBef>
                  <a:buNone/>
                </a:pPr>
                <a14:m>
                  <m:oMathPara xmlns:m="http://schemas.openxmlformats.org/officeDocument/2006/math">
                    <m:oMath>
                      <m:r>
                        <a:rPr lang="en-US" altLang="zh-CN" sz="2000" b="0" i="1" smtClean="0">
                          <a:solidFill>
                            <a:schemeClr val="tx1"/>
                          </a:solidFill>
                          <a:latin typeface="Cambria Math" panose="02040503050406030204" pitchFamily="18" charset="0"/>
                        </a:rPr>
                        <m:t>𝑈</m:t>
                      </m:r>
                      <m:r>
                        <a:rPr lang="en-US" altLang="zh-CN" sz="2000" b="0" i="1" smtClean="0">
                          <a:solidFill>
                            <a:schemeClr val="tx1"/>
                          </a:solidFill>
                          <a:latin typeface="Cambria Math" panose="02040503050406030204" pitchFamily="18" charset="0"/>
                        </a:rPr>
                        <m:t>=−</m:t>
                      </m:r>
                      <m:f>
                        <m:fPr>
                          <m:ctrlPr>
                            <a:rPr lang="en-US" altLang="zh-CN" sz="2000" i="1">
                              <a:solidFill>
                                <a:schemeClr val="tx1"/>
                              </a:solidFill>
                              <a:latin typeface="Cambria Math" panose="02040503050406030204" pitchFamily="18" charset="0"/>
                            </a:rPr>
                          </m:ctrlPr>
                        </m:fPr>
                        <m:num>
                          <m:r>
                            <a:rPr lang="en-US" altLang="zh-CN" sz="2000" i="1">
                              <a:solidFill>
                                <a:schemeClr val="tx1"/>
                              </a:solidFill>
                              <a:latin typeface="Cambria Math" panose="02040503050406030204" pitchFamily="18" charset="0"/>
                            </a:rPr>
                            <m:t>𝐴</m:t>
                          </m:r>
                        </m:num>
                        <m:den>
                          <m:r>
                            <a:rPr lang="en-US" altLang="zh-CN" sz="2000" i="1">
                              <a:solidFill>
                                <a:schemeClr val="tx1"/>
                              </a:solidFill>
                              <a:latin typeface="Cambria Math" panose="02040503050406030204" pitchFamily="18" charset="0"/>
                            </a:rPr>
                            <m:t>𝑟</m:t>
                          </m:r>
                        </m:den>
                      </m:f>
                      <m:r>
                        <a:rPr lang="en-US" altLang="zh-CN" sz="2000" i="1">
                          <a:solidFill>
                            <a:schemeClr val="tx1"/>
                          </a:solidFill>
                          <a:latin typeface="Cambria Math" panose="02040503050406030204" pitchFamily="18" charset="0"/>
                        </a:rPr>
                        <m:t>+</m:t>
                      </m:r>
                      <m:f>
                        <m:fPr>
                          <m:ctrlPr>
                            <a:rPr lang="en-US" altLang="zh-CN" sz="2000" i="1">
                              <a:solidFill>
                                <a:schemeClr val="tx1"/>
                              </a:solidFill>
                              <a:latin typeface="Cambria Math" panose="02040503050406030204" pitchFamily="18" charset="0"/>
                            </a:rPr>
                          </m:ctrlPr>
                        </m:fPr>
                        <m:num>
                          <m:r>
                            <a:rPr lang="en-US" altLang="zh-CN" sz="2000" i="1">
                              <a:solidFill>
                                <a:schemeClr val="tx1"/>
                              </a:solidFill>
                              <a:latin typeface="Cambria Math" panose="02040503050406030204" pitchFamily="18" charset="0"/>
                            </a:rPr>
                            <m:t>𝐴</m:t>
                          </m:r>
                        </m:num>
                        <m:den>
                          <m:r>
                            <a:rPr lang="en-US" altLang="zh-CN" sz="2000" i="1">
                              <a:solidFill>
                                <a:schemeClr val="tx1"/>
                              </a:solidFill>
                              <a:latin typeface="Cambria Math" panose="02040503050406030204" pitchFamily="18" charset="0"/>
                            </a:rPr>
                            <m:t>𝑛</m:t>
                          </m:r>
                        </m:den>
                      </m:f>
                      <m:f>
                        <m:fPr>
                          <m:ctrlPr>
                            <a:rPr lang="en-US" altLang="zh-CN" sz="2000" i="1">
                              <a:solidFill>
                                <a:schemeClr val="tx1"/>
                              </a:solidFill>
                              <a:latin typeface="Cambria Math" panose="02040503050406030204" pitchFamily="18" charset="0"/>
                            </a:rPr>
                          </m:ctrlPr>
                        </m:fPr>
                        <m:num>
                          <m:sSup>
                            <m:sSupPr>
                              <m:ctrlPr>
                                <a:rPr lang="en-US" altLang="zh-CN" sz="2000" i="1">
                                  <a:solidFill>
                                    <a:schemeClr val="tx1"/>
                                  </a:solidFill>
                                  <a:latin typeface="Cambria Math" panose="02040503050406030204" pitchFamily="18" charset="0"/>
                                </a:rPr>
                              </m:ctrlPr>
                            </m:sSupPr>
                            <m:e>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𝑟</m:t>
                                  </m:r>
                                </m:e>
                                <m:sub>
                                  <m:r>
                                    <a:rPr lang="en-US" altLang="zh-CN" sz="2000" i="1">
                                      <a:solidFill>
                                        <a:schemeClr val="tx1"/>
                                      </a:solidFill>
                                      <a:latin typeface="Cambria Math" panose="02040503050406030204" pitchFamily="18" charset="0"/>
                                    </a:rPr>
                                    <m:t>0</m:t>
                                  </m:r>
                                </m:sub>
                              </m:sSub>
                            </m:e>
                            <m:sup>
                              <m:r>
                                <a:rPr lang="en-US" altLang="zh-CN" sz="2000" i="1">
                                  <a:solidFill>
                                    <a:schemeClr val="tx1"/>
                                  </a:solidFill>
                                  <a:latin typeface="Cambria Math" panose="02040503050406030204" pitchFamily="18" charset="0"/>
                                </a:rPr>
                                <m:t>𝑛</m:t>
                              </m:r>
                              <m:r>
                                <a:rPr lang="en-US" altLang="zh-CN" sz="2000" i="1">
                                  <a:solidFill>
                                    <a:schemeClr val="tx1"/>
                                  </a:solidFill>
                                  <a:latin typeface="Cambria Math" panose="02040503050406030204" pitchFamily="18" charset="0"/>
                                </a:rPr>
                                <m:t>−1</m:t>
                              </m:r>
                            </m:sup>
                          </m:sSup>
                        </m:num>
                        <m:den>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𝑟</m:t>
                              </m:r>
                            </m:e>
                            <m:sup>
                              <m:r>
                                <a:rPr lang="en-US" altLang="zh-CN" sz="2000" i="1">
                                  <a:solidFill>
                                    <a:schemeClr val="tx1"/>
                                  </a:solidFill>
                                  <a:latin typeface="Cambria Math" panose="02040503050406030204" pitchFamily="18" charset="0"/>
                                </a:rPr>
                                <m:t>𝑛</m:t>
                              </m:r>
                            </m:sup>
                          </m:sSup>
                        </m:den>
                      </m:f>
                    </m:oMath>
                  </m:oMathPara>
                </a14:m>
                <a:endParaRPr lang="en-US" altLang="zh-CN" sz="2000" dirty="0"/>
              </a:p>
              <a:p>
                <a:pPr marL="0" indent="0">
                  <a:lnSpc>
                    <a:spcPct val="120000"/>
                  </a:lnSpc>
                  <a:spcBef>
                    <a:spcPts val="0"/>
                  </a:spcBef>
                  <a:buNone/>
                </a:pPr>
                <a:endParaRPr lang="en-US" altLang="zh-CN" sz="2000" dirty="0"/>
              </a:p>
              <a:p>
                <a:pPr marL="0" indent="0">
                  <a:lnSpc>
                    <a:spcPct val="120000"/>
                  </a:lnSpc>
                  <a:spcBef>
                    <a:spcPts val="0"/>
                  </a:spcBef>
                  <a:buNone/>
                </a:pPr>
                <a:r>
                  <a:rPr lang="zh-CN" altLang="en-US" sz="2000" dirty="0"/>
                  <a:t>当晶体处于平衡状态时</a:t>
                </a:r>
                <a:r>
                  <a:rPr lang="zh-CN" altLang="en-US" sz="2000" dirty="0">
                    <a:solidFill>
                      <a:schemeClr val="tx1"/>
                    </a:solidFill>
                  </a:rPr>
                  <a:t>，</a:t>
                </a:r>
                <a:r>
                  <a:rPr lang="en-US" altLang="zh-CN" sz="2000" dirty="0">
                    <a:solidFill>
                      <a:schemeClr val="tx1"/>
                    </a:solidFill>
                  </a:rPr>
                  <a:t> </a:t>
                </a:r>
                <a14:m>
                  <m:oMath xmlns:m="http://schemas.openxmlformats.org/officeDocument/2006/math">
                    <m:r>
                      <a:rPr lang="en-US" altLang="zh-CN" sz="2000" i="1" smtClean="0">
                        <a:solidFill>
                          <a:schemeClr val="tx1"/>
                        </a:solidFill>
                        <a:latin typeface="Cambria Math" panose="02040503050406030204" pitchFamily="18" charset="0"/>
                      </a:rPr>
                      <m:t>𝑟</m:t>
                    </m:r>
                    <m:r>
                      <a:rPr lang="en-US" altLang="zh-CN" sz="2000" b="0" i="0" smtClean="0">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𝑟</m:t>
                        </m:r>
                      </m:e>
                      <m:sub>
                        <m:r>
                          <a:rPr lang="en-US" altLang="zh-CN" sz="2000" i="1">
                            <a:solidFill>
                              <a:schemeClr val="tx1"/>
                            </a:solidFill>
                            <a:latin typeface="Cambria Math" panose="02040503050406030204" pitchFamily="18" charset="0"/>
                          </a:rPr>
                          <m:t>0</m:t>
                        </m:r>
                      </m:sub>
                    </m:sSub>
                  </m:oMath>
                </a14:m>
                <a:r>
                  <a:rPr lang="zh-CN" altLang="en-US" sz="2000" dirty="0"/>
                  <a:t>，有</a:t>
                </a:r>
                <a:endParaRPr lang="en-US" altLang="zh-CN" sz="2000" dirty="0"/>
              </a:p>
              <a:p>
                <a:pPr marL="0" indent="0">
                  <a:lnSpc>
                    <a:spcPct val="120000"/>
                  </a:lnSpc>
                  <a:spcBef>
                    <a:spcPts val="0"/>
                  </a:spcBef>
                  <a:buNone/>
                </a:pPr>
                <a14:m>
                  <m:oMathPara xmlns:m="http://schemas.openxmlformats.org/officeDocument/2006/math">
                    <m:oMath>
                      <m:r>
                        <a:rPr lang="en-US" sz="2000" b="0" i="1" smtClean="0">
                          <a:solidFill>
                            <a:srgbClr val="FF0000"/>
                          </a:solidFill>
                          <a:latin typeface="Cambria Math" panose="02040503050406030204" pitchFamily="18" charset="0"/>
                        </a:rPr>
                        <m:t>𝑈</m:t>
                      </m:r>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𝐴</m:t>
                          </m:r>
                        </m:num>
                        <m:den>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0</m:t>
                              </m:r>
                            </m:sub>
                          </m:sSub>
                        </m:den>
                      </m:f>
                      <m:d>
                        <m:dPr>
                          <m:begChr m:val="["/>
                          <m:endChr m:val="]"/>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r>
                            <a:rPr lang="en-US" altLang="zh-CN" sz="2000" i="1" smtClean="0">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1</m:t>
                              </m:r>
                            </m:num>
                            <m:den>
                              <m:r>
                                <a:rPr lang="en-US" sz="2000" i="1">
                                  <a:solidFill>
                                    <a:srgbClr val="FF0000"/>
                                  </a:solidFill>
                                  <a:latin typeface="Cambria Math" panose="02040503050406030204" pitchFamily="18" charset="0"/>
                                </a:rPr>
                                <m:t>𝑛</m:t>
                              </m:r>
                            </m:den>
                          </m:f>
                        </m:e>
                      </m:d>
                    </m:oMath>
                  </m:oMathPara>
                </a14:m>
                <a:endParaRPr lang="en-US" sz="2000" dirty="0"/>
              </a:p>
              <a:p>
                <a:pPr>
                  <a:lnSpc>
                    <a:spcPct val="120000"/>
                  </a:lnSpc>
                  <a:spcBef>
                    <a:spcPts val="0"/>
                  </a:spcBef>
                </a:pPr>
                <a:r>
                  <a:rPr kumimoji="0" lang="zh-CN" altLang="en-US" sz="2000" b="0" i="0" u="none" strike="noStrike" kern="1200" cap="none" spc="0" normalizeH="0" baseline="0" noProof="0" dirty="0">
                    <a:ln>
                      <a:noFill/>
                    </a:ln>
                    <a:solidFill>
                      <a:srgbClr val="FF0000"/>
                    </a:solidFill>
                    <a:effectLst/>
                    <a:uLnTx/>
                    <a:uFillTx/>
                    <a:latin typeface="+mn-lt"/>
                    <a:ea typeface="+mn-ea"/>
                    <a:cs typeface="+mn-cs"/>
                  </a:rPr>
                  <a:t>在平衡条件下，结合能的主要贡献</a:t>
                </a:r>
                <a:r>
                  <a:rPr lang="zh-CN" altLang="en-US" sz="2000" dirty="0">
                    <a:solidFill>
                      <a:srgbClr val="FF0000"/>
                    </a:solidFill>
                  </a:rPr>
                  <a:t>来自库仑吸引</a:t>
                </a:r>
                <a:r>
                  <a:rPr kumimoji="0" lang="zh-CN" altLang="en-US" sz="2000" b="0" i="0" u="none" strike="noStrike" kern="1200" cap="none" spc="0" normalizeH="0" baseline="0" noProof="0" dirty="0">
                    <a:ln>
                      <a:noFill/>
                    </a:ln>
                    <a:solidFill>
                      <a:srgbClr val="FF0000"/>
                    </a:solidFill>
                    <a:effectLst/>
                    <a:uLnTx/>
                    <a:uFillTx/>
                    <a:latin typeface="+mn-lt"/>
                    <a:ea typeface="+mn-ea"/>
                    <a:cs typeface="+mn-cs"/>
                  </a:rPr>
                  <a:t>，重叠排斥能只占</a:t>
                </a:r>
                <a:r>
                  <a:rPr lang="zh-CN" altLang="en-US" sz="2000" dirty="0">
                    <a:solidFill>
                      <a:srgbClr val="FF0000"/>
                    </a:solidFill>
                  </a:rPr>
                  <a:t>前者</a:t>
                </a:r>
                <a:r>
                  <a:rPr kumimoji="0" lang="zh-CN" altLang="en-US" sz="2000" b="0" i="0" u="none" strike="noStrike" kern="1200" cap="none" spc="0" normalizeH="0" baseline="0" noProof="0" dirty="0">
                    <a:ln>
                      <a:noFill/>
                    </a:ln>
                    <a:solidFill>
                      <a:srgbClr val="FF0000"/>
                    </a:solidFill>
                    <a:effectLst/>
                    <a:uLnTx/>
                    <a:uFillTx/>
                    <a:latin typeface="+mn-lt"/>
                    <a:ea typeface="+mn-ea"/>
                    <a:cs typeface="+mn-cs"/>
                  </a:rPr>
                  <a:t>的</a:t>
                </a:r>
                <a:r>
                  <a:rPr kumimoji="0" lang="en-US" altLang="zh-CN" sz="2000" b="0" i="0" u="none" strike="noStrike" kern="1200" cap="none" spc="0" normalizeH="0" baseline="0" noProof="0" dirty="0">
                    <a:ln>
                      <a:noFill/>
                    </a:ln>
                    <a:solidFill>
                      <a:srgbClr val="FF0000"/>
                    </a:solidFill>
                    <a:effectLst/>
                    <a:uLnTx/>
                    <a:uFillTx/>
                    <a:latin typeface="+mn-lt"/>
                    <a:ea typeface="+mn-ea"/>
                    <a:cs typeface="+mn-cs"/>
                  </a:rPr>
                  <a:t>1/n</a:t>
                </a:r>
                <a:endParaRPr lang="en-US" sz="2000" dirty="0">
                  <a:solidFill>
                    <a:srgbClr val="FF0000"/>
                  </a:solidFill>
                </a:endParaRPr>
              </a:p>
              <a:p>
                <a:pPr>
                  <a:lnSpc>
                    <a:spcPct val="120000"/>
                  </a:lnSpc>
                  <a:spcBef>
                    <a:spcPts val="0"/>
                  </a:spcBef>
                </a:pPr>
                <a:endParaRPr lang="en-US" sz="2000" dirty="0"/>
              </a:p>
            </p:txBody>
          </p:sp>
        </mc:Choice>
        <mc:Fallback xmlns="">
          <p:sp>
            <p:nvSpPr>
              <p:cNvPr id="3" name="内容占位符 2">
                <a:extLst>
                  <a:ext uri="{FF2B5EF4-FFF2-40B4-BE49-F238E27FC236}">
                    <a16:creationId xmlns:a16="http://schemas.microsoft.com/office/drawing/2014/main" id="{549930A4-08E3-F1AE-E3D1-75993B3D80C6}"/>
                  </a:ext>
                </a:extLst>
              </p:cNvPr>
              <p:cNvSpPr>
                <a:spLocks noGrp="1" noRot="1" noChangeAspect="1" noMove="1" noResize="1" noEditPoints="1" noAdjustHandles="1" noChangeArrowheads="1" noChangeShapeType="1" noTextEdit="1"/>
              </p:cNvSpPr>
              <p:nvPr>
                <p:ph idx="1"/>
              </p:nvPr>
            </p:nvSpPr>
            <p:spPr>
              <a:xfrm>
                <a:off x="838200" y="1508760"/>
                <a:ext cx="10515600" cy="5189220"/>
              </a:xfrm>
              <a:blipFill>
                <a:blip r:embed="rId2"/>
                <a:stretch>
                  <a:fillRect l="-638" t="-470"/>
                </a:stretch>
              </a:blipFill>
            </p:spPr>
            <p:txBody>
              <a:bodyPr/>
              <a:lstStyle/>
              <a:p>
                <a:r>
                  <a:rPr lang="en-US">
                    <a:noFill/>
                  </a:rPr>
                  <a:t> </a:t>
                </a:r>
              </a:p>
            </p:txBody>
          </p:sp>
        </mc:Fallback>
      </mc:AlternateContent>
      <p:sp>
        <p:nvSpPr>
          <p:cNvPr id="5" name="文本框 4">
            <a:extLst>
              <a:ext uri="{FF2B5EF4-FFF2-40B4-BE49-F238E27FC236}">
                <a16:creationId xmlns:a16="http://schemas.microsoft.com/office/drawing/2014/main" id="{9DC78416-7662-3729-0356-0358B6F2042C}"/>
              </a:ext>
            </a:extLst>
          </p:cNvPr>
          <p:cNvSpPr txBox="1"/>
          <p:nvPr/>
        </p:nvSpPr>
        <p:spPr>
          <a:xfrm>
            <a:off x="7818908" y="3105834"/>
            <a:ext cx="3840480" cy="646331"/>
          </a:xfrm>
          <a:prstGeom prst="rect">
            <a:avLst/>
          </a:prstGeom>
          <a:noFill/>
        </p:spPr>
        <p:txBody>
          <a:bodyPr wrap="square" rtlCol="0">
            <a:spAutoFit/>
          </a:bodyPr>
          <a:lstStyle/>
          <a:p>
            <a:r>
              <a:rPr lang="zh-CN" altLang="en-US" dirty="0"/>
              <a:t>仅是马德隆常数</a:t>
            </a:r>
            <a:r>
              <a:rPr lang="en-US" altLang="zh-CN" dirty="0"/>
              <a:t>M</a:t>
            </a:r>
            <a:r>
              <a:rPr lang="zh-CN" altLang="en-US" dirty="0"/>
              <a:t>、重叠排斥参数</a:t>
            </a:r>
            <a:r>
              <a:rPr lang="en-US" altLang="zh-CN" dirty="0"/>
              <a:t>n</a:t>
            </a:r>
            <a:r>
              <a:rPr lang="zh-CN" altLang="en-US" dirty="0"/>
              <a:t>、原子间距</a:t>
            </a:r>
            <a:r>
              <a:rPr lang="en-US" altLang="zh-CN" dirty="0"/>
              <a:t>r, </a:t>
            </a:r>
            <a:r>
              <a:rPr lang="zh-CN" altLang="en-US" dirty="0"/>
              <a:t>平衡间距</a:t>
            </a:r>
            <a:r>
              <a:rPr lang="en-US" altLang="zh-CN" dirty="0"/>
              <a:t>r0</a:t>
            </a:r>
            <a:r>
              <a:rPr lang="zh-CN" altLang="en-US" dirty="0"/>
              <a:t>的函数</a:t>
            </a:r>
          </a:p>
        </p:txBody>
      </p:sp>
      <p:graphicFrame>
        <p:nvGraphicFramePr>
          <p:cNvPr id="6" name="表格 5">
            <a:extLst>
              <a:ext uri="{FF2B5EF4-FFF2-40B4-BE49-F238E27FC236}">
                <a16:creationId xmlns:a16="http://schemas.microsoft.com/office/drawing/2014/main" id="{F6254551-F8F5-FD47-D68E-4F25FC54FA53}"/>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117987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ACBBEDD9-2A02-9F78-1BDA-C45D6A589419}"/>
              </a:ext>
            </a:extLst>
          </p:cNvPr>
          <p:cNvGraphicFramePr>
            <a:graphicFrameLocks/>
          </p:cNvGraphicFramePr>
          <p:nvPr>
            <p:extLst>
              <p:ext uri="{D42A27DB-BD31-4B8C-83A1-F6EECF244321}">
                <p14:modId xmlns:p14="http://schemas.microsoft.com/office/powerpoint/2010/main" val="1594779809"/>
              </p:ext>
            </p:extLst>
          </p:nvPr>
        </p:nvGraphicFramePr>
        <p:xfrm>
          <a:off x="3256338" y="1828800"/>
          <a:ext cx="5679324" cy="3200400"/>
        </p:xfrm>
        <a:graphic>
          <a:graphicData uri="http://schemas.openxmlformats.org/drawingml/2006/table">
            <a:tbl>
              <a:tblPr firstRow="1" bandRow="1">
                <a:tableStyleId>{5C22544A-7EE6-4342-B048-85BDC9FD1C3A}</a:tableStyleId>
              </a:tblPr>
              <a:tblGrid>
                <a:gridCol w="1893108">
                  <a:extLst>
                    <a:ext uri="{9D8B030D-6E8A-4147-A177-3AD203B41FA5}">
                      <a16:colId xmlns:a16="http://schemas.microsoft.com/office/drawing/2014/main" val="20000"/>
                    </a:ext>
                  </a:extLst>
                </a:gridCol>
                <a:gridCol w="1893108">
                  <a:extLst>
                    <a:ext uri="{9D8B030D-6E8A-4147-A177-3AD203B41FA5}">
                      <a16:colId xmlns:a16="http://schemas.microsoft.com/office/drawing/2014/main" val="20001"/>
                    </a:ext>
                  </a:extLst>
                </a:gridCol>
                <a:gridCol w="1893108">
                  <a:extLst>
                    <a:ext uri="{9D8B030D-6E8A-4147-A177-3AD203B41FA5}">
                      <a16:colId xmlns:a16="http://schemas.microsoft.com/office/drawing/2014/main" val="20003"/>
                    </a:ext>
                  </a:extLst>
                </a:gridCol>
              </a:tblGrid>
              <a:tr h="370840">
                <a:tc>
                  <a:txBody>
                    <a:bodyPr/>
                    <a:lstStyle/>
                    <a:p>
                      <a:pPr algn="ctr"/>
                      <a:r>
                        <a:rPr lang="zh-CN" altLang="en-US" sz="2400" dirty="0"/>
                        <a:t>离子晶体</a:t>
                      </a:r>
                    </a:p>
                  </a:txBody>
                  <a:tcPr/>
                </a:tc>
                <a:tc>
                  <a:txBody>
                    <a:bodyPr/>
                    <a:lstStyle/>
                    <a:p>
                      <a:pPr algn="ctr"/>
                      <a:r>
                        <a:rPr lang="en-US" altLang="zh-CN" sz="2400" dirty="0"/>
                        <a:t>R(Å)</a:t>
                      </a:r>
                      <a:endParaRPr lang="zh-CN" altLang="en-US" sz="2400" dirty="0"/>
                    </a:p>
                  </a:txBody>
                  <a:tcPr/>
                </a:tc>
                <a:tc>
                  <a:txBody>
                    <a:bodyPr/>
                    <a:lstStyle/>
                    <a:p>
                      <a:pPr algn="ctr"/>
                      <a:r>
                        <a:rPr lang="en-US" altLang="zh-CN" sz="2400" dirty="0"/>
                        <a:t>n</a:t>
                      </a:r>
                      <a:endParaRPr lang="zh-CN" altLang="en-US" sz="2400" dirty="0"/>
                    </a:p>
                  </a:txBody>
                  <a:tcPr/>
                </a:tc>
                <a:extLst>
                  <a:ext uri="{0D108BD9-81ED-4DB2-BD59-A6C34878D82A}">
                    <a16:rowId xmlns:a16="http://schemas.microsoft.com/office/drawing/2014/main" val="10000"/>
                  </a:ext>
                </a:extLst>
              </a:tr>
              <a:tr h="370840">
                <a:tc>
                  <a:txBody>
                    <a:bodyPr/>
                    <a:lstStyle/>
                    <a:p>
                      <a:pPr algn="ctr"/>
                      <a:r>
                        <a:rPr lang="en-US" altLang="zh-CN" sz="2400" dirty="0" err="1"/>
                        <a:t>NaCl</a:t>
                      </a:r>
                      <a:endParaRPr lang="zh-CN" altLang="en-US" sz="2400" dirty="0"/>
                    </a:p>
                  </a:txBody>
                  <a:tcPr/>
                </a:tc>
                <a:tc>
                  <a:txBody>
                    <a:bodyPr/>
                    <a:lstStyle/>
                    <a:p>
                      <a:pPr algn="ctr"/>
                      <a:r>
                        <a:rPr lang="en-US" altLang="zh-CN" sz="2400" dirty="0"/>
                        <a:t>2.82</a:t>
                      </a:r>
                      <a:endParaRPr lang="zh-CN" altLang="en-US" sz="2400" dirty="0"/>
                    </a:p>
                  </a:txBody>
                  <a:tcPr/>
                </a:tc>
                <a:tc>
                  <a:txBody>
                    <a:bodyPr/>
                    <a:lstStyle/>
                    <a:p>
                      <a:pPr algn="ctr"/>
                      <a:r>
                        <a:rPr lang="en-US" altLang="zh-CN" sz="2400" dirty="0"/>
                        <a:t>7.77</a:t>
                      </a:r>
                      <a:endParaRPr lang="zh-CN" altLang="en-US" sz="2400" dirty="0"/>
                    </a:p>
                  </a:txBody>
                  <a:tcPr/>
                </a:tc>
                <a:extLst>
                  <a:ext uri="{0D108BD9-81ED-4DB2-BD59-A6C34878D82A}">
                    <a16:rowId xmlns:a16="http://schemas.microsoft.com/office/drawing/2014/main" val="10001"/>
                  </a:ext>
                </a:extLst>
              </a:tr>
              <a:tr h="370840">
                <a:tc>
                  <a:txBody>
                    <a:bodyPr/>
                    <a:lstStyle/>
                    <a:p>
                      <a:pPr algn="ctr"/>
                      <a:r>
                        <a:rPr lang="en-US" altLang="zh-CN" sz="2400" dirty="0" err="1"/>
                        <a:t>NaBr</a:t>
                      </a:r>
                      <a:endParaRPr lang="zh-CN" altLang="en-US" sz="2400" dirty="0"/>
                    </a:p>
                  </a:txBody>
                  <a:tcPr/>
                </a:tc>
                <a:tc>
                  <a:txBody>
                    <a:bodyPr/>
                    <a:lstStyle/>
                    <a:p>
                      <a:pPr algn="ctr"/>
                      <a:r>
                        <a:rPr lang="en-US" altLang="zh-CN" sz="2400" dirty="0"/>
                        <a:t>2.99</a:t>
                      </a:r>
                      <a:endParaRPr lang="zh-CN" altLang="en-US" sz="2400" dirty="0"/>
                    </a:p>
                  </a:txBody>
                  <a:tcPr/>
                </a:tc>
                <a:tc>
                  <a:txBody>
                    <a:bodyPr/>
                    <a:lstStyle/>
                    <a:p>
                      <a:pPr algn="ctr"/>
                      <a:r>
                        <a:rPr lang="en-US" altLang="zh-CN" sz="2400" dirty="0"/>
                        <a:t>8.09</a:t>
                      </a:r>
                      <a:endParaRPr lang="zh-CN" altLang="en-US" sz="2400" dirty="0"/>
                    </a:p>
                  </a:txBody>
                  <a:tcPr/>
                </a:tc>
                <a:extLst>
                  <a:ext uri="{0D108BD9-81ED-4DB2-BD59-A6C34878D82A}">
                    <a16:rowId xmlns:a16="http://schemas.microsoft.com/office/drawing/2014/main" val="10002"/>
                  </a:ext>
                </a:extLst>
              </a:tr>
              <a:tr h="370840">
                <a:tc>
                  <a:txBody>
                    <a:bodyPr/>
                    <a:lstStyle/>
                    <a:p>
                      <a:pPr algn="ctr"/>
                      <a:r>
                        <a:rPr lang="en-US" altLang="zh-CN" sz="2400" dirty="0" err="1"/>
                        <a:t>KCl</a:t>
                      </a:r>
                      <a:endParaRPr lang="zh-CN" altLang="en-US" sz="2400" dirty="0"/>
                    </a:p>
                  </a:txBody>
                  <a:tcPr/>
                </a:tc>
                <a:tc>
                  <a:txBody>
                    <a:bodyPr/>
                    <a:lstStyle/>
                    <a:p>
                      <a:pPr algn="ctr"/>
                      <a:r>
                        <a:rPr lang="en-US" altLang="zh-CN" sz="2400" dirty="0"/>
                        <a:t>3.15</a:t>
                      </a:r>
                      <a:endParaRPr lang="zh-CN" altLang="en-US" sz="2400" dirty="0"/>
                    </a:p>
                  </a:txBody>
                  <a:tcPr/>
                </a:tc>
                <a:tc>
                  <a:txBody>
                    <a:bodyPr/>
                    <a:lstStyle/>
                    <a:p>
                      <a:pPr algn="ctr"/>
                      <a:r>
                        <a:rPr lang="en-US" altLang="zh-CN" sz="2400" dirty="0"/>
                        <a:t>8.69</a:t>
                      </a:r>
                      <a:endParaRPr lang="zh-CN" altLang="en-US" sz="2400" dirty="0"/>
                    </a:p>
                  </a:txBody>
                  <a:tcPr/>
                </a:tc>
                <a:extLst>
                  <a:ext uri="{0D108BD9-81ED-4DB2-BD59-A6C34878D82A}">
                    <a16:rowId xmlns:a16="http://schemas.microsoft.com/office/drawing/2014/main" val="10003"/>
                  </a:ext>
                </a:extLst>
              </a:tr>
              <a:tr h="370840">
                <a:tc>
                  <a:txBody>
                    <a:bodyPr/>
                    <a:lstStyle/>
                    <a:p>
                      <a:pPr algn="ctr"/>
                      <a:r>
                        <a:rPr lang="en-US" altLang="zh-CN" sz="2400" dirty="0" err="1"/>
                        <a:t>KBr</a:t>
                      </a:r>
                      <a:endParaRPr lang="zh-CN" altLang="en-US" sz="2400" dirty="0"/>
                    </a:p>
                  </a:txBody>
                  <a:tcPr/>
                </a:tc>
                <a:tc>
                  <a:txBody>
                    <a:bodyPr/>
                    <a:lstStyle/>
                    <a:p>
                      <a:pPr algn="ctr"/>
                      <a:r>
                        <a:rPr lang="en-US" altLang="zh-CN" sz="2400" dirty="0"/>
                        <a:t>3.30</a:t>
                      </a:r>
                      <a:endParaRPr lang="zh-CN" altLang="en-US" sz="2400" dirty="0"/>
                    </a:p>
                  </a:txBody>
                  <a:tcPr/>
                </a:tc>
                <a:tc>
                  <a:txBody>
                    <a:bodyPr/>
                    <a:lstStyle/>
                    <a:p>
                      <a:pPr algn="ctr"/>
                      <a:r>
                        <a:rPr lang="en-US" altLang="zh-CN" sz="2400" dirty="0"/>
                        <a:t>8.85</a:t>
                      </a:r>
                      <a:endParaRPr lang="zh-CN" altLang="en-US" sz="2400" dirty="0"/>
                    </a:p>
                  </a:txBody>
                  <a:tcPr/>
                </a:tc>
                <a:extLst>
                  <a:ext uri="{0D108BD9-81ED-4DB2-BD59-A6C34878D82A}">
                    <a16:rowId xmlns:a16="http://schemas.microsoft.com/office/drawing/2014/main" val="10004"/>
                  </a:ext>
                </a:extLst>
              </a:tr>
              <a:tr h="370840">
                <a:tc>
                  <a:txBody>
                    <a:bodyPr/>
                    <a:lstStyle/>
                    <a:p>
                      <a:pPr algn="ctr"/>
                      <a:r>
                        <a:rPr lang="en-US" altLang="zh-CN" sz="2400" dirty="0" err="1"/>
                        <a:t>RbCl</a:t>
                      </a:r>
                      <a:endParaRPr lang="zh-CN" altLang="en-US" sz="2400" dirty="0"/>
                    </a:p>
                  </a:txBody>
                  <a:tcPr/>
                </a:tc>
                <a:tc>
                  <a:txBody>
                    <a:bodyPr/>
                    <a:lstStyle/>
                    <a:p>
                      <a:pPr algn="ctr"/>
                      <a:r>
                        <a:rPr lang="en-US" altLang="zh-CN" sz="2400" dirty="0"/>
                        <a:t>3.29</a:t>
                      </a:r>
                      <a:endParaRPr lang="zh-CN" altLang="en-US" sz="2400" dirty="0"/>
                    </a:p>
                  </a:txBody>
                  <a:tcPr/>
                </a:tc>
                <a:tc>
                  <a:txBody>
                    <a:bodyPr/>
                    <a:lstStyle/>
                    <a:p>
                      <a:pPr algn="ctr"/>
                      <a:r>
                        <a:rPr lang="en-US" altLang="zh-CN" sz="2400" dirty="0"/>
                        <a:t>9.13</a:t>
                      </a:r>
                      <a:endParaRPr lang="zh-CN" altLang="en-US" sz="2400" dirty="0"/>
                    </a:p>
                  </a:txBody>
                  <a:tcPr/>
                </a:tc>
                <a:extLst>
                  <a:ext uri="{0D108BD9-81ED-4DB2-BD59-A6C34878D82A}">
                    <a16:rowId xmlns:a16="http://schemas.microsoft.com/office/drawing/2014/main" val="10005"/>
                  </a:ext>
                </a:extLst>
              </a:tr>
              <a:tr h="370840">
                <a:tc>
                  <a:txBody>
                    <a:bodyPr/>
                    <a:lstStyle/>
                    <a:p>
                      <a:pPr algn="ctr"/>
                      <a:r>
                        <a:rPr lang="en-US" altLang="zh-CN" sz="2400" dirty="0" err="1"/>
                        <a:t>RbBr</a:t>
                      </a:r>
                      <a:endParaRPr lang="zh-CN" altLang="en-US" sz="2400" dirty="0"/>
                    </a:p>
                  </a:txBody>
                  <a:tcPr/>
                </a:tc>
                <a:tc>
                  <a:txBody>
                    <a:bodyPr/>
                    <a:lstStyle/>
                    <a:p>
                      <a:pPr algn="ctr"/>
                      <a:r>
                        <a:rPr lang="en-US" altLang="zh-CN" sz="2400" dirty="0"/>
                        <a:t>3.43</a:t>
                      </a:r>
                      <a:endParaRPr lang="zh-CN" altLang="en-US" sz="2400" dirty="0"/>
                    </a:p>
                  </a:txBody>
                  <a:tcPr/>
                </a:tc>
                <a:tc>
                  <a:txBody>
                    <a:bodyPr/>
                    <a:lstStyle/>
                    <a:p>
                      <a:pPr algn="ctr"/>
                      <a:r>
                        <a:rPr lang="en-US" altLang="zh-CN" sz="2400" dirty="0"/>
                        <a:t>9.00</a:t>
                      </a:r>
                      <a:endParaRPr lang="zh-CN" altLang="en-US" sz="2400" dirty="0"/>
                    </a:p>
                  </a:txBody>
                  <a:tcPr/>
                </a:tc>
                <a:extLst>
                  <a:ext uri="{0D108BD9-81ED-4DB2-BD59-A6C34878D82A}">
                    <a16:rowId xmlns:a16="http://schemas.microsoft.com/office/drawing/2014/main" val="10006"/>
                  </a:ext>
                </a:extLst>
              </a:tr>
            </a:tbl>
          </a:graphicData>
        </a:graphic>
      </p:graphicFrame>
      <p:graphicFrame>
        <p:nvGraphicFramePr>
          <p:cNvPr id="2" name="表格 1">
            <a:extLst>
              <a:ext uri="{FF2B5EF4-FFF2-40B4-BE49-F238E27FC236}">
                <a16:creationId xmlns:a16="http://schemas.microsoft.com/office/drawing/2014/main" id="{E642B2F1-9E56-80A1-44FB-9CCB9A8A5265}"/>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778153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D57CC-3C8C-B960-4592-CDDA510AD2BB}"/>
              </a:ext>
            </a:extLst>
          </p:cNvPr>
          <p:cNvSpPr>
            <a:spLocks noGrp="1"/>
          </p:cNvSpPr>
          <p:nvPr>
            <p:ph type="title"/>
          </p:nvPr>
        </p:nvSpPr>
        <p:spPr/>
        <p:txBody>
          <a:bodyPr/>
          <a:lstStyle/>
          <a:p>
            <a:r>
              <a:rPr lang="zh-CN" altLang="en-US" dirty="0"/>
              <a:t>作业（需要上交）</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FB2B31E-C6B2-5FE1-624C-CE7EAD56608E}"/>
                  </a:ext>
                </a:extLst>
              </p:cNvPr>
              <p:cNvSpPr>
                <a:spLocks noGrp="1"/>
              </p:cNvSpPr>
              <p:nvPr>
                <p:ph idx="1"/>
              </p:nvPr>
            </p:nvSpPr>
            <p:spPr>
              <a:xfrm>
                <a:off x="838200" y="1455420"/>
                <a:ext cx="10515600" cy="5303520"/>
              </a:xfrm>
            </p:spPr>
            <p:txBody>
              <a:bodyPr>
                <a:normAutofit/>
              </a:bodyPr>
              <a:lstStyle/>
              <a:p>
                <a:r>
                  <a:rPr lang="en-US" altLang="zh-CN" dirty="0"/>
                  <a:t>1. </a:t>
                </a:r>
                <a:r>
                  <a:rPr lang="zh-CN" altLang="en-US" dirty="0"/>
                  <a:t>证明一价正负离子等间距排列组成的一维晶格的马德隆常数为</a:t>
                </a:r>
                <a:r>
                  <a:rPr lang="en-US" altLang="zh-CN" dirty="0"/>
                  <a:t>2ln2</a:t>
                </a:r>
                <a:r>
                  <a:rPr lang="zh-CN" altLang="en-US" dirty="0"/>
                  <a:t>；</a:t>
                </a:r>
                <a:endParaRPr lang="en-US" altLang="zh-CN" dirty="0"/>
              </a:p>
              <a:p>
                <a:endParaRPr lang="en-US" altLang="zh-CN" dirty="0"/>
              </a:p>
              <a:p>
                <a:endParaRPr lang="en-US" altLang="zh-CN" dirty="0"/>
              </a:p>
              <a:p>
                <a:endParaRPr lang="en-US" altLang="zh-CN" dirty="0"/>
              </a:p>
              <a:p>
                <a:pPr marL="0" indent="0">
                  <a:buNone/>
                </a:pPr>
                <a:endParaRPr lang="zh-CN" altLang="en-US" dirty="0"/>
              </a:p>
              <a:p>
                <a:r>
                  <a:rPr lang="en-US" altLang="zh-CN" dirty="0"/>
                  <a:t>2. </a:t>
                </a:r>
                <a:r>
                  <a:rPr lang="zh-CN" altLang="en-US" dirty="0"/>
                  <a:t>挤压</a:t>
                </a:r>
                <a:r>
                  <a:rPr lang="en-US" altLang="zh-CN" dirty="0"/>
                  <a:t>KCl</a:t>
                </a:r>
                <a:r>
                  <a:rPr lang="zh-CN" altLang="en-US" dirty="0"/>
                  <a:t>晶体，多大的压强可使它的晶格常数减小</a:t>
                </a:r>
                <a:r>
                  <a:rPr lang="en-US" altLang="zh-CN" dirty="0"/>
                  <a:t>1%</a:t>
                </a:r>
                <a:r>
                  <a:rPr lang="zh-CN" altLang="en-US" dirty="0"/>
                  <a:t>？</a:t>
                </a:r>
                <a:r>
                  <a:rPr lang="en-US" altLang="zh-CN" dirty="0"/>
                  <a:t>KCl</a:t>
                </a:r>
                <a:r>
                  <a:rPr lang="zh-CN" altLang="en-US" dirty="0"/>
                  <a:t>晶体的最近邻的</a:t>
                </a:r>
                <a:r>
                  <a:rPr lang="en-US" altLang="zh-CN" dirty="0"/>
                  <a:t>K</a:t>
                </a:r>
                <a:r>
                  <a:rPr lang="zh-CN" altLang="en-US" dirty="0"/>
                  <a:t>离子和</a:t>
                </a:r>
                <a:r>
                  <a:rPr lang="en-US" altLang="zh-CN" dirty="0"/>
                  <a:t>Cl</a:t>
                </a:r>
                <a:r>
                  <a:rPr lang="zh-CN" altLang="en-US" dirty="0"/>
                  <a:t>离子间距离为</a:t>
                </a:r>
                <a:r>
                  <a:rPr lang="en-US" altLang="zh-CN" dirty="0"/>
                  <a:t>r</a:t>
                </a:r>
                <a:r>
                  <a:rPr lang="en-US" altLang="zh-CN" baseline="-25000" dirty="0"/>
                  <a:t>0</a:t>
                </a:r>
                <a:r>
                  <a:rPr lang="en-US" altLang="zh-CN" dirty="0"/>
                  <a:t>=0.314nm</a:t>
                </a:r>
                <a:r>
                  <a:rPr lang="zh-CN" altLang="en-US" dirty="0"/>
                  <a:t>，马德隆常数</a:t>
                </a:r>
                <a:r>
                  <a:rPr lang="en-US" altLang="zh-CN" dirty="0"/>
                  <a:t>M=1.75</a:t>
                </a:r>
                <a:r>
                  <a:rPr lang="zh-CN" altLang="en-US" dirty="0"/>
                  <a:t>，重叠排斥能参数</a:t>
                </a:r>
                <a:r>
                  <a:rPr lang="en-US" altLang="zh-CN" dirty="0"/>
                  <a:t>n=9</a:t>
                </a:r>
              </a:p>
              <a:p>
                <a:pPr marL="0" indent="0">
                  <a:buNone/>
                </a:pPr>
                <a:r>
                  <a:rPr lang="zh-CN" altLang="en-US" dirty="0"/>
                  <a:t>提示：</a:t>
                </a:r>
                <a:r>
                  <a:rPr lang="en-US" altLang="zh-CN" dirty="0">
                    <a:solidFill>
                      <a:srgbClr val="0070C0"/>
                    </a:solidFill>
                  </a:rPr>
                  <a:t> </a:t>
                </a:r>
                <a14:m>
                  <m:oMath xmlns:m="http://schemas.openxmlformats.org/officeDocument/2006/math">
                    <m:r>
                      <a:rPr lang="en-US" altLang="zh-CN" b="0" i="1" smtClean="0">
                        <a:solidFill>
                          <a:schemeClr val="tx1"/>
                        </a:solidFill>
                        <a:latin typeface="Cambria Math" panose="02040503050406030204" pitchFamily="18" charset="0"/>
                      </a:rPr>
                      <m:t>𝑝</m:t>
                    </m:r>
                    <m:r>
                      <a:rPr lang="en-US" altLang="zh-CN" i="1" smtClean="0">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𝑑𝑈</m:t>
                        </m:r>
                      </m:num>
                      <m:den>
                        <m:r>
                          <a:rPr lang="en-US" altLang="zh-CN" i="1">
                            <a:solidFill>
                              <a:schemeClr val="tx1"/>
                            </a:solidFill>
                            <a:latin typeface="Cambria Math" panose="02040503050406030204" pitchFamily="18" charset="0"/>
                          </a:rPr>
                          <m:t>𝑑𝑉</m:t>
                        </m:r>
                      </m:den>
                    </m:f>
                    <m:r>
                      <a:rPr lang="en-US" altLang="zh-CN"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𝑑𝑈</m:t>
                        </m:r>
                      </m:num>
                      <m:den>
                        <m:r>
                          <a:rPr lang="en-US" altLang="zh-CN" i="1">
                            <a:solidFill>
                              <a:schemeClr val="tx1"/>
                            </a:solidFill>
                            <a:latin typeface="Cambria Math" panose="02040503050406030204" pitchFamily="18" charset="0"/>
                          </a:rPr>
                          <m:t>𝑑𝑟</m:t>
                        </m:r>
                      </m:den>
                    </m:f>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𝑑𝑟</m:t>
                        </m:r>
                      </m:num>
                      <m:den>
                        <m:r>
                          <a:rPr lang="en-US" altLang="zh-CN" i="1">
                            <a:solidFill>
                              <a:schemeClr val="tx1"/>
                            </a:solidFill>
                            <a:latin typeface="Cambria Math" panose="02040503050406030204" pitchFamily="18" charset="0"/>
                          </a:rPr>
                          <m:t>𝑑𝑉</m:t>
                        </m:r>
                      </m:den>
                    </m:f>
                  </m:oMath>
                </a14:m>
                <a:r>
                  <a:rPr lang="zh-CN" altLang="en-US" dirty="0"/>
                  <a:t>，通过</a:t>
                </a:r>
                <a:r>
                  <a:rPr lang="en-US" altLang="zh-CN" dirty="0"/>
                  <a:t>FCC</a:t>
                </a:r>
                <a:r>
                  <a:rPr lang="zh-CN" altLang="en-US" dirty="0"/>
                  <a:t>原胞体积</a:t>
                </a:r>
                <a:r>
                  <a:rPr lang="en-US" altLang="zh-CN" dirty="0"/>
                  <a:t>V</a:t>
                </a:r>
                <a:r>
                  <a:rPr lang="zh-CN" altLang="en-US" dirty="0"/>
                  <a:t>与</a:t>
                </a:r>
                <a:r>
                  <a:rPr lang="en-US" altLang="zh-CN" dirty="0"/>
                  <a:t>r</a:t>
                </a:r>
                <a:r>
                  <a:rPr lang="zh-CN" altLang="en-US" dirty="0"/>
                  <a:t>关系确定导数</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𝑑</m:t>
                        </m:r>
                        <m:r>
                          <a:rPr lang="en-US" altLang="zh-CN" b="0" i="1" smtClean="0">
                            <a:latin typeface="Cambria Math" panose="02040503050406030204" pitchFamily="18" charset="0"/>
                          </a:rPr>
                          <m:t>𝑉</m:t>
                        </m:r>
                      </m:num>
                      <m:den>
                        <m:r>
                          <a:rPr lang="en-US" altLang="zh-CN" i="1">
                            <a:latin typeface="Cambria Math" panose="02040503050406030204" pitchFamily="18" charset="0"/>
                          </a:rPr>
                          <m:t>𝑑</m:t>
                        </m:r>
                        <m:r>
                          <a:rPr lang="en-US" altLang="zh-CN" b="0" i="1" smtClean="0">
                            <a:latin typeface="Cambria Math" panose="02040503050406030204" pitchFamily="18" charset="0"/>
                          </a:rPr>
                          <m:t>𝑟</m:t>
                        </m:r>
                      </m:den>
                    </m:f>
                  </m:oMath>
                </a14:m>
                <a:endParaRPr lang="en-US" dirty="0"/>
              </a:p>
            </p:txBody>
          </p:sp>
        </mc:Choice>
        <mc:Fallback xmlns="">
          <p:sp>
            <p:nvSpPr>
              <p:cNvPr id="3" name="内容占位符 2">
                <a:extLst>
                  <a:ext uri="{FF2B5EF4-FFF2-40B4-BE49-F238E27FC236}">
                    <a16:creationId xmlns:a16="http://schemas.microsoft.com/office/drawing/2014/main" id="{4FB2B31E-C6B2-5FE1-624C-CE7EAD56608E}"/>
                  </a:ext>
                </a:extLst>
              </p:cNvPr>
              <p:cNvSpPr>
                <a:spLocks noGrp="1" noRot="1" noChangeAspect="1" noMove="1" noResize="1" noEditPoints="1" noAdjustHandles="1" noChangeArrowheads="1" noChangeShapeType="1" noTextEdit="1"/>
              </p:cNvSpPr>
              <p:nvPr>
                <p:ph idx="1"/>
              </p:nvPr>
            </p:nvSpPr>
            <p:spPr>
              <a:xfrm>
                <a:off x="838200" y="1455420"/>
                <a:ext cx="10515600" cy="5303520"/>
              </a:xfrm>
              <a:blipFill>
                <a:blip r:embed="rId2"/>
                <a:stretch>
                  <a:fillRect l="-1217" t="-2529"/>
                </a:stretch>
              </a:blipFill>
            </p:spPr>
            <p:txBody>
              <a:bodyPr/>
              <a:lstStyle/>
              <a:p>
                <a:r>
                  <a:rPr lang="en-US">
                    <a:noFill/>
                  </a:rPr>
                  <a:t> </a:t>
                </a:r>
              </a:p>
            </p:txBody>
          </p:sp>
        </mc:Fallback>
      </mc:AlternateContent>
      <p:pic>
        <p:nvPicPr>
          <p:cNvPr id="5" name="图片 4">
            <a:extLst>
              <a:ext uri="{FF2B5EF4-FFF2-40B4-BE49-F238E27FC236}">
                <a16:creationId xmlns:a16="http://schemas.microsoft.com/office/drawing/2014/main" id="{6B2E7F68-4691-C364-AFF2-7791708C16BD}"/>
              </a:ext>
            </a:extLst>
          </p:cNvPr>
          <p:cNvPicPr>
            <a:picLocks noChangeAspect="1"/>
          </p:cNvPicPr>
          <p:nvPr/>
        </p:nvPicPr>
        <p:blipFill>
          <a:blip r:embed="rId3"/>
          <a:stretch>
            <a:fillRect/>
          </a:stretch>
        </p:blipFill>
        <p:spPr>
          <a:xfrm>
            <a:off x="838200" y="2284648"/>
            <a:ext cx="10515600" cy="1365332"/>
          </a:xfrm>
          <a:prstGeom prst="rect">
            <a:avLst/>
          </a:prstGeom>
        </p:spPr>
      </p:pic>
      <p:graphicFrame>
        <p:nvGraphicFramePr>
          <p:cNvPr id="4" name="表格 3">
            <a:extLst>
              <a:ext uri="{FF2B5EF4-FFF2-40B4-BE49-F238E27FC236}">
                <a16:creationId xmlns:a16="http://schemas.microsoft.com/office/drawing/2014/main" id="{6C792E38-0B83-AA7F-CDAB-B247F64AC0A1}"/>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006308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572D29-3B0E-5F51-51FB-69EAECE4E165}"/>
              </a:ext>
            </a:extLst>
          </p:cNvPr>
          <p:cNvSpPr>
            <a:spLocks noGrp="1"/>
          </p:cNvSpPr>
          <p:nvPr>
            <p:ph type="title"/>
          </p:nvPr>
        </p:nvSpPr>
        <p:spPr/>
        <p:txBody>
          <a:bodyPr/>
          <a:lstStyle/>
          <a:p>
            <a:r>
              <a:rPr lang="zh-CN" altLang="en-US" dirty="0"/>
              <a:t>共价晶体 </a:t>
            </a:r>
            <a:r>
              <a:rPr lang="en-US" altLang="zh-CN" dirty="0"/>
              <a:t>(covalent crystal)</a:t>
            </a:r>
            <a:endParaRPr lang="en-US" dirty="0"/>
          </a:p>
        </p:txBody>
      </p:sp>
      <p:sp>
        <p:nvSpPr>
          <p:cNvPr id="3" name="内容占位符 2">
            <a:extLst>
              <a:ext uri="{FF2B5EF4-FFF2-40B4-BE49-F238E27FC236}">
                <a16:creationId xmlns:a16="http://schemas.microsoft.com/office/drawing/2014/main" id="{E72892D2-B23A-863F-9DDC-345F38849CFD}"/>
              </a:ext>
            </a:extLst>
          </p:cNvPr>
          <p:cNvSpPr>
            <a:spLocks noGrp="1"/>
          </p:cNvSpPr>
          <p:nvPr>
            <p:ph idx="1"/>
          </p:nvPr>
        </p:nvSpPr>
        <p:spPr/>
        <p:txBody>
          <a:bodyPr/>
          <a:lstStyle/>
          <a:p>
            <a:r>
              <a:rPr lang="zh-CN" altLang="en-US" dirty="0"/>
              <a:t>电负性差值</a:t>
            </a:r>
            <a:r>
              <a:rPr lang="zh-CN" altLang="en-US" dirty="0">
                <a:highlight>
                  <a:srgbClr val="FFFF00"/>
                </a:highlight>
              </a:rPr>
              <a:t>较小</a:t>
            </a:r>
            <a:r>
              <a:rPr lang="zh-CN" altLang="en-US" dirty="0"/>
              <a:t>的元素之间发生键合</a:t>
            </a:r>
            <a:endParaRPr lang="en-US" altLang="zh-CN" dirty="0"/>
          </a:p>
          <a:p>
            <a:r>
              <a:rPr lang="zh-CN" altLang="en-US" dirty="0"/>
              <a:t>原子之间</a:t>
            </a:r>
            <a:r>
              <a:rPr lang="zh-CN" altLang="en-US" dirty="0">
                <a:highlight>
                  <a:srgbClr val="FFFF00"/>
                </a:highlight>
              </a:rPr>
              <a:t>共享共用电子对</a:t>
            </a:r>
            <a:r>
              <a:rPr lang="en-US" altLang="zh-CN" dirty="0"/>
              <a:t>——</a:t>
            </a:r>
            <a:r>
              <a:rPr lang="zh-CN" altLang="en-US" dirty="0"/>
              <a:t>共价键</a:t>
            </a:r>
            <a:endParaRPr lang="en-US" altLang="zh-CN" dirty="0"/>
          </a:p>
          <a:p>
            <a:endParaRPr lang="en-US" altLang="zh-CN" dirty="0"/>
          </a:p>
          <a:p>
            <a:r>
              <a:rPr lang="zh-CN" altLang="en-US" dirty="0">
                <a:solidFill>
                  <a:srgbClr val="FF0000"/>
                </a:solidFill>
              </a:rPr>
              <a:t>特点：</a:t>
            </a:r>
            <a:endParaRPr lang="en-US" altLang="zh-CN" dirty="0">
              <a:solidFill>
                <a:srgbClr val="FF0000"/>
              </a:solidFill>
            </a:endParaRPr>
          </a:p>
          <a:p>
            <a:r>
              <a:rPr lang="zh-CN" altLang="en-US" dirty="0">
                <a:solidFill>
                  <a:srgbClr val="FF0000"/>
                </a:solidFill>
              </a:rPr>
              <a:t>（</a:t>
            </a:r>
            <a:r>
              <a:rPr lang="en-US" altLang="zh-CN" dirty="0">
                <a:solidFill>
                  <a:srgbClr val="FF0000"/>
                </a:solidFill>
              </a:rPr>
              <a:t>1</a:t>
            </a:r>
            <a:r>
              <a:rPr lang="zh-CN" altLang="en-US" dirty="0">
                <a:solidFill>
                  <a:srgbClr val="FF0000"/>
                </a:solidFill>
              </a:rPr>
              <a:t>）一个原子只能和一定数目的其他原子成键，由未配对电子的数目决定</a:t>
            </a:r>
            <a:endParaRPr lang="en-US" altLang="zh-CN" dirty="0">
              <a:solidFill>
                <a:srgbClr val="FF0000"/>
              </a:solidFill>
            </a:endParaRPr>
          </a:p>
          <a:p>
            <a:r>
              <a:rPr lang="zh-CN" altLang="en-US" dirty="0">
                <a:solidFill>
                  <a:srgbClr val="FF0000"/>
                </a:solidFill>
              </a:rPr>
              <a:t>（</a:t>
            </a:r>
            <a:r>
              <a:rPr lang="en-US" altLang="zh-CN" dirty="0">
                <a:solidFill>
                  <a:srgbClr val="FF0000"/>
                </a:solidFill>
              </a:rPr>
              <a:t>2</a:t>
            </a:r>
            <a:r>
              <a:rPr lang="zh-CN" altLang="en-US" dirty="0">
                <a:solidFill>
                  <a:srgbClr val="FF0000"/>
                </a:solidFill>
              </a:rPr>
              <a:t>）方向性：倾向于在两个原子电子波函数交叠最大的方向上形成</a:t>
            </a:r>
            <a:endParaRPr lang="en-US" dirty="0">
              <a:solidFill>
                <a:srgbClr val="FF0000"/>
              </a:solidFill>
            </a:endParaRPr>
          </a:p>
        </p:txBody>
      </p:sp>
      <p:pic>
        <p:nvPicPr>
          <p:cNvPr id="5" name="图片 4">
            <a:extLst>
              <a:ext uri="{FF2B5EF4-FFF2-40B4-BE49-F238E27FC236}">
                <a16:creationId xmlns:a16="http://schemas.microsoft.com/office/drawing/2014/main" id="{29CAC89E-4589-4990-DEDF-678092A9EF40}"/>
              </a:ext>
            </a:extLst>
          </p:cNvPr>
          <p:cNvPicPr>
            <a:picLocks noChangeAspect="1"/>
          </p:cNvPicPr>
          <p:nvPr/>
        </p:nvPicPr>
        <p:blipFill>
          <a:blip r:embed="rId2"/>
          <a:stretch>
            <a:fillRect/>
          </a:stretch>
        </p:blipFill>
        <p:spPr>
          <a:xfrm>
            <a:off x="7880460" y="787914"/>
            <a:ext cx="2800350" cy="2847975"/>
          </a:xfrm>
          <a:prstGeom prst="rect">
            <a:avLst/>
          </a:prstGeom>
        </p:spPr>
      </p:pic>
      <p:graphicFrame>
        <p:nvGraphicFramePr>
          <p:cNvPr id="4" name="表格 3">
            <a:extLst>
              <a:ext uri="{FF2B5EF4-FFF2-40B4-BE49-F238E27FC236}">
                <a16:creationId xmlns:a16="http://schemas.microsoft.com/office/drawing/2014/main" id="{5FE04CC1-CA15-BCFC-D482-C0B3EC15918B}"/>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03386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EBBDB2-F432-71C8-F163-1A0119773DC5}"/>
              </a:ext>
            </a:extLst>
          </p:cNvPr>
          <p:cNvSpPr>
            <a:spLocks noGrp="1"/>
          </p:cNvSpPr>
          <p:nvPr>
            <p:ph type="title"/>
          </p:nvPr>
        </p:nvSpPr>
        <p:spPr/>
        <p:txBody>
          <a:bodyPr/>
          <a:lstStyle/>
          <a:p>
            <a:r>
              <a:rPr lang="zh-CN" altLang="en-US" dirty="0"/>
              <a:t>为何共价键会改变结合能？</a:t>
            </a:r>
            <a:endParaRPr lang="en-US" dirty="0"/>
          </a:p>
        </p:txBody>
      </p:sp>
      <p:sp>
        <p:nvSpPr>
          <p:cNvPr id="3" name="内容占位符 2">
            <a:extLst>
              <a:ext uri="{FF2B5EF4-FFF2-40B4-BE49-F238E27FC236}">
                <a16:creationId xmlns:a16="http://schemas.microsoft.com/office/drawing/2014/main" id="{A3E3D9A6-0FE9-2E33-33FA-CC56A4E10332}"/>
              </a:ext>
            </a:extLst>
          </p:cNvPr>
          <p:cNvSpPr>
            <a:spLocks noGrp="1"/>
          </p:cNvSpPr>
          <p:nvPr>
            <p:ph idx="1"/>
          </p:nvPr>
        </p:nvSpPr>
        <p:spPr>
          <a:xfrm>
            <a:off x="838200" y="1909445"/>
            <a:ext cx="6240780" cy="4351338"/>
          </a:xfrm>
          <a:prstGeom prst="roundRect">
            <a:avLst>
              <a:gd name="adj" fmla="val 9662"/>
            </a:avLst>
          </a:prstGeom>
          <a:solidFill>
            <a:schemeClr val="accent6">
              <a:lumMod val="20000"/>
              <a:lumOff val="80000"/>
            </a:schemeClr>
          </a:solidFill>
          <a:ln w="19050">
            <a:solidFill>
              <a:schemeClr val="tx1"/>
            </a:solidFill>
          </a:ln>
        </p:spPr>
        <p:txBody>
          <a:bodyPr>
            <a:normAutofit fontScale="92500" lnSpcReduction="10000"/>
          </a:bodyPr>
          <a:lstStyle/>
          <a:p>
            <a:pPr>
              <a:lnSpc>
                <a:spcPct val="100000"/>
              </a:lnSpc>
              <a:spcBef>
                <a:spcPts val="0"/>
              </a:spcBef>
              <a:spcAft>
                <a:spcPts val="1200"/>
              </a:spcAft>
            </a:pPr>
            <a:r>
              <a:rPr lang="zh-CN" altLang="en-US" sz="2400" dirty="0"/>
              <a:t>在共价晶体中，相邻原子共享它们的价电子</a:t>
            </a:r>
            <a:endParaRPr lang="en-US" altLang="zh-CN" sz="2400" dirty="0"/>
          </a:p>
          <a:p>
            <a:pPr>
              <a:lnSpc>
                <a:spcPct val="100000"/>
              </a:lnSpc>
              <a:spcBef>
                <a:spcPts val="0"/>
              </a:spcBef>
              <a:spcAft>
                <a:spcPts val="1200"/>
              </a:spcAft>
            </a:pPr>
            <a:r>
              <a:rPr lang="zh-CN" altLang="en-US" sz="2400" dirty="0"/>
              <a:t>当两个原子轨道发生重叠时，会组合成成键轨道（</a:t>
            </a:r>
            <a:r>
              <a:rPr lang="en-US" altLang="zh-CN" sz="2400" dirty="0"/>
              <a:t>bonding orbital</a:t>
            </a:r>
            <a:r>
              <a:rPr lang="zh-CN" altLang="en-US" sz="2400" dirty="0"/>
              <a:t>）和反键轨道（</a:t>
            </a:r>
            <a:r>
              <a:rPr lang="en-US" altLang="zh-CN" sz="2400" dirty="0"/>
              <a:t>antibonding orbital</a:t>
            </a:r>
            <a:r>
              <a:rPr lang="zh-CN" altLang="en-US" sz="2400" dirty="0"/>
              <a:t>）</a:t>
            </a:r>
            <a:endParaRPr lang="en-US" altLang="zh-CN" sz="2400" dirty="0"/>
          </a:p>
          <a:p>
            <a:pPr>
              <a:lnSpc>
                <a:spcPct val="100000"/>
              </a:lnSpc>
              <a:spcBef>
                <a:spcPts val="0"/>
              </a:spcBef>
              <a:spcAft>
                <a:spcPts val="1200"/>
              </a:spcAft>
            </a:pPr>
            <a:r>
              <a:rPr lang="zh-CN" altLang="en-US" sz="2400" dirty="0"/>
              <a:t>成键轨道：电子密度集中在两个原子核之间。</a:t>
            </a:r>
            <a:endParaRPr lang="en-US" altLang="zh-CN" sz="2400" dirty="0"/>
          </a:p>
          <a:p>
            <a:pPr lvl="1">
              <a:lnSpc>
                <a:spcPct val="100000"/>
              </a:lnSpc>
              <a:spcBef>
                <a:spcPts val="0"/>
              </a:spcBef>
              <a:spcAft>
                <a:spcPts val="1200"/>
              </a:spcAft>
            </a:pPr>
            <a:r>
              <a:rPr lang="zh-CN" altLang="en-US" sz="2000" dirty="0"/>
              <a:t>电子</a:t>
            </a:r>
            <a:r>
              <a:rPr lang="en-US" altLang="zh-CN" sz="2000" dirty="0"/>
              <a:t>–</a:t>
            </a:r>
            <a:r>
              <a:rPr lang="zh-CN" altLang="en-US" sz="2000" dirty="0"/>
              <a:t>原子核吸引增强，总静电能降低。</a:t>
            </a:r>
            <a:endParaRPr lang="en-US" altLang="zh-CN" sz="2000" dirty="0"/>
          </a:p>
          <a:p>
            <a:pPr>
              <a:lnSpc>
                <a:spcPct val="100000"/>
              </a:lnSpc>
              <a:spcBef>
                <a:spcPts val="0"/>
              </a:spcBef>
              <a:spcAft>
                <a:spcPts val="1200"/>
              </a:spcAft>
            </a:pPr>
            <a:r>
              <a:rPr lang="zh-CN" altLang="en-US" sz="2400" dirty="0"/>
              <a:t>反键轨道：电子密度远离原子核之间的区域</a:t>
            </a:r>
            <a:endParaRPr lang="en-US" altLang="zh-CN" sz="2400" dirty="0"/>
          </a:p>
          <a:p>
            <a:pPr lvl="1">
              <a:lnSpc>
                <a:spcPct val="100000"/>
              </a:lnSpc>
              <a:spcBef>
                <a:spcPts val="0"/>
              </a:spcBef>
              <a:spcAft>
                <a:spcPts val="1200"/>
              </a:spcAft>
            </a:pPr>
            <a:r>
              <a:rPr lang="zh-CN" altLang="en-US" sz="2000" dirty="0"/>
              <a:t>反键比成键轨道能量更高。</a:t>
            </a:r>
            <a:endParaRPr lang="en-US" altLang="zh-CN" sz="2000" dirty="0"/>
          </a:p>
          <a:p>
            <a:pPr>
              <a:lnSpc>
                <a:spcPct val="100000"/>
              </a:lnSpc>
              <a:spcBef>
                <a:spcPts val="0"/>
              </a:spcBef>
              <a:spcAft>
                <a:spcPts val="1200"/>
              </a:spcAft>
            </a:pPr>
            <a:r>
              <a:rPr lang="zh-CN" altLang="en-US" sz="2400" dirty="0"/>
              <a:t>当价电子只占据成键轨道时，晶体的总能量降低。</a:t>
            </a:r>
            <a:endParaRPr lang="en-US" sz="2400" dirty="0"/>
          </a:p>
        </p:txBody>
      </p:sp>
      <p:pic>
        <p:nvPicPr>
          <p:cNvPr id="8" name="图片 7">
            <a:extLst>
              <a:ext uri="{FF2B5EF4-FFF2-40B4-BE49-F238E27FC236}">
                <a16:creationId xmlns:a16="http://schemas.microsoft.com/office/drawing/2014/main" id="{DF604A16-A8B8-BB7C-1C90-A7BABCFB6A6D}"/>
              </a:ext>
            </a:extLst>
          </p:cNvPr>
          <p:cNvPicPr>
            <a:picLocks noChangeAspect="1"/>
          </p:cNvPicPr>
          <p:nvPr/>
        </p:nvPicPr>
        <p:blipFill>
          <a:blip r:embed="rId2"/>
          <a:stretch>
            <a:fillRect/>
          </a:stretch>
        </p:blipFill>
        <p:spPr>
          <a:xfrm>
            <a:off x="7978831" y="1909445"/>
            <a:ext cx="3196522" cy="2421958"/>
          </a:xfrm>
          <a:prstGeom prst="rect">
            <a:avLst/>
          </a:prstGeom>
        </p:spPr>
      </p:pic>
      <p:graphicFrame>
        <p:nvGraphicFramePr>
          <p:cNvPr id="9" name="表格 8">
            <a:extLst>
              <a:ext uri="{FF2B5EF4-FFF2-40B4-BE49-F238E27FC236}">
                <a16:creationId xmlns:a16="http://schemas.microsoft.com/office/drawing/2014/main" id="{9331913D-BD38-A0A5-860B-A751E687A0AF}"/>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367939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2232A-3E58-638F-B08A-45010A1BCF1D}"/>
              </a:ext>
            </a:extLst>
          </p:cNvPr>
          <p:cNvSpPr>
            <a:spLocks noGrp="1"/>
          </p:cNvSpPr>
          <p:nvPr>
            <p:ph type="title"/>
          </p:nvPr>
        </p:nvSpPr>
        <p:spPr/>
        <p:txBody>
          <a:bodyPr/>
          <a:lstStyle/>
          <a:p>
            <a:r>
              <a:rPr lang="zh-CN" altLang="en-US" dirty="0"/>
              <a:t>共价晶体的结合能</a:t>
            </a:r>
          </a:p>
        </p:txBody>
      </p:sp>
      <p:sp>
        <p:nvSpPr>
          <p:cNvPr id="3" name="内容占位符 2">
            <a:extLst>
              <a:ext uri="{FF2B5EF4-FFF2-40B4-BE49-F238E27FC236}">
                <a16:creationId xmlns:a16="http://schemas.microsoft.com/office/drawing/2014/main" id="{C2AB17E5-FD0C-18DE-C7B7-C0EE2062F53D}"/>
              </a:ext>
            </a:extLst>
          </p:cNvPr>
          <p:cNvSpPr>
            <a:spLocks noGrp="1"/>
          </p:cNvSpPr>
          <p:nvPr>
            <p:ph idx="1"/>
          </p:nvPr>
        </p:nvSpPr>
        <p:spPr/>
        <p:txBody>
          <a:bodyPr/>
          <a:lstStyle/>
          <a:p>
            <a:r>
              <a:rPr lang="zh-CN" altLang="en-US" dirty="0"/>
              <a:t>吸引项：</a:t>
            </a:r>
            <a:endParaRPr lang="en-US" altLang="zh-CN" dirty="0"/>
          </a:p>
          <a:p>
            <a:pPr lvl="1"/>
            <a:r>
              <a:rPr lang="zh-CN" altLang="en-US" dirty="0">
                <a:solidFill>
                  <a:srgbClr val="0070C0"/>
                </a:solidFill>
              </a:rPr>
              <a:t>原子间共享电子成共价键</a:t>
            </a:r>
            <a:r>
              <a:rPr lang="zh-CN" altLang="en-US" dirty="0"/>
              <a:t>，成键电子位于两核之间，</a:t>
            </a:r>
            <a:r>
              <a:rPr lang="zh-CN" altLang="en-US" dirty="0">
                <a:solidFill>
                  <a:srgbClr val="0070C0"/>
                </a:solidFill>
              </a:rPr>
              <a:t>加强电子</a:t>
            </a:r>
            <a:r>
              <a:rPr lang="en-US" altLang="zh-CN" dirty="0">
                <a:solidFill>
                  <a:srgbClr val="0070C0"/>
                </a:solidFill>
              </a:rPr>
              <a:t>–</a:t>
            </a:r>
            <a:r>
              <a:rPr lang="zh-CN" altLang="en-US" dirty="0">
                <a:solidFill>
                  <a:srgbClr val="0070C0"/>
                </a:solidFill>
              </a:rPr>
              <a:t>核库伦吸引</a:t>
            </a:r>
            <a:endParaRPr lang="en-US" altLang="zh-CN" dirty="0">
              <a:solidFill>
                <a:srgbClr val="0070C0"/>
              </a:solidFill>
            </a:endParaRPr>
          </a:p>
          <a:p>
            <a:r>
              <a:rPr lang="zh-CN" altLang="en-US" dirty="0"/>
              <a:t>排斥项：</a:t>
            </a:r>
            <a:endParaRPr lang="en-US" altLang="zh-CN" dirty="0"/>
          </a:p>
          <a:p>
            <a:pPr lvl="1"/>
            <a:r>
              <a:rPr lang="zh-CN" altLang="en-US" dirty="0"/>
              <a:t>电子</a:t>
            </a:r>
            <a:r>
              <a:rPr lang="en-US" altLang="zh-CN" dirty="0"/>
              <a:t>-</a:t>
            </a:r>
            <a:r>
              <a:rPr lang="zh-CN" altLang="en-US" dirty="0"/>
              <a:t>电子库伦排斥，原子核</a:t>
            </a:r>
            <a:r>
              <a:rPr lang="en-US" altLang="zh-CN" dirty="0"/>
              <a:t>-</a:t>
            </a:r>
            <a:r>
              <a:rPr lang="zh-CN" altLang="en-US" dirty="0"/>
              <a:t>核库伦排斥，电子间泡利排斥</a:t>
            </a:r>
          </a:p>
        </p:txBody>
      </p:sp>
      <p:sp>
        <p:nvSpPr>
          <p:cNvPr id="6" name="文本框 5">
            <a:extLst>
              <a:ext uri="{FF2B5EF4-FFF2-40B4-BE49-F238E27FC236}">
                <a16:creationId xmlns:a16="http://schemas.microsoft.com/office/drawing/2014/main" id="{1EE12E66-772F-D5BB-D6BD-AB7C41EB2B05}"/>
              </a:ext>
            </a:extLst>
          </p:cNvPr>
          <p:cNvSpPr txBox="1"/>
          <p:nvPr/>
        </p:nvSpPr>
        <p:spPr>
          <a:xfrm>
            <a:off x="838200" y="4404091"/>
            <a:ext cx="10660380" cy="461665"/>
          </a:xfrm>
          <a:prstGeom prst="rect">
            <a:avLst/>
          </a:prstGeom>
          <a:noFill/>
        </p:spPr>
        <p:txBody>
          <a:bodyPr wrap="square">
            <a:spAutoFit/>
          </a:bodyPr>
          <a:lstStyle/>
          <a:p>
            <a:r>
              <a:rPr lang="zh-CN" altLang="en-US" sz="2400" dirty="0">
                <a:solidFill>
                  <a:srgbClr val="FF0000"/>
                </a:solidFill>
              </a:rPr>
              <a:t>共价键具有方向性，且牵扯到多体作用，准确计算需要用到</a:t>
            </a:r>
            <a:r>
              <a:rPr lang="zh-CN" altLang="en-US" sz="2400" dirty="0">
                <a:solidFill>
                  <a:srgbClr val="FF0000"/>
                </a:solidFill>
                <a:highlight>
                  <a:srgbClr val="FFFF00"/>
                </a:highlight>
              </a:rPr>
              <a:t>第一性原理方法</a:t>
            </a:r>
            <a:endParaRPr lang="en-US" altLang="zh-CN" sz="2400" dirty="0">
              <a:solidFill>
                <a:srgbClr val="FF0000"/>
              </a:solidFill>
              <a:highlight>
                <a:srgbClr val="FFFF00"/>
              </a:highlight>
            </a:endParaRPr>
          </a:p>
        </p:txBody>
      </p:sp>
      <p:graphicFrame>
        <p:nvGraphicFramePr>
          <p:cNvPr id="4" name="表格 3">
            <a:extLst>
              <a:ext uri="{FF2B5EF4-FFF2-40B4-BE49-F238E27FC236}">
                <a16:creationId xmlns:a16="http://schemas.microsoft.com/office/drawing/2014/main" id="{F77CB1A5-002B-0EAB-325F-C9E66B3D9DD7}"/>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35404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轨道杂化</a:t>
            </a:r>
          </a:p>
        </p:txBody>
      </p:sp>
      <p:sp>
        <p:nvSpPr>
          <p:cNvPr id="3" name="内容占位符 2"/>
          <p:cNvSpPr>
            <a:spLocks noGrp="1"/>
          </p:cNvSpPr>
          <p:nvPr>
            <p:ph idx="1"/>
          </p:nvPr>
        </p:nvSpPr>
        <p:spPr>
          <a:xfrm>
            <a:off x="1981200" y="1385886"/>
            <a:ext cx="8229600" cy="900106"/>
          </a:xfrm>
        </p:spPr>
        <p:txBody>
          <a:bodyPr>
            <a:normAutofit/>
          </a:bodyPr>
          <a:lstStyle/>
          <a:p>
            <a:r>
              <a:rPr lang="zh-CN" altLang="en-US" sz="2400" dirty="0"/>
              <a:t>每个</a:t>
            </a:r>
            <a:r>
              <a:rPr lang="en-US" altLang="zh-CN" sz="2400" dirty="0"/>
              <a:t>C</a:t>
            </a:r>
            <a:r>
              <a:rPr lang="zh-CN" altLang="en-US" sz="2400" dirty="0"/>
              <a:t>原子中有</a:t>
            </a:r>
            <a:r>
              <a:rPr lang="en-US" altLang="zh-CN" sz="2400" dirty="0"/>
              <a:t>6</a:t>
            </a:r>
            <a:r>
              <a:rPr lang="zh-CN" altLang="en-US" sz="2400" dirty="0"/>
              <a:t>个电子，</a:t>
            </a:r>
            <a:r>
              <a:rPr lang="en-US" altLang="zh-CN" sz="2400" dirty="0"/>
              <a:t>1s</a:t>
            </a:r>
            <a:r>
              <a:rPr lang="en-US" altLang="zh-CN" sz="2400" baseline="30000" dirty="0"/>
              <a:t>2</a:t>
            </a:r>
            <a:r>
              <a:rPr lang="en-US" altLang="zh-CN" sz="2400" dirty="0"/>
              <a:t>2s</a:t>
            </a:r>
            <a:r>
              <a:rPr lang="en-US" altLang="zh-CN" sz="2400" baseline="30000" dirty="0"/>
              <a:t>2</a:t>
            </a:r>
            <a:r>
              <a:rPr lang="en-US" altLang="zh-CN" sz="2400" dirty="0"/>
              <a:t>2p</a:t>
            </a:r>
            <a:r>
              <a:rPr lang="en-US" altLang="zh-CN" sz="2400" baseline="30000" dirty="0"/>
              <a:t>2</a:t>
            </a:r>
            <a:r>
              <a:rPr lang="zh-CN" altLang="en-US" sz="2400" dirty="0"/>
              <a:t>，只有两个</a:t>
            </a:r>
            <a:r>
              <a:rPr lang="en-US" altLang="zh-CN" sz="2400" dirty="0"/>
              <a:t>p</a:t>
            </a:r>
            <a:r>
              <a:rPr lang="zh-CN" altLang="en-US" sz="2400" dirty="0"/>
              <a:t>电子未配对，为什么可以形成四个共价键呢？</a:t>
            </a:r>
            <a:endParaRPr lang="zh-CN" altLang="en-US" sz="2400" baseline="30000" dirty="0"/>
          </a:p>
        </p:txBody>
      </p:sp>
      <mc:AlternateContent xmlns:mc="http://schemas.openxmlformats.org/markup-compatibility/2006" xmlns:a14="http://schemas.microsoft.com/office/drawing/2010/main">
        <mc:Choice Requires="a14">
          <p:sp>
            <p:nvSpPr>
              <p:cNvPr id="4" name="对象 3"/>
              <p:cNvSpPr txBox="1"/>
              <p:nvPr/>
            </p:nvSpPr>
            <p:spPr bwMode="auto">
              <a:xfrm>
                <a:off x="2879474" y="3580738"/>
                <a:ext cx="3216526" cy="2357454"/>
              </a:xfrm>
              <a:prstGeom prst="rect">
                <a:avLst/>
              </a:prstGeom>
              <a:noFill/>
            </p:spPr>
            <p:txBody>
              <a:bodyPr>
                <a:normAutofit fontScale="85000" lnSpcReduction="10000"/>
              </a:bodyPr>
              <a:lstStyle/>
              <a:p>
                <a:pPr/>
                <a14:m>
                  <m:oMathPara xmlns:m="http://schemas.openxmlformats.org/officeDocument/2006/math">
                    <m:oMathParaPr>
                      <m:jc m:val="left"/>
                    </m:oMathParaPr>
                    <m:oMath>
                      <m:d>
                        <m:dPr>
                          <m:begChr m:val="{"/>
                          <m:endChr m:val=""/>
                          <m:ctrlPr>
                            <a:rPr lang="en-US" i="1">
                              <a:solidFill>
                                <a:srgbClr val="000000"/>
                              </a:solidFill>
                              <a:latin typeface="Cambria Math" panose="02040503050406030204" pitchFamily="18" charset="0"/>
                            </a:rPr>
                          </m:ctrlPr>
                        </m:dPr>
                        <m:e>
                          <m:m>
                            <m:mPr>
                              <m:plcHide m:val="on"/>
                              <m:mcs>
                                <m:mc>
                                  <m:mcPr>
                                    <m:count m:val="1"/>
                                    <m:mcJc m:val="center"/>
                                  </m:mcPr>
                                </m:mc>
                              </m:mcs>
                              <m:ctrlPr>
                                <a:rPr lang="en-US" i="1">
                                  <a:solidFill>
                                    <a:srgbClr val="000000"/>
                                  </a:solidFill>
                                  <a:latin typeface="Cambria Math" panose="02040503050406030204" pitchFamily="18" charset="0"/>
                                </a:rPr>
                              </m:ctrlPr>
                            </m:mPr>
                            <m:m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𝜓</m:t>
                                    </m:r>
                                  </m:e>
                                  <m:sub>
                                    <m:r>
                                      <a:rPr lang="en-US" i="1">
                                        <a:solidFill>
                                          <a:srgbClr val="000000"/>
                                        </a:solidFill>
                                        <a:latin typeface="Cambria Math" panose="02040503050406030204" pitchFamily="18" charset="0"/>
                                      </a:rPr>
                                      <m:t>ℎ</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𝑥</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𝑦</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𝑧</m:t>
                                            </m:r>
                                          </m:sub>
                                        </m:sSub>
                                      </m:sub>
                                    </m:sSub>
                                  </m:e>
                                </m:d>
                              </m:e>
                            </m:mr>
                            <m:m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𝜓</m:t>
                                    </m:r>
                                  </m:e>
                                  <m:sub>
                                    <m:r>
                                      <a:rPr lang="en-US" i="1">
                                        <a:solidFill>
                                          <a:srgbClr val="000000"/>
                                        </a:solidFill>
                                        <a:latin typeface="Cambria Math" panose="02040503050406030204" pitchFamily="18" charset="0"/>
                                      </a:rPr>
                                      <m:t>ℎ</m:t>
                                    </m:r>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𝑥</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𝑦</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𝑧</m:t>
                                            </m:r>
                                          </m:sub>
                                        </m:sSub>
                                      </m:sub>
                                    </m:sSub>
                                  </m:e>
                                </m:d>
                              </m:e>
                            </m:mr>
                            <m:m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𝜓</m:t>
                                    </m:r>
                                  </m:e>
                                  <m:sub>
                                    <m:r>
                                      <a:rPr lang="en-US" i="1">
                                        <a:solidFill>
                                          <a:srgbClr val="000000"/>
                                        </a:solidFill>
                                        <a:latin typeface="Cambria Math" panose="02040503050406030204" pitchFamily="18" charset="0"/>
                                      </a:rPr>
                                      <m:t>ℎ</m:t>
                                    </m:r>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𝑥</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𝑦</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𝑧</m:t>
                                            </m:r>
                                          </m:sub>
                                        </m:sSub>
                                      </m:sub>
                                    </m:sSub>
                                  </m:e>
                                </m:d>
                              </m:e>
                            </m:mr>
                            <m:m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𝜓</m:t>
                                    </m:r>
                                  </m:e>
                                  <m:sub>
                                    <m:r>
                                      <a:rPr lang="en-US" i="1">
                                        <a:solidFill>
                                          <a:srgbClr val="000000"/>
                                        </a:solidFill>
                                        <a:latin typeface="Cambria Math" panose="02040503050406030204" pitchFamily="18" charset="0"/>
                                      </a:rPr>
                                      <m:t>ℎ</m:t>
                                    </m:r>
                                    <m:r>
                                      <a:rPr lang="en-US" i="1">
                                        <a:solidFill>
                                          <a:srgbClr val="000000"/>
                                        </a:solidFill>
                                        <a:latin typeface="Cambria Math" panose="02040503050406030204" pitchFamily="18" charset="0"/>
                                      </a:rPr>
                                      <m:t>4</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𝑥</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𝑦</m:t>
                                            </m:r>
                                          </m:sub>
                                        </m:sSub>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𝜙</m:t>
                                        </m:r>
                                      </m:e>
                                      <m: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𝑧</m:t>
                                            </m:r>
                                          </m:sub>
                                        </m:sSub>
                                      </m:sub>
                                    </m:sSub>
                                  </m:e>
                                </m:d>
                              </m:e>
                            </m:mr>
                          </m:m>
                        </m:e>
                      </m:d>
                    </m:oMath>
                  </m:oMathPara>
                </a14:m>
                <a:endParaRPr lang="en-US" dirty="0"/>
              </a:p>
            </p:txBody>
          </p:sp>
        </mc:Choice>
        <mc:Fallback xmlns="">
          <p:sp>
            <p:nvSpPr>
              <p:cNvPr id="4" name="对象 3"/>
              <p:cNvSpPr txBox="1">
                <a:spLocks noRot="1" noChangeAspect="1" noMove="1" noResize="1" noEditPoints="1" noAdjustHandles="1" noChangeArrowheads="1" noChangeShapeType="1" noTextEdit="1"/>
              </p:cNvSpPr>
              <p:nvPr/>
            </p:nvSpPr>
            <p:spPr bwMode="auto">
              <a:xfrm>
                <a:off x="2879474" y="3580738"/>
                <a:ext cx="3216526" cy="2357454"/>
              </a:xfrm>
              <a:prstGeom prst="rect">
                <a:avLst/>
              </a:prstGeom>
              <a:blipFill>
                <a:blip r:embed="rId2"/>
                <a:stretch>
                  <a:fillRect/>
                </a:stretch>
              </a:blipFill>
            </p:spPr>
            <p:txBody>
              <a:bodyPr/>
              <a:lstStyle/>
              <a:p>
                <a:r>
                  <a:rPr lang="en-US">
                    <a:noFill/>
                  </a:rPr>
                  <a:t> </a:t>
                </a:r>
              </a:p>
            </p:txBody>
          </p:sp>
        </mc:Fallback>
      </mc:AlternateContent>
      <p:pic>
        <p:nvPicPr>
          <p:cNvPr id="6" name="图片 5" descr="sp3 hybrid orbitals.gif"/>
          <p:cNvPicPr>
            <a:picLocks noChangeAspect="1"/>
          </p:cNvPicPr>
          <p:nvPr/>
        </p:nvPicPr>
        <p:blipFill>
          <a:blip r:embed="rId3"/>
          <a:stretch>
            <a:fillRect/>
          </a:stretch>
        </p:blipFill>
        <p:spPr>
          <a:xfrm>
            <a:off x="8068975" y="2056438"/>
            <a:ext cx="2487101" cy="2286016"/>
          </a:xfrm>
          <a:prstGeom prst="rect">
            <a:avLst/>
          </a:prstGeom>
        </p:spPr>
      </p:pic>
      <p:pic>
        <p:nvPicPr>
          <p:cNvPr id="7" name="图片 6" descr="methane_td.jpg"/>
          <p:cNvPicPr>
            <a:picLocks noChangeAspect="1"/>
          </p:cNvPicPr>
          <p:nvPr/>
        </p:nvPicPr>
        <p:blipFill>
          <a:blip r:embed="rId4"/>
          <a:srcRect l="10938" t="2083" r="11718" b="51042"/>
          <a:stretch>
            <a:fillRect/>
          </a:stretch>
        </p:blipFill>
        <p:spPr>
          <a:xfrm>
            <a:off x="6942232" y="4437950"/>
            <a:ext cx="4872020" cy="2214554"/>
          </a:xfrm>
          <a:prstGeom prst="rect">
            <a:avLst/>
          </a:prstGeom>
        </p:spPr>
      </p:pic>
      <p:graphicFrame>
        <p:nvGraphicFramePr>
          <p:cNvPr id="5" name="表格 4">
            <a:extLst>
              <a:ext uri="{FF2B5EF4-FFF2-40B4-BE49-F238E27FC236}">
                <a16:creationId xmlns:a16="http://schemas.microsoft.com/office/drawing/2014/main" id="{95B62C6C-EBF5-DCBB-5F0A-FDA5581E3D02}"/>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9" name="文本框 8">
            <a:extLst>
              <a:ext uri="{FF2B5EF4-FFF2-40B4-BE49-F238E27FC236}">
                <a16:creationId xmlns:a16="http://schemas.microsoft.com/office/drawing/2014/main" id="{BD0C9DFE-0B89-E974-BA14-C16DE146675E}"/>
              </a:ext>
            </a:extLst>
          </p:cNvPr>
          <p:cNvSpPr txBox="1"/>
          <p:nvPr/>
        </p:nvSpPr>
        <p:spPr>
          <a:xfrm>
            <a:off x="3282242" y="2954000"/>
            <a:ext cx="6096000" cy="369332"/>
          </a:xfrm>
          <a:prstGeom prst="rect">
            <a:avLst/>
          </a:prstGeom>
          <a:noFill/>
        </p:spPr>
        <p:txBody>
          <a:bodyPr wrap="square">
            <a:spAutoFit/>
          </a:bodyPr>
          <a:lstStyle/>
          <a:p>
            <a:r>
              <a:rPr lang="en-US" dirty="0"/>
              <a:t>2s</a:t>
            </a:r>
            <a:r>
              <a:rPr lang="en-US" baseline="30000" dirty="0"/>
              <a:t>2</a:t>
            </a:r>
            <a:r>
              <a:rPr lang="en-US" dirty="0"/>
              <a:t>2p</a:t>
            </a:r>
            <a:r>
              <a:rPr lang="en-US" baseline="30000" dirty="0"/>
              <a:t>2 </a:t>
            </a:r>
            <a:r>
              <a:rPr lang="en-US" dirty="0"/>
              <a:t>→ 2s</a:t>
            </a:r>
            <a:r>
              <a:rPr lang="en-US" baseline="30000" dirty="0"/>
              <a:t>1</a:t>
            </a:r>
            <a:r>
              <a:rPr lang="en-US" dirty="0"/>
              <a:t>2p</a:t>
            </a:r>
            <a:r>
              <a:rPr lang="en-US" baseline="30000" dirty="0"/>
              <a:t>3 </a:t>
            </a:r>
            <a:r>
              <a:rPr lang="en-US" dirty="0"/>
              <a:t>→ 4×sp</a:t>
            </a:r>
            <a:r>
              <a:rPr lang="en-US" baseline="30000" dirty="0"/>
              <a:t>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0B87DD7-D302-7ECB-D8D4-427E5A42AC3C}"/>
              </a:ext>
            </a:extLst>
          </p:cNvPr>
          <p:cNvPicPr>
            <a:picLocks noChangeAspect="1"/>
          </p:cNvPicPr>
          <p:nvPr/>
        </p:nvPicPr>
        <p:blipFill>
          <a:blip r:embed="rId2"/>
          <a:stretch>
            <a:fillRect/>
          </a:stretch>
        </p:blipFill>
        <p:spPr>
          <a:xfrm>
            <a:off x="1255588" y="605396"/>
            <a:ext cx="9680823" cy="6202154"/>
          </a:xfrm>
          <a:prstGeom prst="rect">
            <a:avLst/>
          </a:prstGeom>
        </p:spPr>
      </p:pic>
      <p:graphicFrame>
        <p:nvGraphicFramePr>
          <p:cNvPr id="7" name="表格 6">
            <a:extLst>
              <a:ext uri="{FF2B5EF4-FFF2-40B4-BE49-F238E27FC236}">
                <a16:creationId xmlns:a16="http://schemas.microsoft.com/office/drawing/2014/main" id="{9C7FE161-2032-3E59-3F29-CF3AD7D44F02}"/>
              </a:ext>
            </a:extLst>
          </p:cNvPr>
          <p:cNvGraphicFramePr>
            <a:graphicFrameLocks noGrp="1"/>
          </p:cNvGraphicFramePr>
          <p:nvPr>
            <p:extLst>
              <p:ext uri="{D42A27DB-BD31-4B8C-83A1-F6EECF244321}">
                <p14:modId xmlns:p14="http://schemas.microsoft.com/office/powerpoint/2010/main" val="886715043"/>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419840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descr="HybridOrbsSummary.jpg"/>
          <p:cNvPicPr>
            <a:picLocks noGrp="1" noChangeAspect="1"/>
          </p:cNvPicPr>
          <p:nvPr>
            <p:ph idx="4294967295"/>
          </p:nvPr>
        </p:nvPicPr>
        <p:blipFill>
          <a:blip r:embed="rId2"/>
          <a:stretch>
            <a:fillRect/>
          </a:stretch>
        </p:blipFill>
        <p:spPr>
          <a:xfrm>
            <a:off x="2990643" y="304800"/>
            <a:ext cx="6210714" cy="6553200"/>
          </a:xfrm>
        </p:spPr>
      </p:pic>
      <p:graphicFrame>
        <p:nvGraphicFramePr>
          <p:cNvPr id="2" name="表格 1">
            <a:extLst>
              <a:ext uri="{FF2B5EF4-FFF2-40B4-BE49-F238E27FC236}">
                <a16:creationId xmlns:a16="http://schemas.microsoft.com/office/drawing/2014/main" id="{B33487C2-B708-26F6-DF16-87E323824956}"/>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金属晶体</a:t>
            </a:r>
          </a:p>
        </p:txBody>
      </p:sp>
      <p:sp>
        <p:nvSpPr>
          <p:cNvPr id="3" name="内容占位符 2"/>
          <p:cNvSpPr>
            <a:spLocks noGrp="1"/>
          </p:cNvSpPr>
          <p:nvPr>
            <p:ph idx="1"/>
          </p:nvPr>
        </p:nvSpPr>
        <p:spPr>
          <a:xfrm>
            <a:off x="1981200" y="1403368"/>
            <a:ext cx="8229600" cy="4525963"/>
          </a:xfrm>
        </p:spPr>
        <p:txBody>
          <a:bodyPr>
            <a:normAutofit/>
          </a:bodyPr>
          <a:lstStyle/>
          <a:p>
            <a:r>
              <a:rPr lang="zh-CN" altLang="en-US" dirty="0"/>
              <a:t>电负性小于</a:t>
            </a:r>
            <a:r>
              <a:rPr lang="en-US" altLang="zh-CN" dirty="0"/>
              <a:t>1.8</a:t>
            </a:r>
            <a:r>
              <a:rPr lang="zh-CN" altLang="en-US" dirty="0"/>
              <a:t>的是金属元素，由金属元素构成的晶体为金属晶体</a:t>
            </a:r>
            <a:endParaRPr lang="en-US" altLang="zh-CN" dirty="0"/>
          </a:p>
          <a:p>
            <a:r>
              <a:rPr lang="zh-CN" altLang="en-US" dirty="0"/>
              <a:t>典型金属晶体：第</a:t>
            </a:r>
            <a:r>
              <a:rPr lang="en-US" altLang="zh-CN" dirty="0"/>
              <a:t>I</a:t>
            </a:r>
            <a:r>
              <a:rPr lang="zh-CN" altLang="en-US" dirty="0"/>
              <a:t>族、第</a:t>
            </a:r>
            <a:r>
              <a:rPr lang="en-US" altLang="zh-CN" dirty="0"/>
              <a:t>II</a:t>
            </a:r>
            <a:r>
              <a:rPr lang="zh-CN" altLang="en-US" dirty="0"/>
              <a:t>族元素以及过渡元素</a:t>
            </a:r>
            <a:endParaRPr lang="en-US" altLang="zh-CN" dirty="0"/>
          </a:p>
          <a:p>
            <a:r>
              <a:rPr lang="zh-CN" altLang="en-US" dirty="0"/>
              <a:t>组成晶体时，每个原子的最外层电子为所有原子共有；失去了最外层电子的原子实“沉浸”在价电子组成的“电子云”或“电子海”里。</a:t>
            </a:r>
            <a:endParaRPr lang="en-US" altLang="zh-CN" dirty="0"/>
          </a:p>
          <a:p>
            <a:endParaRPr lang="zh-CN" altLang="en-US" sz="2400" dirty="0"/>
          </a:p>
        </p:txBody>
      </p:sp>
      <p:pic>
        <p:nvPicPr>
          <p:cNvPr id="6" name="图片 5" descr="metallicbondinga_0.jpg"/>
          <p:cNvPicPr>
            <a:picLocks noChangeAspect="1"/>
          </p:cNvPicPr>
          <p:nvPr/>
        </p:nvPicPr>
        <p:blipFill>
          <a:blip r:embed="rId2"/>
          <a:srcRect b="8928"/>
          <a:stretch>
            <a:fillRect/>
          </a:stretch>
        </p:blipFill>
        <p:spPr>
          <a:xfrm>
            <a:off x="2496612" y="4063983"/>
            <a:ext cx="6985000" cy="2428892"/>
          </a:xfrm>
          <a:prstGeom prst="rect">
            <a:avLst/>
          </a:prstGeom>
        </p:spPr>
      </p:pic>
      <p:graphicFrame>
        <p:nvGraphicFramePr>
          <p:cNvPr id="4" name="表格 3">
            <a:extLst>
              <a:ext uri="{FF2B5EF4-FFF2-40B4-BE49-F238E27FC236}">
                <a16:creationId xmlns:a16="http://schemas.microsoft.com/office/drawing/2014/main" id="{32A7C1C9-F78F-2C23-44CB-52E60E3B2E4E}"/>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metallic-crystal.gif"/>
          <p:cNvPicPr>
            <a:picLocks noChangeAspect="1"/>
          </p:cNvPicPr>
          <p:nvPr/>
        </p:nvPicPr>
        <p:blipFill>
          <a:blip r:embed="rId2"/>
          <a:srcRect b="38291"/>
          <a:stretch>
            <a:fillRect/>
          </a:stretch>
        </p:blipFill>
        <p:spPr>
          <a:xfrm>
            <a:off x="6805857" y="4809477"/>
            <a:ext cx="5200650" cy="1857388"/>
          </a:xfrm>
          <a:prstGeom prst="rect">
            <a:avLst/>
          </a:prstGeom>
        </p:spPr>
      </p:pic>
      <p:sp>
        <p:nvSpPr>
          <p:cNvPr id="4" name="标题 3"/>
          <p:cNvSpPr>
            <a:spLocks noGrp="1"/>
          </p:cNvSpPr>
          <p:nvPr>
            <p:ph type="title"/>
          </p:nvPr>
        </p:nvSpPr>
        <p:spPr/>
        <p:txBody>
          <a:bodyPr/>
          <a:lstStyle/>
          <a:p>
            <a:r>
              <a:rPr lang="zh-CN" altLang="en-US" dirty="0"/>
              <a:t>金属晶体</a:t>
            </a:r>
          </a:p>
        </p:txBody>
      </p:sp>
      <p:sp>
        <p:nvSpPr>
          <p:cNvPr id="5" name="内容占位符 4"/>
          <p:cNvSpPr>
            <a:spLocks noGrp="1"/>
          </p:cNvSpPr>
          <p:nvPr>
            <p:ph idx="1"/>
          </p:nvPr>
        </p:nvSpPr>
        <p:spPr>
          <a:xfrm>
            <a:off x="1028700" y="1627001"/>
            <a:ext cx="7475220" cy="4773799"/>
          </a:xfrm>
        </p:spPr>
        <p:txBody>
          <a:bodyPr>
            <a:normAutofit/>
          </a:bodyPr>
          <a:lstStyle/>
          <a:p>
            <a:pPr>
              <a:lnSpc>
                <a:spcPct val="100000"/>
              </a:lnSpc>
              <a:spcBef>
                <a:spcPts val="0"/>
              </a:spcBef>
              <a:spcAft>
                <a:spcPts val="1200"/>
              </a:spcAft>
            </a:pPr>
            <a:r>
              <a:rPr lang="zh-CN" altLang="en-US" dirty="0"/>
              <a:t>吸引力：离子实和电子云之间的静电库仑力</a:t>
            </a:r>
            <a:endParaRPr lang="en-US" altLang="zh-CN" dirty="0"/>
          </a:p>
          <a:p>
            <a:pPr>
              <a:lnSpc>
                <a:spcPct val="100000"/>
              </a:lnSpc>
              <a:spcBef>
                <a:spcPts val="0"/>
              </a:spcBef>
              <a:spcAft>
                <a:spcPts val="1200"/>
              </a:spcAft>
            </a:pPr>
            <a:r>
              <a:rPr lang="zh-CN" altLang="en-US" dirty="0"/>
              <a:t>由于电子云的屏蔽作用，离子实间的库仑排斥很弱</a:t>
            </a:r>
            <a:endParaRPr lang="en-US" altLang="zh-CN" dirty="0"/>
          </a:p>
          <a:p>
            <a:pPr>
              <a:lnSpc>
                <a:spcPct val="100000"/>
              </a:lnSpc>
              <a:spcBef>
                <a:spcPts val="0"/>
              </a:spcBef>
              <a:spcAft>
                <a:spcPts val="1200"/>
              </a:spcAft>
              <a:buFont typeface="Wingdings" panose="05000000000000000000" pitchFamily="2" charset="2"/>
              <a:buChar char="à"/>
            </a:pPr>
            <a:r>
              <a:rPr lang="zh-CN" altLang="en-US" dirty="0"/>
              <a:t> 对晶体结构没有特殊的要求，只要求紧密排列</a:t>
            </a:r>
            <a:endParaRPr lang="en-US" altLang="zh-CN" dirty="0"/>
          </a:p>
          <a:p>
            <a:pPr>
              <a:spcBef>
                <a:spcPts val="0"/>
              </a:spcBef>
              <a:spcAft>
                <a:spcPts val="1200"/>
              </a:spcAft>
              <a:buFont typeface="Wingdings" panose="05000000000000000000" pitchFamily="2" charset="2"/>
              <a:buChar char="à"/>
            </a:pPr>
            <a:r>
              <a:rPr lang="zh-CN" altLang="en-US" dirty="0"/>
              <a:t> 大多数金属因此具有</a:t>
            </a:r>
            <a:r>
              <a:rPr lang="en-US" dirty="0" err="1"/>
              <a:t>高配位结构</a:t>
            </a:r>
            <a:endParaRPr lang="en-US" dirty="0"/>
          </a:p>
          <a:p>
            <a:pPr lvl="1">
              <a:spcBef>
                <a:spcPts val="0"/>
              </a:spcBef>
              <a:spcAft>
                <a:spcPts val="1200"/>
              </a:spcAft>
            </a:pPr>
            <a:r>
              <a:rPr lang="zh-CN" altLang="en-US" dirty="0"/>
              <a:t>面心立方</a:t>
            </a:r>
            <a:r>
              <a:rPr lang="en-US" altLang="zh-CN" dirty="0"/>
              <a:t>(</a:t>
            </a:r>
            <a:r>
              <a:rPr lang="zh-CN" altLang="en-US" dirty="0"/>
              <a:t>立方密堆积</a:t>
            </a:r>
            <a:r>
              <a:rPr lang="en-US" altLang="zh-CN" dirty="0"/>
              <a:t>)</a:t>
            </a:r>
            <a:r>
              <a:rPr lang="zh-CN" altLang="en-US" dirty="0"/>
              <a:t> </a:t>
            </a:r>
            <a:r>
              <a:rPr lang="en-US" altLang="zh-CN" dirty="0"/>
              <a:t>(Cu, Ag, Au, Al)</a:t>
            </a:r>
          </a:p>
          <a:p>
            <a:pPr lvl="1">
              <a:lnSpc>
                <a:spcPct val="100000"/>
              </a:lnSpc>
              <a:spcBef>
                <a:spcPts val="0"/>
              </a:spcBef>
              <a:spcAft>
                <a:spcPts val="1200"/>
              </a:spcAft>
            </a:pPr>
            <a:r>
              <a:rPr lang="zh-CN" altLang="en-US" dirty="0"/>
              <a:t>六角密堆积 </a:t>
            </a:r>
            <a:r>
              <a:rPr lang="en-US" altLang="zh-CN" dirty="0"/>
              <a:t>(Be, Mg, Zn, Cd)</a:t>
            </a:r>
          </a:p>
          <a:p>
            <a:pPr lvl="1">
              <a:lnSpc>
                <a:spcPct val="100000"/>
              </a:lnSpc>
              <a:spcBef>
                <a:spcPts val="0"/>
              </a:spcBef>
              <a:spcAft>
                <a:spcPts val="1200"/>
              </a:spcAft>
            </a:pPr>
            <a:r>
              <a:rPr lang="zh-CN" altLang="en-US" dirty="0"/>
              <a:t>体心立方 </a:t>
            </a:r>
            <a:r>
              <a:rPr lang="en-US" altLang="zh-CN" dirty="0"/>
              <a:t>(Li, Na, K, Rb, Cs, Mo, W)</a:t>
            </a:r>
          </a:p>
        </p:txBody>
      </p:sp>
      <p:graphicFrame>
        <p:nvGraphicFramePr>
          <p:cNvPr id="2" name="表格 1">
            <a:extLst>
              <a:ext uri="{FF2B5EF4-FFF2-40B4-BE49-F238E27FC236}">
                <a16:creationId xmlns:a16="http://schemas.microsoft.com/office/drawing/2014/main" id="{6F922A88-DA16-6B3E-FB68-D46F7F507B3D}"/>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701206-5C76-8888-23AE-1C067D93EB1C}"/>
              </a:ext>
            </a:extLst>
          </p:cNvPr>
          <p:cNvSpPr>
            <a:spLocks noGrp="1"/>
          </p:cNvSpPr>
          <p:nvPr>
            <p:ph type="title"/>
          </p:nvPr>
        </p:nvSpPr>
        <p:spPr/>
        <p:txBody>
          <a:bodyPr/>
          <a:lstStyle/>
          <a:p>
            <a:r>
              <a:rPr lang="zh-CN" altLang="en-US" dirty="0"/>
              <a:t>分子晶体</a:t>
            </a:r>
            <a:r>
              <a:rPr lang="en-US" altLang="zh-CN" dirty="0"/>
              <a:t> /</a:t>
            </a:r>
            <a:r>
              <a:rPr lang="zh-CN" altLang="en-US" dirty="0"/>
              <a:t> 范德华晶体</a:t>
            </a:r>
            <a:endParaRPr lang="en-US" dirty="0"/>
          </a:p>
        </p:txBody>
      </p:sp>
      <p:sp>
        <p:nvSpPr>
          <p:cNvPr id="3" name="内容占位符 2">
            <a:extLst>
              <a:ext uri="{FF2B5EF4-FFF2-40B4-BE49-F238E27FC236}">
                <a16:creationId xmlns:a16="http://schemas.microsoft.com/office/drawing/2014/main" id="{DB3431AD-3A51-7C4B-17D5-BD298D891A7B}"/>
              </a:ext>
            </a:extLst>
          </p:cNvPr>
          <p:cNvSpPr>
            <a:spLocks noGrp="1"/>
          </p:cNvSpPr>
          <p:nvPr>
            <p:ph idx="1"/>
          </p:nvPr>
        </p:nvSpPr>
        <p:spPr/>
        <p:txBody>
          <a:bodyPr/>
          <a:lstStyle/>
          <a:p>
            <a:r>
              <a:rPr lang="zh-CN" altLang="en-US" dirty="0"/>
              <a:t>范德华相互作用：电偶（多）极距相互作用</a:t>
            </a:r>
            <a:endParaRPr lang="en-US" altLang="zh-CN" dirty="0"/>
          </a:p>
          <a:p>
            <a:r>
              <a:rPr lang="zh-CN" altLang="en-US" dirty="0"/>
              <a:t>来源：</a:t>
            </a:r>
            <a:endParaRPr lang="en-US" altLang="zh-CN" dirty="0"/>
          </a:p>
          <a:p>
            <a:r>
              <a:rPr lang="en-US" dirty="0"/>
              <a:t>（1）</a:t>
            </a:r>
            <a:r>
              <a:rPr lang="zh-CN" altLang="en-US" dirty="0"/>
              <a:t>极性分子固有电偶极矩间的静电力（</a:t>
            </a:r>
            <a:r>
              <a:rPr lang="en-US" altLang="zh-CN" dirty="0" err="1"/>
              <a:t>Keesom</a:t>
            </a:r>
            <a:r>
              <a:rPr lang="zh-CN" altLang="en-US" dirty="0"/>
              <a:t>力）</a:t>
            </a:r>
            <a:endParaRPr lang="en-US" altLang="zh-CN" dirty="0"/>
          </a:p>
          <a:p>
            <a:r>
              <a:rPr lang="en-US" dirty="0"/>
              <a:t>（2）</a:t>
            </a:r>
            <a:r>
              <a:rPr lang="zh-CN" altLang="en-US" dirty="0"/>
              <a:t>极性分子的电偶极矩与其在非极性分子上诱导产生的偶极矩之间的作用力（</a:t>
            </a:r>
            <a:r>
              <a:rPr lang="en-US" altLang="zh-CN" dirty="0"/>
              <a:t>Debye</a:t>
            </a:r>
            <a:r>
              <a:rPr lang="zh-CN" altLang="en-US" dirty="0"/>
              <a:t>力）</a:t>
            </a:r>
            <a:endParaRPr lang="en-US" altLang="zh-CN" dirty="0"/>
          </a:p>
          <a:p>
            <a:r>
              <a:rPr lang="en-US" dirty="0"/>
              <a:t>（3）</a:t>
            </a:r>
            <a:r>
              <a:rPr lang="zh-CN" altLang="en-US" dirty="0"/>
              <a:t>瞬时偶极矩之间的作用力（</a:t>
            </a:r>
            <a:r>
              <a:rPr lang="en-US" altLang="zh-CN" dirty="0"/>
              <a:t>London</a:t>
            </a:r>
            <a:r>
              <a:rPr lang="zh-CN" altLang="en-US" dirty="0"/>
              <a:t>力），源于电荷密度的量子力学涨落</a:t>
            </a:r>
            <a:endParaRPr lang="en-US" dirty="0"/>
          </a:p>
        </p:txBody>
      </p:sp>
      <p:pic>
        <p:nvPicPr>
          <p:cNvPr id="5" name="图片 4">
            <a:extLst>
              <a:ext uri="{FF2B5EF4-FFF2-40B4-BE49-F238E27FC236}">
                <a16:creationId xmlns:a16="http://schemas.microsoft.com/office/drawing/2014/main" id="{869036F6-600F-DDAD-7657-8C97F8F8763A}"/>
              </a:ext>
            </a:extLst>
          </p:cNvPr>
          <p:cNvPicPr>
            <a:picLocks noChangeAspect="1"/>
          </p:cNvPicPr>
          <p:nvPr/>
        </p:nvPicPr>
        <p:blipFill>
          <a:blip r:embed="rId2"/>
          <a:stretch>
            <a:fillRect/>
          </a:stretch>
        </p:blipFill>
        <p:spPr>
          <a:xfrm>
            <a:off x="3938390" y="5006975"/>
            <a:ext cx="5286375" cy="1485900"/>
          </a:xfrm>
          <a:prstGeom prst="rect">
            <a:avLst/>
          </a:prstGeom>
        </p:spPr>
      </p:pic>
      <p:graphicFrame>
        <p:nvGraphicFramePr>
          <p:cNvPr id="4" name="表格 3">
            <a:extLst>
              <a:ext uri="{FF2B5EF4-FFF2-40B4-BE49-F238E27FC236}">
                <a16:creationId xmlns:a16="http://schemas.microsoft.com/office/drawing/2014/main" id="{D0E2BF3D-A57D-2BE5-09F0-A63B323DE00A}"/>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978256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88EC0-2F4D-6B8F-522D-E1D2EA3FF738}"/>
              </a:ext>
            </a:extLst>
          </p:cNvPr>
          <p:cNvSpPr>
            <a:spLocks noGrp="1"/>
          </p:cNvSpPr>
          <p:nvPr>
            <p:ph type="title"/>
          </p:nvPr>
        </p:nvSpPr>
        <p:spPr/>
        <p:txBody>
          <a:bodyPr/>
          <a:lstStyle/>
          <a:p>
            <a:r>
              <a:rPr lang="en-US" dirty="0" err="1"/>
              <a:t>Keesom</a:t>
            </a:r>
            <a:r>
              <a:rPr lang="en-US" dirty="0"/>
              <a:t> force: Dipole-dipole interaction</a:t>
            </a:r>
          </a:p>
        </p:txBody>
      </p:sp>
      <p:pic>
        <p:nvPicPr>
          <p:cNvPr id="5" name="图片 4">
            <a:extLst>
              <a:ext uri="{FF2B5EF4-FFF2-40B4-BE49-F238E27FC236}">
                <a16:creationId xmlns:a16="http://schemas.microsoft.com/office/drawing/2014/main" id="{6E1EE78E-E9C4-7F14-1F73-E0B8D61AAC43}"/>
              </a:ext>
            </a:extLst>
          </p:cNvPr>
          <p:cNvPicPr>
            <a:picLocks noChangeAspect="1"/>
          </p:cNvPicPr>
          <p:nvPr/>
        </p:nvPicPr>
        <p:blipFill>
          <a:blip r:embed="rId2"/>
          <a:stretch>
            <a:fillRect/>
          </a:stretch>
        </p:blipFill>
        <p:spPr>
          <a:xfrm>
            <a:off x="1223404" y="2359146"/>
            <a:ext cx="9532554" cy="2627320"/>
          </a:xfrm>
          <a:prstGeom prst="rect">
            <a:avLst/>
          </a:prstGeom>
        </p:spPr>
      </p:pic>
      <p:sp>
        <p:nvSpPr>
          <p:cNvPr id="7" name="文本框 6">
            <a:extLst>
              <a:ext uri="{FF2B5EF4-FFF2-40B4-BE49-F238E27FC236}">
                <a16:creationId xmlns:a16="http://schemas.microsoft.com/office/drawing/2014/main" id="{78B21C28-EF8E-D42C-931E-FE6C013459C8}"/>
              </a:ext>
            </a:extLst>
          </p:cNvPr>
          <p:cNvSpPr txBox="1"/>
          <p:nvPr/>
        </p:nvSpPr>
        <p:spPr>
          <a:xfrm>
            <a:off x="4510517" y="5068403"/>
            <a:ext cx="2161451" cy="523220"/>
          </a:xfrm>
          <a:prstGeom prst="rect">
            <a:avLst/>
          </a:prstGeom>
          <a:noFill/>
        </p:spPr>
        <p:txBody>
          <a:bodyPr wrap="square">
            <a:spAutoFit/>
          </a:bodyPr>
          <a:lstStyle/>
          <a:p>
            <a:r>
              <a:rPr lang="en-US" sz="2800" dirty="0"/>
              <a:t>Weak</a:t>
            </a:r>
          </a:p>
        </p:txBody>
      </p:sp>
      <p:graphicFrame>
        <p:nvGraphicFramePr>
          <p:cNvPr id="3" name="表格 2">
            <a:extLst>
              <a:ext uri="{FF2B5EF4-FFF2-40B4-BE49-F238E27FC236}">
                <a16:creationId xmlns:a16="http://schemas.microsoft.com/office/drawing/2014/main" id="{2D65742A-177D-D763-4493-1C1E69E27FF5}"/>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527887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50C84-3797-1C1D-0EDB-A4913069BAB2}"/>
              </a:ext>
            </a:extLst>
          </p:cNvPr>
          <p:cNvSpPr>
            <a:spLocks noGrp="1"/>
          </p:cNvSpPr>
          <p:nvPr>
            <p:ph type="title"/>
          </p:nvPr>
        </p:nvSpPr>
        <p:spPr/>
        <p:txBody>
          <a:bodyPr/>
          <a:lstStyle/>
          <a:p>
            <a:r>
              <a:rPr lang="en-US" dirty="0"/>
              <a:t>Debye force: Dipole-induced dipole</a:t>
            </a:r>
          </a:p>
        </p:txBody>
      </p:sp>
      <p:sp>
        <p:nvSpPr>
          <p:cNvPr id="9" name="文本框 8">
            <a:extLst>
              <a:ext uri="{FF2B5EF4-FFF2-40B4-BE49-F238E27FC236}">
                <a16:creationId xmlns:a16="http://schemas.microsoft.com/office/drawing/2014/main" id="{492F9767-054B-EEE2-E5AA-41EDABECD3F3}"/>
              </a:ext>
            </a:extLst>
          </p:cNvPr>
          <p:cNvSpPr txBox="1"/>
          <p:nvPr/>
        </p:nvSpPr>
        <p:spPr>
          <a:xfrm>
            <a:off x="1123993" y="5402158"/>
            <a:ext cx="3395481" cy="954107"/>
          </a:xfrm>
          <a:prstGeom prst="rect">
            <a:avLst/>
          </a:prstGeom>
          <a:noFill/>
        </p:spPr>
        <p:txBody>
          <a:bodyPr wrap="none" rtlCol="0">
            <a:spAutoFit/>
          </a:bodyPr>
          <a:lstStyle/>
          <a:p>
            <a:r>
              <a:rPr lang="en-US" sz="2800" dirty="0"/>
              <a:t>Dipole-induced dipole</a:t>
            </a:r>
          </a:p>
          <a:p>
            <a:r>
              <a:rPr lang="en-US" sz="2800" dirty="0"/>
              <a:t>(weaker)</a:t>
            </a:r>
          </a:p>
        </p:txBody>
      </p:sp>
      <p:pic>
        <p:nvPicPr>
          <p:cNvPr id="13" name="图形 12">
            <a:extLst>
              <a:ext uri="{FF2B5EF4-FFF2-40B4-BE49-F238E27FC236}">
                <a16:creationId xmlns:a16="http://schemas.microsoft.com/office/drawing/2014/main" id="{C607F7FC-77A5-7FC2-35B3-E1E989F00A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28447" y="1872725"/>
            <a:ext cx="5314950" cy="4695825"/>
          </a:xfrm>
          <a:prstGeom prst="rect">
            <a:avLst/>
          </a:prstGeom>
        </p:spPr>
      </p:pic>
      <p:graphicFrame>
        <p:nvGraphicFramePr>
          <p:cNvPr id="3" name="表格 2">
            <a:extLst>
              <a:ext uri="{FF2B5EF4-FFF2-40B4-BE49-F238E27FC236}">
                <a16:creationId xmlns:a16="http://schemas.microsoft.com/office/drawing/2014/main" id="{003CF46D-0D9D-4035-E943-E45EA6860F49}"/>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732503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93046-8A47-A69C-8CDF-BB25F3E3F1FA}"/>
              </a:ext>
            </a:extLst>
          </p:cNvPr>
          <p:cNvSpPr>
            <a:spLocks noGrp="1"/>
          </p:cNvSpPr>
          <p:nvPr>
            <p:ph type="title"/>
          </p:nvPr>
        </p:nvSpPr>
        <p:spPr/>
        <p:txBody>
          <a:bodyPr/>
          <a:lstStyle/>
          <a:p>
            <a:r>
              <a:rPr lang="en-US" dirty="0"/>
              <a:t>Debye force: Dipole-induced dipole</a:t>
            </a:r>
          </a:p>
        </p:txBody>
      </p:sp>
      <p:pic>
        <p:nvPicPr>
          <p:cNvPr id="5" name="图片 4">
            <a:extLst>
              <a:ext uri="{FF2B5EF4-FFF2-40B4-BE49-F238E27FC236}">
                <a16:creationId xmlns:a16="http://schemas.microsoft.com/office/drawing/2014/main" id="{476B8894-562F-4B27-A573-0C7154F059C4}"/>
              </a:ext>
            </a:extLst>
          </p:cNvPr>
          <p:cNvPicPr>
            <a:picLocks noChangeAspect="1"/>
          </p:cNvPicPr>
          <p:nvPr/>
        </p:nvPicPr>
        <p:blipFill>
          <a:blip r:embed="rId2"/>
          <a:stretch>
            <a:fillRect/>
          </a:stretch>
        </p:blipFill>
        <p:spPr>
          <a:xfrm>
            <a:off x="1122045" y="1690688"/>
            <a:ext cx="4095750" cy="4772025"/>
          </a:xfrm>
          <a:prstGeom prst="rect">
            <a:avLst/>
          </a:prstGeom>
        </p:spPr>
      </p:pic>
      <p:pic>
        <p:nvPicPr>
          <p:cNvPr id="9" name="图片 8">
            <a:extLst>
              <a:ext uri="{FF2B5EF4-FFF2-40B4-BE49-F238E27FC236}">
                <a16:creationId xmlns:a16="http://schemas.microsoft.com/office/drawing/2014/main" id="{12F7AD60-216C-E604-799F-57A0D69E6B43}"/>
              </a:ext>
            </a:extLst>
          </p:cNvPr>
          <p:cNvPicPr>
            <a:picLocks noChangeAspect="1"/>
          </p:cNvPicPr>
          <p:nvPr/>
        </p:nvPicPr>
        <p:blipFill>
          <a:blip r:embed="rId3"/>
          <a:stretch>
            <a:fillRect/>
          </a:stretch>
        </p:blipFill>
        <p:spPr>
          <a:xfrm>
            <a:off x="5288794" y="2022324"/>
            <a:ext cx="2720034" cy="2055922"/>
          </a:xfrm>
          <a:prstGeom prst="rect">
            <a:avLst/>
          </a:prstGeom>
        </p:spPr>
      </p:pic>
      <p:pic>
        <p:nvPicPr>
          <p:cNvPr id="11" name="图片 10">
            <a:extLst>
              <a:ext uri="{FF2B5EF4-FFF2-40B4-BE49-F238E27FC236}">
                <a16:creationId xmlns:a16="http://schemas.microsoft.com/office/drawing/2014/main" id="{293CE6C5-1F91-FDA2-64FB-E5DEEB26E664}"/>
              </a:ext>
            </a:extLst>
          </p:cNvPr>
          <p:cNvPicPr>
            <a:picLocks noChangeAspect="1"/>
          </p:cNvPicPr>
          <p:nvPr/>
        </p:nvPicPr>
        <p:blipFill>
          <a:blip r:embed="rId4"/>
          <a:stretch>
            <a:fillRect/>
          </a:stretch>
        </p:blipFill>
        <p:spPr>
          <a:xfrm rot="18365986">
            <a:off x="7781740" y="3690964"/>
            <a:ext cx="1645033" cy="1211999"/>
          </a:xfrm>
          <a:prstGeom prst="rect">
            <a:avLst/>
          </a:prstGeom>
        </p:spPr>
      </p:pic>
      <p:pic>
        <p:nvPicPr>
          <p:cNvPr id="12" name="图片 11">
            <a:extLst>
              <a:ext uri="{FF2B5EF4-FFF2-40B4-BE49-F238E27FC236}">
                <a16:creationId xmlns:a16="http://schemas.microsoft.com/office/drawing/2014/main" id="{055C3EEE-DDEC-3FE0-B28D-E39AD5309F4A}"/>
              </a:ext>
            </a:extLst>
          </p:cNvPr>
          <p:cNvPicPr>
            <a:picLocks noChangeAspect="1"/>
          </p:cNvPicPr>
          <p:nvPr/>
        </p:nvPicPr>
        <p:blipFill>
          <a:blip r:embed="rId3"/>
          <a:stretch>
            <a:fillRect/>
          </a:stretch>
        </p:blipFill>
        <p:spPr>
          <a:xfrm>
            <a:off x="9132953" y="4506127"/>
            <a:ext cx="2149848" cy="1624950"/>
          </a:xfrm>
          <a:prstGeom prst="rect">
            <a:avLst/>
          </a:prstGeom>
        </p:spPr>
      </p:pic>
      <p:graphicFrame>
        <p:nvGraphicFramePr>
          <p:cNvPr id="3" name="表格 2">
            <a:extLst>
              <a:ext uri="{FF2B5EF4-FFF2-40B4-BE49-F238E27FC236}">
                <a16:creationId xmlns:a16="http://schemas.microsoft.com/office/drawing/2014/main" id="{9F2A3433-9A1D-CBEA-317B-9B1AE651BE57}"/>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4" name="文本框 3">
            <a:extLst>
              <a:ext uri="{FF2B5EF4-FFF2-40B4-BE49-F238E27FC236}">
                <a16:creationId xmlns:a16="http://schemas.microsoft.com/office/drawing/2014/main" id="{D8470333-708F-9BE2-3F71-C0C9056D5C35}"/>
              </a:ext>
            </a:extLst>
          </p:cNvPr>
          <p:cNvSpPr txBox="1"/>
          <p:nvPr/>
        </p:nvSpPr>
        <p:spPr>
          <a:xfrm>
            <a:off x="4023360" y="5934176"/>
            <a:ext cx="6083717" cy="707886"/>
          </a:xfrm>
          <a:prstGeom prst="rect">
            <a:avLst/>
          </a:prstGeom>
          <a:noFill/>
        </p:spPr>
        <p:txBody>
          <a:bodyPr wrap="none" rtlCol="0">
            <a:spAutoFit/>
          </a:bodyPr>
          <a:lstStyle/>
          <a:p>
            <a:r>
              <a:rPr lang="zh-CN" altLang="en-US" sz="2000" dirty="0"/>
              <a:t>我们能喝到汽水，多亏了</a:t>
            </a:r>
            <a:r>
              <a:rPr lang="en-US" altLang="zh-CN" sz="2000" dirty="0"/>
              <a:t>Debye</a:t>
            </a:r>
            <a:r>
              <a:rPr lang="zh-CN" altLang="en-US" sz="2000" dirty="0"/>
              <a:t>力！</a:t>
            </a:r>
            <a:endParaRPr lang="en-US" altLang="zh-CN" sz="2000" dirty="0"/>
          </a:p>
          <a:p>
            <a:r>
              <a:rPr lang="zh-CN" altLang="en-US" sz="2000" dirty="0"/>
              <a:t>二氧化碳（非极性分子）在水（极性分子）中的溶解</a:t>
            </a:r>
          </a:p>
        </p:txBody>
      </p:sp>
    </p:spTree>
    <p:extLst>
      <p:ext uri="{BB962C8B-B14F-4D97-AF65-F5344CB8AC3E}">
        <p14:creationId xmlns:p14="http://schemas.microsoft.com/office/powerpoint/2010/main" val="418924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C99682-A576-5D1F-213E-15F5B7B04E76}"/>
              </a:ext>
            </a:extLst>
          </p:cNvPr>
          <p:cNvSpPr>
            <a:spLocks noGrp="1"/>
          </p:cNvSpPr>
          <p:nvPr>
            <p:ph type="title"/>
          </p:nvPr>
        </p:nvSpPr>
        <p:spPr/>
        <p:txBody>
          <a:bodyPr/>
          <a:lstStyle/>
          <a:p>
            <a:r>
              <a:rPr lang="en-US" dirty="0"/>
              <a:t>London Dispersion Force </a:t>
            </a:r>
            <a:r>
              <a:rPr lang="zh-CN" altLang="en-US" dirty="0"/>
              <a:t>色散力</a:t>
            </a:r>
            <a:endParaRPr lang="en-US" dirty="0"/>
          </a:p>
        </p:txBody>
      </p:sp>
      <p:pic>
        <p:nvPicPr>
          <p:cNvPr id="5" name="图片 4" descr="图形用户界面, 应用程序, 聊天或短信&#10;&#10;描述已自动生成">
            <a:extLst>
              <a:ext uri="{FF2B5EF4-FFF2-40B4-BE49-F238E27FC236}">
                <a16:creationId xmlns:a16="http://schemas.microsoft.com/office/drawing/2014/main" id="{A0FEA93D-8765-6AB5-1ABD-7DB093EF3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9677" y="1840853"/>
            <a:ext cx="4876800" cy="1990725"/>
          </a:xfrm>
          <a:prstGeom prst="rect">
            <a:avLst/>
          </a:prstGeom>
        </p:spPr>
      </p:pic>
      <p:sp>
        <p:nvSpPr>
          <p:cNvPr id="7" name="文本框 6">
            <a:extLst>
              <a:ext uri="{FF2B5EF4-FFF2-40B4-BE49-F238E27FC236}">
                <a16:creationId xmlns:a16="http://schemas.microsoft.com/office/drawing/2014/main" id="{451E0A70-91F3-A767-A995-6437513AE23B}"/>
              </a:ext>
            </a:extLst>
          </p:cNvPr>
          <p:cNvSpPr txBox="1"/>
          <p:nvPr/>
        </p:nvSpPr>
        <p:spPr>
          <a:xfrm>
            <a:off x="3845472" y="3895450"/>
            <a:ext cx="3845209" cy="461665"/>
          </a:xfrm>
          <a:prstGeom prst="rect">
            <a:avLst/>
          </a:prstGeom>
          <a:noFill/>
        </p:spPr>
        <p:txBody>
          <a:bodyPr wrap="square">
            <a:spAutoFit/>
          </a:bodyPr>
          <a:lstStyle/>
          <a:p>
            <a:r>
              <a:rPr lang="en-US" sz="2400" dirty="0"/>
              <a:t>weakest and very short-lived</a:t>
            </a:r>
          </a:p>
        </p:txBody>
      </p:sp>
      <p:sp>
        <p:nvSpPr>
          <p:cNvPr id="8" name="文本框 7">
            <a:extLst>
              <a:ext uri="{FF2B5EF4-FFF2-40B4-BE49-F238E27FC236}">
                <a16:creationId xmlns:a16="http://schemas.microsoft.com/office/drawing/2014/main" id="{7BFF405F-79C2-1B4A-4A5F-C15FFE3FEF5A}"/>
              </a:ext>
            </a:extLst>
          </p:cNvPr>
          <p:cNvSpPr txBox="1"/>
          <p:nvPr/>
        </p:nvSpPr>
        <p:spPr>
          <a:xfrm>
            <a:off x="2002571" y="4553081"/>
            <a:ext cx="8186857" cy="1200329"/>
          </a:xfrm>
          <a:prstGeom prst="rect">
            <a:avLst/>
          </a:prstGeom>
          <a:noFill/>
        </p:spPr>
        <p:txBody>
          <a:bodyPr wrap="none" rtlCol="0">
            <a:spAutoFit/>
          </a:bodyPr>
          <a:lstStyle/>
          <a:p>
            <a:r>
              <a:rPr lang="zh-CN" altLang="en-US" sz="2400" dirty="0"/>
              <a:t>在某一瞬时，由于电子波函数的涨落，产生的瞬时电偶极矩</a:t>
            </a:r>
            <a:endParaRPr lang="en-US" altLang="zh-CN" sz="2400" dirty="0"/>
          </a:p>
          <a:p>
            <a:endParaRPr lang="en-US" altLang="zh-CN" sz="2400" dirty="0"/>
          </a:p>
          <a:p>
            <a:r>
              <a:rPr lang="zh-CN" altLang="en-US" sz="2400" dirty="0"/>
              <a:t>色散力是非极性分子之间唯一的相互作用（</a:t>
            </a:r>
            <a:r>
              <a:rPr lang="en-US" altLang="zh-CN" sz="2400" dirty="0"/>
              <a:t>e.g., </a:t>
            </a:r>
            <a:r>
              <a:rPr lang="zh-CN" altLang="en-US" sz="2400" dirty="0"/>
              <a:t>惰性气体）</a:t>
            </a:r>
            <a:endParaRPr lang="en-US" sz="2400" dirty="0"/>
          </a:p>
        </p:txBody>
      </p:sp>
      <p:graphicFrame>
        <p:nvGraphicFramePr>
          <p:cNvPr id="3" name="表格 2">
            <a:extLst>
              <a:ext uri="{FF2B5EF4-FFF2-40B4-BE49-F238E27FC236}">
                <a16:creationId xmlns:a16="http://schemas.microsoft.com/office/drawing/2014/main" id="{8989170B-EE91-1B3B-FB2E-072B77F3B8D9}"/>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460878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C71B4CB-D4B0-2AC3-64FC-68BEF4964CEC}"/>
              </a:ext>
            </a:extLst>
          </p:cNvPr>
          <p:cNvSpPr>
            <a:spLocks noGrp="1"/>
          </p:cNvSpPr>
          <p:nvPr>
            <p:ph idx="1"/>
          </p:nvPr>
        </p:nvSpPr>
        <p:spPr>
          <a:xfrm>
            <a:off x="838200" y="522135"/>
            <a:ext cx="10515600" cy="5654828"/>
          </a:xfrm>
        </p:spPr>
        <p:txBody>
          <a:bodyPr/>
          <a:lstStyle/>
          <a:p>
            <a:r>
              <a:rPr lang="en-US" dirty="0"/>
              <a:t>vdW</a:t>
            </a:r>
            <a:r>
              <a:rPr lang="zh-CN" altLang="en-US" dirty="0"/>
              <a:t>力弱，不代表它不重要！</a:t>
            </a:r>
            <a:endParaRPr lang="en-US" dirty="0"/>
          </a:p>
        </p:txBody>
      </p:sp>
      <p:pic>
        <p:nvPicPr>
          <p:cNvPr id="5" name="图片 4">
            <a:extLst>
              <a:ext uri="{FF2B5EF4-FFF2-40B4-BE49-F238E27FC236}">
                <a16:creationId xmlns:a16="http://schemas.microsoft.com/office/drawing/2014/main" id="{DAA8681B-3548-FCFC-6589-1691433D6F08}"/>
              </a:ext>
            </a:extLst>
          </p:cNvPr>
          <p:cNvPicPr>
            <a:picLocks noChangeAspect="1"/>
          </p:cNvPicPr>
          <p:nvPr/>
        </p:nvPicPr>
        <p:blipFill>
          <a:blip r:embed="rId2"/>
          <a:stretch>
            <a:fillRect/>
          </a:stretch>
        </p:blipFill>
        <p:spPr>
          <a:xfrm>
            <a:off x="2231576" y="1039243"/>
            <a:ext cx="7400925" cy="4943475"/>
          </a:xfrm>
          <a:prstGeom prst="rect">
            <a:avLst/>
          </a:prstGeom>
        </p:spPr>
      </p:pic>
      <p:graphicFrame>
        <p:nvGraphicFramePr>
          <p:cNvPr id="2" name="表格 1">
            <a:extLst>
              <a:ext uri="{FF2B5EF4-FFF2-40B4-BE49-F238E27FC236}">
                <a16:creationId xmlns:a16="http://schemas.microsoft.com/office/drawing/2014/main" id="{2BB7BA8E-CF9A-3361-D201-CBBFD63D642E}"/>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788580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B64F4-1BCD-852C-D969-4BD7EC23AA93}"/>
              </a:ext>
            </a:extLst>
          </p:cNvPr>
          <p:cNvSpPr>
            <a:spLocks noGrp="1"/>
          </p:cNvSpPr>
          <p:nvPr>
            <p:ph type="title"/>
          </p:nvPr>
        </p:nvSpPr>
        <p:spPr/>
        <p:txBody>
          <a:bodyPr/>
          <a:lstStyle/>
          <a:p>
            <a:r>
              <a:rPr lang="zh-CN" altLang="en-US" dirty="0"/>
              <a:t>氢键晶体</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D459FC8-2299-2B26-02D9-5B097DE7A283}"/>
                  </a:ext>
                </a:extLst>
              </p:cNvPr>
              <p:cNvSpPr>
                <a:spLocks noGrp="1"/>
              </p:cNvSpPr>
              <p:nvPr>
                <p:ph idx="1"/>
              </p:nvPr>
            </p:nvSpPr>
            <p:spPr>
              <a:xfrm>
                <a:off x="838200" y="1825625"/>
                <a:ext cx="5411521" cy="4351338"/>
              </a:xfrm>
            </p:spPr>
            <p:txBody>
              <a:bodyPr/>
              <a:lstStyle/>
              <a:p>
                <a:pPr marL="0" indent="0">
                  <a:lnSpc>
                    <a:spcPct val="100000"/>
                  </a:lnSpc>
                  <a:spcBef>
                    <a:spcPts val="0"/>
                  </a:spcBef>
                  <a:spcAft>
                    <a:spcPts val="1200"/>
                  </a:spcAft>
                  <a:buNone/>
                </a:pPr>
                <a:r>
                  <a:rPr lang="zh-CN" altLang="en-US" dirty="0"/>
                  <a:t>一类特殊的</a:t>
                </a:r>
                <a:r>
                  <a:rPr lang="en-US" altLang="zh-CN" dirty="0"/>
                  <a:t>vdW</a:t>
                </a:r>
                <a:r>
                  <a:rPr lang="zh-CN" altLang="en-US" dirty="0"/>
                  <a:t>力，</a:t>
                </a:r>
                <a:r>
                  <a:rPr lang="zh-CN" altLang="en-US" dirty="0">
                    <a:solidFill>
                      <a:srgbClr val="FF0000"/>
                    </a:solidFill>
                  </a:rPr>
                  <a:t>较强，有方向性</a:t>
                </a:r>
                <a:endParaRPr lang="en-US" altLang="zh-CN" dirty="0">
                  <a:solidFill>
                    <a:srgbClr val="FF0000"/>
                  </a:solidFill>
                </a:endParaRPr>
              </a:p>
              <a:p>
                <a:pPr marL="0" indent="0">
                  <a:lnSpc>
                    <a:spcPct val="100000"/>
                  </a:lnSpc>
                  <a:spcBef>
                    <a:spcPts val="0"/>
                  </a:spcBef>
                  <a:spcAft>
                    <a:spcPts val="1200"/>
                  </a:spcAft>
                  <a:buNone/>
                </a:pPr>
                <a14:m>
                  <m:oMathPara xmlns:m="http://schemas.openxmlformats.org/officeDocument/2006/math">
                    <m:o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m:oMathPara>
                </a14:m>
                <a:endParaRPr lang="en-US" dirty="0"/>
              </a:p>
              <a:p>
                <a:pPr marL="514350" indent="-514350">
                  <a:lnSpc>
                    <a:spcPct val="90000"/>
                  </a:lnSpc>
                  <a:spcBef>
                    <a:spcPts val="0"/>
                  </a:spcBef>
                  <a:spcAft>
                    <a:spcPts val="1200"/>
                  </a:spcAft>
                  <a:buAutoNum type="arabicPeriod"/>
                </a:pPr>
                <a:r>
                  <a:rPr lang="en-US" altLang="zh-CN" dirty="0"/>
                  <a:t>H</a:t>
                </a:r>
                <a:r>
                  <a:rPr lang="zh-CN" altLang="en-US" dirty="0"/>
                  <a:t>带明显正电性</a:t>
                </a:r>
                <a:endParaRPr lang="en-US" altLang="zh-CN" dirty="0"/>
              </a:p>
              <a:p>
                <a:pPr marL="514350" indent="-514350">
                  <a:spcBef>
                    <a:spcPts val="0"/>
                  </a:spcBef>
                  <a:spcAft>
                    <a:spcPts val="1200"/>
                  </a:spcAft>
                  <a:buAutoNum type="arabicPeriod"/>
                </a:pPr>
                <a:r>
                  <a:rPr lang="en-US" dirty="0"/>
                  <a:t>Y通常有</a:t>
                </a:r>
                <a:r>
                  <a:rPr lang="zh-CN" altLang="en-US" dirty="0"/>
                  <a:t>孤对电子或大量电子</a:t>
                </a:r>
                <a:endParaRPr lang="en-US" altLang="zh-CN" dirty="0"/>
              </a:p>
              <a:p>
                <a:pPr marL="514350" indent="-514350">
                  <a:spcBef>
                    <a:spcPts val="0"/>
                  </a:spcBef>
                  <a:spcAft>
                    <a:spcPts val="1200"/>
                  </a:spcAft>
                  <a:buFont typeface="Arial" panose="020B0604020202020204" pitchFamily="34" charset="0"/>
                  <a:buAutoNum type="arabicPeriod"/>
                </a:pPr>
                <a:r>
                  <a:rPr lang="zh-CN" altLang="en-US" dirty="0"/>
                  <a:t>通常</a:t>
                </a:r>
                <a14:m>
                  <m:oMath xmlns:m="http://schemas.openxmlformats.org/officeDocument/2006/math">
                    <m:r>
                      <a:rPr lang="zh-CN" altLang="en-US" i="1" dirty="0">
                        <a:latin typeface="Cambria Math" panose="02040503050406030204" pitchFamily="18" charset="0"/>
                      </a:rPr>
                      <m:t>而言</m:t>
                    </m:r>
                  </m:oMath>
                </a14:m>
                <a:r>
                  <a:rPr lang="zh-CN" altLang="en-US" dirty="0"/>
                  <a:t>，</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𝑌</m:t>
                    </m:r>
                  </m:oMath>
                </a14:m>
                <a:r>
                  <a:rPr lang="zh-CN" altLang="en-US" dirty="0"/>
                  <a:t>键角越接近</a:t>
                </a:r>
                <a:r>
                  <a:rPr lang="en-US" altLang="zh-CN" dirty="0"/>
                  <a:t>180</a:t>
                </a:r>
                <a:r>
                  <a:rPr lang="zh-CN" altLang="en-US" dirty="0"/>
                  <a:t>度，氢键越强</a:t>
                </a:r>
                <a:endParaRPr lang="en-US" dirty="0"/>
              </a:p>
            </p:txBody>
          </p:sp>
        </mc:Choice>
        <mc:Fallback xmlns="">
          <p:sp>
            <p:nvSpPr>
              <p:cNvPr id="3" name="内容占位符 2">
                <a:extLst>
                  <a:ext uri="{FF2B5EF4-FFF2-40B4-BE49-F238E27FC236}">
                    <a16:creationId xmlns:a16="http://schemas.microsoft.com/office/drawing/2014/main" id="{CD459FC8-2299-2B26-02D9-5B097DE7A283}"/>
                  </a:ext>
                </a:extLst>
              </p:cNvPr>
              <p:cNvSpPr>
                <a:spLocks noGrp="1" noRot="1" noChangeAspect="1" noMove="1" noResize="1" noEditPoints="1" noAdjustHandles="1" noChangeArrowheads="1" noChangeShapeType="1" noTextEdit="1"/>
              </p:cNvSpPr>
              <p:nvPr>
                <p:ph idx="1"/>
              </p:nvPr>
            </p:nvSpPr>
            <p:spPr>
              <a:xfrm>
                <a:off x="838200" y="1825625"/>
                <a:ext cx="5411521" cy="4351338"/>
              </a:xfrm>
              <a:blipFill>
                <a:blip r:embed="rId2"/>
                <a:stretch>
                  <a:fillRect l="-2368" t="-1961"/>
                </a:stretch>
              </a:blipFill>
            </p:spPr>
            <p:txBody>
              <a:bodyPr/>
              <a:lstStyle/>
              <a:p>
                <a:r>
                  <a:rPr lang="en-US">
                    <a:noFill/>
                  </a:rPr>
                  <a:t> </a:t>
                </a:r>
              </a:p>
            </p:txBody>
          </p:sp>
        </mc:Fallback>
      </mc:AlternateContent>
      <p:pic>
        <p:nvPicPr>
          <p:cNvPr id="7" name="图片 6">
            <a:extLst>
              <a:ext uri="{FF2B5EF4-FFF2-40B4-BE49-F238E27FC236}">
                <a16:creationId xmlns:a16="http://schemas.microsoft.com/office/drawing/2014/main" id="{A9FF8EE9-A316-E5A5-258B-456BDBFF49B1}"/>
              </a:ext>
            </a:extLst>
          </p:cNvPr>
          <p:cNvPicPr>
            <a:picLocks noChangeAspect="1"/>
          </p:cNvPicPr>
          <p:nvPr/>
        </p:nvPicPr>
        <p:blipFill>
          <a:blip r:embed="rId3"/>
          <a:stretch>
            <a:fillRect/>
          </a:stretch>
        </p:blipFill>
        <p:spPr>
          <a:xfrm>
            <a:off x="6408802" y="1511617"/>
            <a:ext cx="5516117" cy="4026414"/>
          </a:xfrm>
          <a:prstGeom prst="rect">
            <a:avLst/>
          </a:prstGeom>
        </p:spPr>
      </p:pic>
      <p:graphicFrame>
        <p:nvGraphicFramePr>
          <p:cNvPr id="4" name="表格 3">
            <a:extLst>
              <a:ext uri="{FF2B5EF4-FFF2-40B4-BE49-F238E27FC236}">
                <a16:creationId xmlns:a16="http://schemas.microsoft.com/office/drawing/2014/main" id="{5C2B0F8E-C6D8-CA99-F0A0-B2D6E0B313EB}"/>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pic>
        <p:nvPicPr>
          <p:cNvPr id="5" name="图片 4">
            <a:extLst>
              <a:ext uri="{FF2B5EF4-FFF2-40B4-BE49-F238E27FC236}">
                <a16:creationId xmlns:a16="http://schemas.microsoft.com/office/drawing/2014/main" id="{3FBE9CE6-382B-DF7C-7B43-C92CD09B2492}"/>
              </a:ext>
            </a:extLst>
          </p:cNvPr>
          <p:cNvPicPr>
            <a:picLocks noChangeAspect="1"/>
          </p:cNvPicPr>
          <p:nvPr/>
        </p:nvPicPr>
        <p:blipFill>
          <a:blip r:embed="rId4"/>
          <a:stretch>
            <a:fillRect/>
          </a:stretch>
        </p:blipFill>
        <p:spPr>
          <a:xfrm>
            <a:off x="9218615" y="2109822"/>
            <a:ext cx="2135185" cy="2131661"/>
          </a:xfrm>
          <a:prstGeom prst="rect">
            <a:avLst/>
          </a:prstGeom>
        </p:spPr>
      </p:pic>
      <p:sp>
        <p:nvSpPr>
          <p:cNvPr id="6" name="文本框 5">
            <a:extLst>
              <a:ext uri="{FF2B5EF4-FFF2-40B4-BE49-F238E27FC236}">
                <a16:creationId xmlns:a16="http://schemas.microsoft.com/office/drawing/2014/main" id="{A9935F5C-7AA1-0A94-28EB-267FCE08D3B3}"/>
              </a:ext>
            </a:extLst>
          </p:cNvPr>
          <p:cNvSpPr txBox="1"/>
          <p:nvPr/>
        </p:nvSpPr>
        <p:spPr>
          <a:xfrm>
            <a:off x="8778240" y="2200016"/>
            <a:ext cx="1249060" cy="369332"/>
          </a:xfrm>
          <a:prstGeom prst="rect">
            <a:avLst/>
          </a:prstGeom>
          <a:noFill/>
        </p:spPr>
        <p:txBody>
          <a:bodyPr wrap="none" rtlCol="0">
            <a:spAutoFit/>
          </a:bodyPr>
          <a:lstStyle/>
          <a:p>
            <a:r>
              <a:rPr lang="en-US" altLang="zh-CN" dirty="0"/>
              <a:t>(</a:t>
            </a:r>
            <a:r>
              <a:rPr lang="zh-CN" altLang="en-US" dirty="0"/>
              <a:t>极端例子</a:t>
            </a:r>
            <a:r>
              <a:rPr lang="en-US" altLang="zh-CN" dirty="0"/>
              <a:t>)</a:t>
            </a:r>
            <a:endParaRPr lang="en-US" dirty="0"/>
          </a:p>
        </p:txBody>
      </p:sp>
    </p:spTree>
    <p:extLst>
      <p:ext uri="{BB962C8B-B14F-4D97-AF65-F5344CB8AC3E}">
        <p14:creationId xmlns:p14="http://schemas.microsoft.com/office/powerpoint/2010/main" val="4011341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四种晶体</a:t>
            </a:r>
          </a:p>
        </p:txBody>
      </p:sp>
      <p:graphicFrame>
        <p:nvGraphicFramePr>
          <p:cNvPr id="3" name="表格 2">
            <a:extLst>
              <a:ext uri="{FF2B5EF4-FFF2-40B4-BE49-F238E27FC236}">
                <a16:creationId xmlns:a16="http://schemas.microsoft.com/office/drawing/2014/main" id="{1E72E62F-9AF3-ACB4-21D0-8D3B93CCB0C2}"/>
              </a:ext>
            </a:extLst>
          </p:cNvPr>
          <p:cNvGraphicFramePr>
            <a:graphicFrameLocks noGrp="1"/>
          </p:cNvGraphicFramePr>
          <p:nvPr>
            <p:extLst>
              <p:ext uri="{D42A27DB-BD31-4B8C-83A1-F6EECF244321}">
                <p14:modId xmlns:p14="http://schemas.microsoft.com/office/powerpoint/2010/main" val="42353969"/>
              </p:ext>
            </p:extLst>
          </p:nvPr>
        </p:nvGraphicFramePr>
        <p:xfrm>
          <a:off x="1458048" y="1462088"/>
          <a:ext cx="9072000" cy="48768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3137367820"/>
                    </a:ext>
                  </a:extLst>
                </a:gridCol>
                <a:gridCol w="1476000">
                  <a:extLst>
                    <a:ext uri="{9D8B030D-6E8A-4147-A177-3AD203B41FA5}">
                      <a16:colId xmlns:a16="http://schemas.microsoft.com/office/drawing/2014/main" val="3326117072"/>
                    </a:ext>
                  </a:extLst>
                </a:gridCol>
                <a:gridCol w="1980000">
                  <a:extLst>
                    <a:ext uri="{9D8B030D-6E8A-4147-A177-3AD203B41FA5}">
                      <a16:colId xmlns:a16="http://schemas.microsoft.com/office/drawing/2014/main" val="2087987474"/>
                    </a:ext>
                  </a:extLst>
                </a:gridCol>
                <a:gridCol w="2196000">
                  <a:extLst>
                    <a:ext uri="{9D8B030D-6E8A-4147-A177-3AD203B41FA5}">
                      <a16:colId xmlns:a16="http://schemas.microsoft.com/office/drawing/2014/main" val="2589623293"/>
                    </a:ext>
                  </a:extLst>
                </a:gridCol>
                <a:gridCol w="2196000">
                  <a:extLst>
                    <a:ext uri="{9D8B030D-6E8A-4147-A177-3AD203B41FA5}">
                      <a16:colId xmlns:a16="http://schemas.microsoft.com/office/drawing/2014/main" val="3825838714"/>
                    </a:ext>
                  </a:extLst>
                </a:gridCol>
              </a:tblGrid>
              <a:tr h="370840">
                <a:tc>
                  <a:txBody>
                    <a:bodyPr/>
                    <a:lstStyle/>
                    <a:p>
                      <a:pPr algn="ctr"/>
                      <a:endParaRPr lang="en-US" sz="2000" dirty="0"/>
                    </a:p>
                  </a:txBody>
                  <a:tcPr anchor="ctr"/>
                </a:tc>
                <a:tc>
                  <a:txBody>
                    <a:bodyPr/>
                    <a:lstStyle/>
                    <a:p>
                      <a:pPr algn="ctr"/>
                      <a:r>
                        <a:rPr lang="zh-CN" altLang="en-US" sz="2000" dirty="0"/>
                        <a:t>离子晶体</a:t>
                      </a:r>
                      <a:endParaRPr lang="en-US" sz="2000" dirty="0"/>
                    </a:p>
                  </a:txBody>
                  <a:tcPr anchor="ctr"/>
                </a:tc>
                <a:tc>
                  <a:txBody>
                    <a:bodyPr/>
                    <a:lstStyle/>
                    <a:p>
                      <a:pPr algn="ctr"/>
                      <a:r>
                        <a:rPr lang="zh-CN" altLang="en-US" sz="2000" dirty="0"/>
                        <a:t>共价晶体</a:t>
                      </a:r>
                      <a:endParaRPr lang="en-US" sz="2000" dirty="0"/>
                    </a:p>
                  </a:txBody>
                  <a:tcPr anchor="ctr"/>
                </a:tc>
                <a:tc>
                  <a:txBody>
                    <a:bodyPr/>
                    <a:lstStyle/>
                    <a:p>
                      <a:pPr algn="ctr"/>
                      <a:r>
                        <a:rPr lang="zh-CN" altLang="en-US" sz="2000" dirty="0"/>
                        <a:t>金属晶体</a:t>
                      </a:r>
                      <a:endParaRPr lang="en-US" sz="2000" dirty="0"/>
                    </a:p>
                  </a:txBody>
                  <a:tcPr anchor="ctr"/>
                </a:tc>
                <a:tc>
                  <a:txBody>
                    <a:bodyPr/>
                    <a:lstStyle/>
                    <a:p>
                      <a:pPr algn="ctr"/>
                      <a:r>
                        <a:rPr lang="zh-CN" altLang="en-US" sz="2000" dirty="0"/>
                        <a:t>范德华 </a:t>
                      </a:r>
                      <a:r>
                        <a:rPr lang="en-US" altLang="zh-CN" sz="2000" dirty="0"/>
                        <a:t>/ </a:t>
                      </a:r>
                      <a:r>
                        <a:rPr lang="zh-CN" altLang="en-US" sz="2000" dirty="0"/>
                        <a:t>分子晶体</a:t>
                      </a:r>
                      <a:endParaRPr lang="en-US" sz="2000" dirty="0"/>
                    </a:p>
                  </a:txBody>
                  <a:tcPr anchor="ctr"/>
                </a:tc>
                <a:extLst>
                  <a:ext uri="{0D108BD9-81ED-4DB2-BD59-A6C34878D82A}">
                    <a16:rowId xmlns:a16="http://schemas.microsoft.com/office/drawing/2014/main" val="1341184126"/>
                  </a:ext>
                </a:extLst>
              </a:tr>
              <a:tr h="370840">
                <a:tc>
                  <a:txBody>
                    <a:bodyPr/>
                    <a:lstStyle/>
                    <a:p>
                      <a:pPr algn="ctr"/>
                      <a:r>
                        <a:rPr lang="zh-CN" altLang="en-US" sz="2000" dirty="0">
                          <a:solidFill>
                            <a:srgbClr val="0070C0"/>
                          </a:solidFill>
                        </a:rPr>
                        <a:t>吸引项</a:t>
                      </a:r>
                      <a:endParaRPr lang="en-US" sz="2000" dirty="0">
                        <a:solidFill>
                          <a:srgbClr val="0070C0"/>
                        </a:solidFill>
                      </a:endParaRPr>
                    </a:p>
                  </a:txBody>
                  <a:tcPr anchor="ctr"/>
                </a:tc>
                <a:tc>
                  <a:txBody>
                    <a:bodyPr/>
                    <a:lstStyle/>
                    <a:p>
                      <a:pPr algn="ctr"/>
                      <a:r>
                        <a:rPr lang="zh-CN" altLang="en-US" sz="2000" dirty="0"/>
                        <a:t>阴阳离子库仑作用</a:t>
                      </a:r>
                      <a:endParaRPr lang="en-US" sz="2000" dirty="0"/>
                    </a:p>
                  </a:txBody>
                  <a:tcPr anchor="ctr"/>
                </a:tc>
                <a:tc>
                  <a:txBody>
                    <a:bodyPr/>
                    <a:lstStyle/>
                    <a:p>
                      <a:pPr algn="ctr"/>
                      <a:r>
                        <a:rPr lang="zh-CN" altLang="en-US" sz="2000" dirty="0"/>
                        <a:t>原子间共享电子对成键</a:t>
                      </a:r>
                      <a:endParaRPr lang="en-US" altLang="zh-CN" sz="2000" dirty="0"/>
                    </a:p>
                  </a:txBody>
                  <a:tcPr anchor="ctr"/>
                </a:tc>
                <a:tc>
                  <a:txBody>
                    <a:bodyPr/>
                    <a:lstStyle/>
                    <a:p>
                      <a:pPr algn="ctr"/>
                      <a:r>
                        <a:rPr lang="zh-CN" altLang="en-US" sz="2000" dirty="0"/>
                        <a:t>离子实和离域电子库伦作用</a:t>
                      </a:r>
                      <a:endParaRPr lang="en-US" sz="2000" dirty="0"/>
                    </a:p>
                  </a:txBody>
                  <a:tcPr anchor="ctr"/>
                </a:tc>
                <a:tc>
                  <a:txBody>
                    <a:bodyPr/>
                    <a:lstStyle/>
                    <a:p>
                      <a:pPr algn="ctr"/>
                      <a:r>
                        <a:rPr lang="en-US" altLang="zh-CN" sz="2000" dirty="0"/>
                        <a:t>vdW</a:t>
                      </a:r>
                      <a:r>
                        <a:rPr lang="zh-CN" altLang="en-US" sz="2000" dirty="0"/>
                        <a:t>相互作用</a:t>
                      </a:r>
                      <a:endParaRPr lang="en-US" sz="2000" dirty="0"/>
                    </a:p>
                  </a:txBody>
                  <a:tcPr anchor="ctr"/>
                </a:tc>
                <a:extLst>
                  <a:ext uri="{0D108BD9-81ED-4DB2-BD59-A6C34878D82A}">
                    <a16:rowId xmlns:a16="http://schemas.microsoft.com/office/drawing/2014/main" val="2572178985"/>
                  </a:ext>
                </a:extLst>
              </a:tr>
              <a:tr h="370840">
                <a:tc>
                  <a:txBody>
                    <a:bodyPr/>
                    <a:lstStyle/>
                    <a:p>
                      <a:pPr algn="ctr"/>
                      <a:r>
                        <a:rPr lang="zh-CN" altLang="en-US" sz="2000" dirty="0">
                          <a:solidFill>
                            <a:srgbClr val="0070C0"/>
                          </a:solidFill>
                        </a:rPr>
                        <a:t>排斥项</a:t>
                      </a:r>
                      <a:endParaRPr lang="en-US" sz="2000" dirty="0">
                        <a:solidFill>
                          <a:srgbClr val="0070C0"/>
                        </a:solidFill>
                      </a:endParaRPr>
                    </a:p>
                  </a:txBody>
                  <a:tcPr anchor="ctr"/>
                </a:tc>
                <a:tc>
                  <a:txBody>
                    <a:bodyPr/>
                    <a:lstStyle/>
                    <a:p>
                      <a:pPr algn="ctr"/>
                      <a:r>
                        <a:rPr lang="zh-CN" altLang="en-US" sz="2000" dirty="0"/>
                        <a:t>泡利排斥</a:t>
                      </a:r>
                      <a:endParaRPr lang="en-US" altLang="zh-CN" sz="2000" dirty="0"/>
                    </a:p>
                    <a:p>
                      <a:pPr algn="ctr"/>
                      <a:r>
                        <a:rPr lang="en-US" sz="2000" dirty="0"/>
                        <a:t>（</a:t>
                      </a:r>
                      <a:r>
                        <a:rPr lang="zh-CN" altLang="en-US" sz="2000" dirty="0"/>
                        <a:t>重叠势</a:t>
                      </a:r>
                      <a:r>
                        <a:rPr lang="en-US" sz="2000" dirty="0"/>
                        <a:t>）</a:t>
                      </a:r>
                    </a:p>
                  </a:txBody>
                  <a:tcPr anchor="ctr"/>
                </a:tc>
                <a:tc>
                  <a:txBody>
                    <a:bodyPr/>
                    <a:lstStyle/>
                    <a:p>
                      <a:pPr algn="ctr"/>
                      <a:r>
                        <a:rPr lang="zh-CN" altLang="en-US" sz="2000" dirty="0"/>
                        <a:t>库伦排斥</a:t>
                      </a:r>
                      <a:endParaRPr lang="en-US" altLang="zh-CN" sz="2000" dirty="0"/>
                    </a:p>
                    <a:p>
                      <a:pPr algn="ctr"/>
                      <a:r>
                        <a:rPr lang="zh-CN" altLang="en-US" sz="2000" dirty="0"/>
                        <a:t>泡利排斥</a:t>
                      </a:r>
                      <a:endParaRPr lang="en-US" altLang="zh-CN"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泡利排斥</a:t>
                      </a:r>
                      <a:endParaRPr lang="en-US" altLang="zh-CN"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泡利排斥</a:t>
                      </a:r>
                      <a:endParaRPr lang="en-US" altLang="zh-CN" sz="2000" dirty="0"/>
                    </a:p>
                  </a:txBody>
                  <a:tcPr anchor="ctr"/>
                </a:tc>
                <a:extLst>
                  <a:ext uri="{0D108BD9-81ED-4DB2-BD59-A6C34878D82A}">
                    <a16:rowId xmlns:a16="http://schemas.microsoft.com/office/drawing/2014/main" val="2731495014"/>
                  </a:ext>
                </a:extLst>
              </a:tr>
              <a:tr h="370840">
                <a:tc>
                  <a:txBody>
                    <a:bodyPr/>
                    <a:lstStyle/>
                    <a:p>
                      <a:pPr algn="ctr"/>
                      <a:r>
                        <a:rPr lang="zh-CN" altLang="en-US" sz="2000" dirty="0">
                          <a:solidFill>
                            <a:srgbClr val="0070C0"/>
                          </a:solidFill>
                        </a:rPr>
                        <a:t>最近邻原子数</a:t>
                      </a:r>
                      <a:endParaRPr lang="en-US" sz="2000" dirty="0">
                        <a:solidFill>
                          <a:srgbClr val="0070C0"/>
                        </a:solidFill>
                      </a:endParaRPr>
                    </a:p>
                  </a:txBody>
                  <a:tcPr anchor="ctr"/>
                </a:tc>
                <a:tc>
                  <a:txBody>
                    <a:bodyPr/>
                    <a:lstStyle/>
                    <a:p>
                      <a:pPr algn="ctr"/>
                      <a:r>
                        <a:rPr lang="zh-CN" altLang="en-US" sz="2000" dirty="0"/>
                        <a:t>较高</a:t>
                      </a:r>
                      <a:endParaRPr lang="en-US" sz="2000" dirty="0"/>
                    </a:p>
                  </a:txBody>
                  <a:tcPr anchor="ctr"/>
                </a:tc>
                <a:tc>
                  <a:txBody>
                    <a:bodyPr/>
                    <a:lstStyle/>
                    <a:p>
                      <a:pPr algn="ctr"/>
                      <a:r>
                        <a:rPr lang="zh-CN" altLang="en-US" sz="2000" dirty="0"/>
                        <a:t>由未配对电子数决定</a:t>
                      </a:r>
                      <a:endParaRPr lang="en-US" sz="2000" dirty="0"/>
                    </a:p>
                  </a:txBody>
                  <a:tcPr anchor="ctr"/>
                </a:tc>
                <a:tc>
                  <a:txBody>
                    <a:bodyPr/>
                    <a:lstStyle/>
                    <a:p>
                      <a:pPr algn="ctr"/>
                      <a:r>
                        <a:rPr lang="zh-CN" altLang="en-US" sz="2000" dirty="0"/>
                        <a:t>较高</a:t>
                      </a:r>
                      <a:endParaRPr 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变化很大</a:t>
                      </a:r>
                      <a:endParaRPr lang="en-US" sz="2000" dirty="0"/>
                    </a:p>
                  </a:txBody>
                  <a:tcPr anchor="ctr"/>
                </a:tc>
                <a:extLst>
                  <a:ext uri="{0D108BD9-81ED-4DB2-BD59-A6C34878D82A}">
                    <a16:rowId xmlns:a16="http://schemas.microsoft.com/office/drawing/2014/main" val="1290913779"/>
                  </a:ext>
                </a:extLst>
              </a:tr>
              <a:tr h="370840">
                <a:tc>
                  <a:txBody>
                    <a:bodyPr/>
                    <a:lstStyle/>
                    <a:p>
                      <a:pPr algn="ctr"/>
                      <a:r>
                        <a:rPr lang="zh-CN" altLang="en-US" sz="2000" dirty="0">
                          <a:solidFill>
                            <a:srgbClr val="0070C0"/>
                          </a:solidFill>
                        </a:rPr>
                        <a:t>填充密度</a:t>
                      </a:r>
                      <a:endParaRPr lang="en-US" sz="2000" dirty="0">
                        <a:solidFill>
                          <a:srgbClr val="0070C0"/>
                        </a:solidFill>
                      </a:endParaRPr>
                    </a:p>
                  </a:txBody>
                  <a:tcPr anchor="ctr"/>
                </a:tc>
                <a:tc>
                  <a:txBody>
                    <a:bodyPr/>
                    <a:lstStyle/>
                    <a:p>
                      <a:pPr algn="ctr"/>
                      <a:r>
                        <a:rPr lang="zh-CN" altLang="en-US" sz="2000" dirty="0"/>
                        <a:t>中等</a:t>
                      </a:r>
                      <a:r>
                        <a:rPr lang="en-US" altLang="zh-CN" sz="2000" dirty="0"/>
                        <a:t>-</a:t>
                      </a:r>
                      <a:r>
                        <a:rPr lang="zh-CN" altLang="en-US" sz="2000" dirty="0"/>
                        <a:t>高</a:t>
                      </a:r>
                      <a:endParaRPr lang="en-US" sz="2000" dirty="0"/>
                    </a:p>
                  </a:txBody>
                  <a:tcPr anchor="ctr"/>
                </a:tc>
                <a:tc>
                  <a:txBody>
                    <a:bodyPr/>
                    <a:lstStyle/>
                    <a:p>
                      <a:pPr algn="ctr"/>
                      <a:r>
                        <a:rPr lang="zh-CN" altLang="en-US" sz="2000" dirty="0"/>
                        <a:t>较低</a:t>
                      </a:r>
                      <a:endParaRPr lang="en-US" sz="2000" dirty="0"/>
                    </a:p>
                  </a:txBody>
                  <a:tcPr anchor="ctr"/>
                </a:tc>
                <a:tc>
                  <a:txBody>
                    <a:bodyPr/>
                    <a:lstStyle/>
                    <a:p>
                      <a:pPr algn="ctr"/>
                      <a:r>
                        <a:rPr lang="zh-CN" altLang="en-US" sz="2000" dirty="0"/>
                        <a:t>高</a:t>
                      </a:r>
                      <a:endParaRPr lang="en-US" sz="2000" dirty="0"/>
                    </a:p>
                  </a:txBody>
                  <a:tcPr anchor="ctr"/>
                </a:tc>
                <a:tc>
                  <a:txBody>
                    <a:bodyPr/>
                    <a:lstStyle/>
                    <a:p>
                      <a:pPr algn="ctr"/>
                      <a:r>
                        <a:rPr lang="zh-CN" altLang="en-US" sz="2000" dirty="0"/>
                        <a:t>低，变化很大</a:t>
                      </a:r>
                      <a:endParaRPr lang="en-US" sz="2000" dirty="0"/>
                    </a:p>
                  </a:txBody>
                  <a:tcPr anchor="ctr"/>
                </a:tc>
                <a:extLst>
                  <a:ext uri="{0D108BD9-81ED-4DB2-BD59-A6C34878D82A}">
                    <a16:rowId xmlns:a16="http://schemas.microsoft.com/office/drawing/2014/main" val="1176631039"/>
                  </a:ext>
                </a:extLst>
              </a:tr>
              <a:tr h="370840">
                <a:tc>
                  <a:txBody>
                    <a:bodyPr/>
                    <a:lstStyle/>
                    <a:p>
                      <a:pPr algn="ctr"/>
                      <a:r>
                        <a:rPr lang="zh-CN" altLang="en-US" sz="2000" dirty="0">
                          <a:solidFill>
                            <a:srgbClr val="0070C0"/>
                          </a:solidFill>
                        </a:rPr>
                        <a:t>键方向性</a:t>
                      </a:r>
                      <a:endParaRPr lang="en-US" sz="2000" dirty="0">
                        <a:solidFill>
                          <a:srgbClr val="0070C0"/>
                        </a:solidFill>
                      </a:endParaRPr>
                    </a:p>
                  </a:txBody>
                  <a:tcPr anchor="ctr"/>
                </a:tc>
                <a:tc>
                  <a:txBody>
                    <a:bodyPr/>
                    <a:lstStyle/>
                    <a:p>
                      <a:pPr algn="ctr"/>
                      <a:r>
                        <a:rPr lang="zh-CN" altLang="en-US" sz="2000" dirty="0"/>
                        <a:t>无</a:t>
                      </a:r>
                      <a:endParaRPr lang="en-US" sz="2000" dirty="0"/>
                    </a:p>
                  </a:txBody>
                  <a:tcPr anchor="ctr"/>
                </a:tc>
                <a:tc>
                  <a:txBody>
                    <a:bodyPr/>
                    <a:lstStyle/>
                    <a:p>
                      <a:pPr algn="ctr"/>
                      <a:r>
                        <a:rPr lang="zh-CN" altLang="en-US" sz="2000" dirty="0"/>
                        <a:t>有</a:t>
                      </a:r>
                      <a:endParaRPr lang="en-US" sz="2000" dirty="0"/>
                    </a:p>
                  </a:txBody>
                  <a:tcPr anchor="ctr"/>
                </a:tc>
                <a:tc>
                  <a:txBody>
                    <a:bodyPr/>
                    <a:lstStyle/>
                    <a:p>
                      <a:pPr algn="ctr"/>
                      <a:r>
                        <a:rPr lang="zh-CN" altLang="en-US" sz="2000" dirty="0"/>
                        <a:t>无</a:t>
                      </a:r>
                      <a:endParaRPr lang="en-US" sz="2000" dirty="0"/>
                    </a:p>
                  </a:txBody>
                  <a:tcPr anchor="ctr"/>
                </a:tc>
                <a:tc>
                  <a:txBody>
                    <a:bodyPr/>
                    <a:lstStyle/>
                    <a:p>
                      <a:pPr algn="ctr"/>
                      <a:r>
                        <a:rPr lang="zh-CN" altLang="en-US" sz="2000" dirty="0"/>
                        <a:t>一般无；氢键有</a:t>
                      </a:r>
                      <a:endParaRPr lang="en-US" sz="2000" dirty="0"/>
                    </a:p>
                  </a:txBody>
                  <a:tcPr anchor="ctr"/>
                </a:tc>
                <a:extLst>
                  <a:ext uri="{0D108BD9-81ED-4DB2-BD59-A6C34878D82A}">
                    <a16:rowId xmlns:a16="http://schemas.microsoft.com/office/drawing/2014/main" val="1518249142"/>
                  </a:ext>
                </a:extLst>
              </a:tr>
              <a:tr h="370840">
                <a:tc>
                  <a:txBody>
                    <a:bodyPr/>
                    <a:lstStyle/>
                    <a:p>
                      <a:pPr algn="ctr"/>
                      <a:r>
                        <a:rPr lang="zh-CN" altLang="en-US" sz="2000" dirty="0">
                          <a:solidFill>
                            <a:srgbClr val="FF0000"/>
                          </a:solidFill>
                        </a:rPr>
                        <a:t>结合能</a:t>
                      </a:r>
                      <a:endParaRPr lang="en-US" sz="2000" dirty="0">
                        <a:solidFill>
                          <a:srgbClr val="FF0000"/>
                        </a:solidFill>
                      </a:endParaRPr>
                    </a:p>
                  </a:txBody>
                  <a:tcPr anchor="ctr"/>
                </a:tc>
                <a:tc>
                  <a:txBody>
                    <a:bodyPr/>
                    <a:lstStyle/>
                    <a:p>
                      <a:pPr algn="ctr"/>
                      <a:r>
                        <a:rPr lang="zh-CN" altLang="en-US" sz="2000" dirty="0"/>
                        <a:t>强</a:t>
                      </a:r>
                      <a:endParaRPr lang="en-US" sz="2000" dirty="0"/>
                    </a:p>
                  </a:txBody>
                  <a:tcPr anchor="ctr"/>
                </a:tc>
                <a:tc>
                  <a:txBody>
                    <a:bodyPr/>
                    <a:lstStyle/>
                    <a:p>
                      <a:pPr algn="ctr"/>
                      <a:r>
                        <a:rPr lang="zh-CN" altLang="en-US" sz="2000" dirty="0"/>
                        <a:t>中等</a:t>
                      </a:r>
                      <a:endParaRPr 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较弱</a:t>
                      </a:r>
                      <a:endParaRPr 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最弱</a:t>
                      </a:r>
                      <a:endParaRPr lang="en-US" sz="2000" dirty="0"/>
                    </a:p>
                  </a:txBody>
                  <a:tcPr anchor="ctr"/>
                </a:tc>
                <a:extLst>
                  <a:ext uri="{0D108BD9-81ED-4DB2-BD59-A6C34878D82A}">
                    <a16:rowId xmlns:a16="http://schemas.microsoft.com/office/drawing/2014/main" val="3739928520"/>
                  </a:ext>
                </a:extLst>
              </a:tr>
              <a:tr h="370840">
                <a:tc>
                  <a:txBody>
                    <a:bodyPr/>
                    <a:lstStyle/>
                    <a:p>
                      <a:pPr algn="ctr"/>
                      <a:r>
                        <a:rPr lang="zh-CN" altLang="en-US" sz="2000" dirty="0">
                          <a:solidFill>
                            <a:srgbClr val="FF0000"/>
                          </a:solidFill>
                        </a:rPr>
                        <a:t>熔点</a:t>
                      </a:r>
                      <a:endParaRPr lang="en-US" sz="2000" dirty="0">
                        <a:solidFill>
                          <a:srgbClr val="FF0000"/>
                        </a:solidFill>
                      </a:endParaRPr>
                    </a:p>
                  </a:txBody>
                  <a:tcPr anchor="ctr"/>
                </a:tc>
                <a:tc>
                  <a:txBody>
                    <a:bodyPr/>
                    <a:lstStyle/>
                    <a:p>
                      <a:pPr algn="ctr"/>
                      <a:r>
                        <a:rPr lang="zh-CN" altLang="en-US" sz="2000" dirty="0"/>
                        <a:t>高</a:t>
                      </a:r>
                      <a:endParaRPr lang="en-US" sz="2000" dirty="0"/>
                    </a:p>
                  </a:txBody>
                  <a:tcPr anchor="ctr"/>
                </a:tc>
                <a:tc>
                  <a:txBody>
                    <a:bodyPr/>
                    <a:lstStyle/>
                    <a:p>
                      <a:pPr algn="ctr"/>
                      <a:r>
                        <a:rPr lang="zh-CN" altLang="en-US" sz="2000" dirty="0">
                          <a:solidFill>
                            <a:schemeClr val="tx1"/>
                          </a:solidFill>
                        </a:rPr>
                        <a:t>极高</a:t>
                      </a:r>
                      <a:endParaRPr lang="en-US" sz="2000" dirty="0">
                        <a:solidFill>
                          <a:schemeClr val="tx1"/>
                        </a:solidFill>
                      </a:endParaRPr>
                    </a:p>
                  </a:txBody>
                  <a:tcPr anchor="ctr"/>
                </a:tc>
                <a:tc>
                  <a:txBody>
                    <a:bodyPr/>
                    <a:lstStyle/>
                    <a:p>
                      <a:pPr algn="ctr"/>
                      <a:r>
                        <a:rPr lang="zh-CN" altLang="en-US" sz="2000" dirty="0"/>
                        <a:t>较低</a:t>
                      </a:r>
                      <a:endParaRPr lang="en-US" sz="2000" dirty="0"/>
                    </a:p>
                  </a:txBody>
                  <a:tcPr anchor="ctr"/>
                </a:tc>
                <a:tc>
                  <a:txBody>
                    <a:bodyPr/>
                    <a:lstStyle/>
                    <a:p>
                      <a:pPr algn="ctr"/>
                      <a:r>
                        <a:rPr lang="zh-CN" altLang="en-US" sz="2000" dirty="0"/>
                        <a:t>最低</a:t>
                      </a:r>
                      <a:endParaRPr lang="en-US" sz="2000" dirty="0"/>
                    </a:p>
                  </a:txBody>
                  <a:tcPr anchor="ctr"/>
                </a:tc>
                <a:extLst>
                  <a:ext uri="{0D108BD9-81ED-4DB2-BD59-A6C34878D82A}">
                    <a16:rowId xmlns:a16="http://schemas.microsoft.com/office/drawing/2014/main" val="1860689032"/>
                  </a:ext>
                </a:extLst>
              </a:tr>
              <a:tr h="370840">
                <a:tc>
                  <a:txBody>
                    <a:bodyPr/>
                    <a:lstStyle/>
                    <a:p>
                      <a:pPr algn="ctr"/>
                      <a:r>
                        <a:rPr lang="zh-CN" altLang="en-US" sz="2000" dirty="0">
                          <a:solidFill>
                            <a:srgbClr val="FF0000"/>
                          </a:solidFill>
                        </a:rPr>
                        <a:t>机械强度</a:t>
                      </a:r>
                      <a:endParaRPr lang="en-US" sz="2000" dirty="0">
                        <a:solidFill>
                          <a:srgbClr val="FF0000"/>
                        </a:solidFill>
                      </a:endParaRPr>
                    </a:p>
                  </a:txBody>
                  <a:tcPr anchor="ctr"/>
                </a:tc>
                <a:tc>
                  <a:txBody>
                    <a:bodyPr/>
                    <a:lstStyle/>
                    <a:p>
                      <a:pPr algn="ctr"/>
                      <a:r>
                        <a:rPr lang="zh-CN" altLang="en-US" sz="2000" dirty="0"/>
                        <a:t>硬且脆</a:t>
                      </a:r>
                      <a:endParaRPr lang="en-US" sz="2000" dirty="0"/>
                    </a:p>
                  </a:txBody>
                  <a:tcPr anchor="ctr"/>
                </a:tc>
                <a:tc>
                  <a:txBody>
                    <a:bodyPr/>
                    <a:lstStyle/>
                    <a:p>
                      <a:pPr algn="ctr"/>
                      <a:r>
                        <a:rPr lang="zh-CN" altLang="en-US" sz="2000" dirty="0"/>
                        <a:t>极硬</a:t>
                      </a:r>
                      <a:endParaRPr lang="en-US" sz="2000" dirty="0"/>
                    </a:p>
                  </a:txBody>
                  <a:tcPr anchor="ctr"/>
                </a:tc>
                <a:tc>
                  <a:txBody>
                    <a:bodyPr/>
                    <a:lstStyle/>
                    <a:p>
                      <a:pPr algn="ctr"/>
                      <a:r>
                        <a:rPr lang="zh-CN" altLang="en-US" sz="2000" dirty="0"/>
                        <a:t>较软</a:t>
                      </a:r>
                      <a:endParaRPr lang="en-US" sz="2000" dirty="0"/>
                    </a:p>
                  </a:txBody>
                  <a:tcPr anchor="ctr"/>
                </a:tc>
                <a:tc>
                  <a:txBody>
                    <a:bodyPr/>
                    <a:lstStyle/>
                    <a:p>
                      <a:pPr algn="ctr"/>
                      <a:r>
                        <a:rPr lang="zh-CN" altLang="en-US" sz="2000" dirty="0"/>
                        <a:t>软</a:t>
                      </a:r>
                      <a:endParaRPr lang="en-US" sz="2000" dirty="0"/>
                    </a:p>
                  </a:txBody>
                  <a:tcPr anchor="ctr"/>
                </a:tc>
                <a:extLst>
                  <a:ext uri="{0D108BD9-81ED-4DB2-BD59-A6C34878D82A}">
                    <a16:rowId xmlns:a16="http://schemas.microsoft.com/office/drawing/2014/main" val="3716880087"/>
                  </a:ext>
                </a:extLst>
              </a:tr>
              <a:tr h="370840">
                <a:tc>
                  <a:txBody>
                    <a:bodyPr/>
                    <a:lstStyle/>
                    <a:p>
                      <a:pPr algn="ctr"/>
                      <a:r>
                        <a:rPr lang="zh-CN" altLang="en-US" sz="2000" dirty="0">
                          <a:solidFill>
                            <a:srgbClr val="FF0000"/>
                          </a:solidFill>
                        </a:rPr>
                        <a:t>导电性</a:t>
                      </a:r>
                      <a:endParaRPr lang="en-US" sz="2000" dirty="0">
                        <a:solidFill>
                          <a:srgbClr val="FF0000"/>
                        </a:solidFill>
                      </a:endParaRPr>
                    </a:p>
                  </a:txBody>
                  <a:tcPr anchor="ctr"/>
                </a:tc>
                <a:tc>
                  <a:txBody>
                    <a:bodyPr/>
                    <a:lstStyle/>
                    <a:p>
                      <a:pPr algn="ctr"/>
                      <a:r>
                        <a:rPr lang="zh-CN" altLang="en-US" sz="2000" dirty="0"/>
                        <a:t>绝缘体</a:t>
                      </a:r>
                      <a:endParaRPr lang="en-US" sz="2000" dirty="0"/>
                    </a:p>
                  </a:txBody>
                  <a:tcPr anchor="ctr"/>
                </a:tc>
                <a:tc>
                  <a:txBody>
                    <a:bodyPr/>
                    <a:lstStyle/>
                    <a:p>
                      <a:pPr algn="ctr"/>
                      <a:r>
                        <a:rPr lang="zh-CN" altLang="en-US" sz="2000" dirty="0"/>
                        <a:t>绝缘体或半导体</a:t>
                      </a:r>
                      <a:endParaRPr lang="en-US" sz="2000" dirty="0"/>
                    </a:p>
                  </a:txBody>
                  <a:tcPr anchor="ctr"/>
                </a:tc>
                <a:tc>
                  <a:txBody>
                    <a:bodyPr/>
                    <a:lstStyle/>
                    <a:p>
                      <a:pPr algn="ctr"/>
                      <a:r>
                        <a:rPr lang="zh-CN" altLang="en-US" sz="2000" dirty="0"/>
                        <a:t>强</a:t>
                      </a:r>
                      <a:endParaRPr lang="en-US" sz="2000" dirty="0"/>
                    </a:p>
                  </a:txBody>
                  <a:tcPr anchor="ctr"/>
                </a:tc>
                <a:tc>
                  <a:txBody>
                    <a:bodyPr/>
                    <a:lstStyle/>
                    <a:p>
                      <a:pPr algn="ctr"/>
                      <a:r>
                        <a:rPr lang="zh-CN" altLang="en-US" sz="2000" dirty="0"/>
                        <a:t>绝缘体</a:t>
                      </a:r>
                      <a:endParaRPr lang="en-US" sz="2000" dirty="0"/>
                    </a:p>
                  </a:txBody>
                  <a:tcPr anchor="ctr"/>
                </a:tc>
                <a:extLst>
                  <a:ext uri="{0D108BD9-81ED-4DB2-BD59-A6C34878D82A}">
                    <a16:rowId xmlns:a16="http://schemas.microsoft.com/office/drawing/2014/main" val="3795312084"/>
                  </a:ext>
                </a:extLst>
              </a:tr>
            </a:tbl>
          </a:graphicData>
        </a:graphic>
      </p:graphicFrame>
      <p:graphicFrame>
        <p:nvGraphicFramePr>
          <p:cNvPr id="4" name="表格 3">
            <a:extLst>
              <a:ext uri="{FF2B5EF4-FFF2-40B4-BE49-F238E27FC236}">
                <a16:creationId xmlns:a16="http://schemas.microsoft.com/office/drawing/2014/main" id="{2B9F5AC9-DF89-1D1D-525E-88BE1EE25293}"/>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67346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D698F-C0FD-DCF7-DB4E-AD5123D1A995}"/>
              </a:ext>
            </a:extLst>
          </p:cNvPr>
          <p:cNvSpPr>
            <a:spLocks noGrp="1"/>
          </p:cNvSpPr>
          <p:nvPr>
            <p:ph type="title"/>
          </p:nvPr>
        </p:nvSpPr>
        <p:spPr/>
        <p:txBody>
          <a:bodyPr/>
          <a:lstStyle/>
          <a:p>
            <a:r>
              <a:rPr lang="zh-CN" altLang="en-US" dirty="0"/>
              <a:t>小结</a:t>
            </a:r>
            <a:endParaRPr lang="en-US" dirty="0"/>
          </a:p>
        </p:txBody>
      </p:sp>
      <p:sp>
        <p:nvSpPr>
          <p:cNvPr id="3" name="内容占位符 2">
            <a:extLst>
              <a:ext uri="{FF2B5EF4-FFF2-40B4-BE49-F238E27FC236}">
                <a16:creationId xmlns:a16="http://schemas.microsoft.com/office/drawing/2014/main" id="{421F9B4D-4FA4-1526-613C-62E231D2C24B}"/>
              </a:ext>
            </a:extLst>
          </p:cNvPr>
          <p:cNvSpPr>
            <a:spLocks noGrp="1"/>
          </p:cNvSpPr>
          <p:nvPr>
            <p:ph idx="1"/>
          </p:nvPr>
        </p:nvSpPr>
        <p:spPr>
          <a:xfrm>
            <a:off x="838200" y="1825624"/>
            <a:ext cx="10515600" cy="4780915"/>
          </a:xfrm>
        </p:spPr>
        <p:txBody>
          <a:bodyPr>
            <a:normAutofit lnSpcReduction="10000"/>
          </a:bodyPr>
          <a:lstStyle/>
          <a:p>
            <a:pPr>
              <a:lnSpc>
                <a:spcPct val="110000"/>
              </a:lnSpc>
              <a:spcBef>
                <a:spcPts val="0"/>
              </a:spcBef>
              <a:spcAft>
                <a:spcPts val="1200"/>
              </a:spcAft>
            </a:pPr>
            <a:r>
              <a:rPr lang="zh-CN" altLang="en-US" dirty="0"/>
              <a:t>结合能</a:t>
            </a:r>
            <a:endParaRPr lang="en-US" altLang="zh-CN" dirty="0"/>
          </a:p>
          <a:p>
            <a:pPr>
              <a:lnSpc>
                <a:spcPct val="110000"/>
              </a:lnSpc>
              <a:spcBef>
                <a:spcPts val="0"/>
              </a:spcBef>
              <a:spcAft>
                <a:spcPts val="1200"/>
              </a:spcAft>
            </a:pPr>
            <a:r>
              <a:rPr lang="zh-CN" altLang="en-US" dirty="0"/>
              <a:t>晶体中的两体相互作用，吸引项，排斥项</a:t>
            </a:r>
            <a:endParaRPr lang="en-US" altLang="zh-CN" dirty="0"/>
          </a:p>
          <a:p>
            <a:pPr>
              <a:lnSpc>
                <a:spcPct val="110000"/>
              </a:lnSpc>
              <a:spcBef>
                <a:spcPts val="0"/>
              </a:spcBef>
              <a:spcAft>
                <a:spcPts val="1200"/>
              </a:spcAft>
            </a:pPr>
            <a:r>
              <a:rPr lang="zh-CN" altLang="en-US" dirty="0"/>
              <a:t>晶体中的四种键合：三强一弱</a:t>
            </a:r>
            <a:endParaRPr lang="en-US" altLang="zh-CN" dirty="0"/>
          </a:p>
          <a:p>
            <a:pPr>
              <a:lnSpc>
                <a:spcPct val="110000"/>
              </a:lnSpc>
              <a:spcBef>
                <a:spcPts val="0"/>
              </a:spcBef>
              <a:spcAft>
                <a:spcPts val="1200"/>
              </a:spcAft>
            </a:pPr>
            <a:r>
              <a:rPr lang="zh-CN" altLang="en-US" dirty="0"/>
              <a:t>电负性，键合类型</a:t>
            </a:r>
            <a:endParaRPr lang="en-US" altLang="zh-CN" dirty="0"/>
          </a:p>
          <a:p>
            <a:pPr>
              <a:lnSpc>
                <a:spcPct val="110000"/>
              </a:lnSpc>
              <a:spcBef>
                <a:spcPts val="0"/>
              </a:spcBef>
              <a:spcAft>
                <a:spcPts val="1200"/>
              </a:spcAft>
            </a:pPr>
            <a:r>
              <a:rPr lang="zh-CN" altLang="en-US" dirty="0"/>
              <a:t>离子晶体，马德隆常数，晶体平衡条件</a:t>
            </a:r>
            <a:endParaRPr lang="en-US" altLang="zh-CN" dirty="0"/>
          </a:p>
          <a:p>
            <a:pPr>
              <a:lnSpc>
                <a:spcPct val="110000"/>
              </a:lnSpc>
              <a:spcBef>
                <a:spcPts val="0"/>
              </a:spcBef>
              <a:spcAft>
                <a:spcPts val="1200"/>
              </a:spcAft>
            </a:pPr>
            <a:r>
              <a:rPr lang="zh-CN" altLang="en-US" dirty="0"/>
              <a:t>共价晶体，金属晶体</a:t>
            </a:r>
            <a:endParaRPr lang="en-US" altLang="zh-CN" dirty="0"/>
          </a:p>
          <a:p>
            <a:pPr>
              <a:lnSpc>
                <a:spcPct val="110000"/>
              </a:lnSpc>
              <a:spcBef>
                <a:spcPts val="0"/>
              </a:spcBef>
              <a:spcAft>
                <a:spcPts val="1200"/>
              </a:spcAft>
            </a:pPr>
            <a:r>
              <a:rPr lang="zh-CN" altLang="en-US" dirty="0"/>
              <a:t>分子晶体，</a:t>
            </a:r>
            <a:r>
              <a:rPr lang="en-US" altLang="zh-CN" dirty="0"/>
              <a:t>vdW</a:t>
            </a:r>
            <a:r>
              <a:rPr lang="zh-CN" altLang="en-US" dirty="0"/>
              <a:t>力，氢键</a:t>
            </a:r>
            <a:endParaRPr lang="en-US" altLang="zh-CN" dirty="0"/>
          </a:p>
          <a:p>
            <a:pPr>
              <a:lnSpc>
                <a:spcPct val="110000"/>
              </a:lnSpc>
              <a:spcBef>
                <a:spcPts val="0"/>
              </a:spcBef>
              <a:spcAft>
                <a:spcPts val="1200"/>
              </a:spcAft>
            </a:pPr>
            <a:r>
              <a:rPr lang="zh-CN" altLang="en-US" dirty="0"/>
              <a:t>四种晶体之间的区别和联系</a:t>
            </a:r>
            <a:endParaRPr lang="en-US" altLang="zh-CN" dirty="0"/>
          </a:p>
        </p:txBody>
      </p:sp>
      <p:graphicFrame>
        <p:nvGraphicFramePr>
          <p:cNvPr id="4" name="表格 3">
            <a:extLst>
              <a:ext uri="{FF2B5EF4-FFF2-40B4-BE49-F238E27FC236}">
                <a16:creationId xmlns:a16="http://schemas.microsoft.com/office/drawing/2014/main" id="{2079FF25-9C83-00B0-632B-C70FA203C884}"/>
              </a:ext>
            </a:extLst>
          </p:cNvPr>
          <p:cNvGraphicFramePr>
            <a:graphicFrameLocks noGrp="1"/>
          </p:cNvGraphicFramePr>
          <p:nvPr>
            <p:extLst>
              <p:ext uri="{D42A27DB-BD31-4B8C-83A1-F6EECF244321}">
                <p14:modId xmlns:p14="http://schemas.microsoft.com/office/powerpoint/2010/main" val="1960680416"/>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21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830200687"/>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Calibri"/>
        <a:ea typeface="黑体"/>
        <a:cs typeface=""/>
      </a:majorFont>
      <a:minorFont>
        <a:latin typeface="Calibri"/>
        <a:ea typeface="黑体"/>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1415</TotalTime>
  <Words>4535</Words>
  <Application>Microsoft Office PowerPoint</Application>
  <PresentationFormat>宽屏</PresentationFormat>
  <Paragraphs>501</Paragraphs>
  <Slides>44</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44</vt:i4>
      </vt:variant>
    </vt:vector>
  </HeadingPairs>
  <TitlesOfParts>
    <vt:vector size="52" baseType="lpstr">
      <vt:lpstr>微软雅黑</vt:lpstr>
      <vt:lpstr>Aptos</vt:lpstr>
      <vt:lpstr>Arial</vt:lpstr>
      <vt:lpstr>Calibri</vt:lpstr>
      <vt:lpstr>Cambria Math</vt:lpstr>
      <vt:lpstr>Wingdings</vt:lpstr>
      <vt:lpstr>Wingdings 2</vt:lpstr>
      <vt:lpstr>Office 2013 - 2022 主题</vt:lpstr>
      <vt:lpstr>固体物理（2班） Solid state physics</vt:lpstr>
      <vt:lpstr>第二章 晶体结合</vt:lpstr>
      <vt:lpstr>什么情况下原子(离子)会形成晶体？</vt:lpstr>
      <vt:lpstr>结合能 (binding energy)</vt:lpstr>
      <vt:lpstr>结合能</vt:lpstr>
      <vt:lpstr>晶体中典型两体相互作用U_pair (r)</vt:lpstr>
      <vt:lpstr>晶体中典型两体相互作用U_pair (r)</vt:lpstr>
      <vt:lpstr>从化学键（bond）的角度理解结合能</vt:lpstr>
      <vt:lpstr>根据键合（bonding）类型划分晶体类型</vt:lpstr>
      <vt:lpstr>原子得失电子的能力</vt:lpstr>
      <vt:lpstr>电离能(Ionization Energy)</vt:lpstr>
      <vt:lpstr>电子亲和能(Electron Affinity)</vt:lpstr>
      <vt:lpstr>电负性 (Electronegativity)</vt:lpstr>
      <vt:lpstr>电负性 (Electronegativity)</vt:lpstr>
      <vt:lpstr>PowerPoint 演示文稿</vt:lpstr>
      <vt:lpstr>通过电负性判断晶体键合类型</vt:lpstr>
      <vt:lpstr>离子晶体 (ionic crystal)</vt:lpstr>
      <vt:lpstr>离子晶体 (ionic crystal)</vt:lpstr>
      <vt:lpstr>吸引项——马德隆常数</vt:lpstr>
      <vt:lpstr>PowerPoint 演示文稿</vt:lpstr>
      <vt:lpstr>Madelung constant 收敛性</vt:lpstr>
      <vt:lpstr>排斥项——重叠能</vt:lpstr>
      <vt:lpstr>离子晶体的总结合能</vt:lpstr>
      <vt:lpstr>晶体的平衡</vt:lpstr>
      <vt:lpstr>晶体的平衡</vt:lpstr>
      <vt:lpstr>PowerPoint 演示文稿</vt:lpstr>
      <vt:lpstr>作业（需要上交）</vt:lpstr>
      <vt:lpstr>共价晶体 (covalent crystal)</vt:lpstr>
      <vt:lpstr>为何共价键会改变结合能？</vt:lpstr>
      <vt:lpstr>共价晶体的结合能</vt:lpstr>
      <vt:lpstr>轨道杂化</vt:lpstr>
      <vt:lpstr>PowerPoint 演示文稿</vt:lpstr>
      <vt:lpstr>PowerPoint 演示文稿</vt:lpstr>
      <vt:lpstr>金属晶体</vt:lpstr>
      <vt:lpstr>金属晶体</vt:lpstr>
      <vt:lpstr>分子晶体 / 范德华晶体</vt:lpstr>
      <vt:lpstr>Keesom force: Dipole-dipole interaction</vt:lpstr>
      <vt:lpstr>Debye force: Dipole-induced dipole</vt:lpstr>
      <vt:lpstr>Debye force: Dipole-induced dipole</vt:lpstr>
      <vt:lpstr>London Dispersion Force 色散力</vt:lpstr>
      <vt:lpstr>PowerPoint 演示文稿</vt:lpstr>
      <vt:lpstr>氢键晶体</vt:lpstr>
      <vt:lpstr>四种晶体</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Zhi Wang</dc:creator>
  <cp:lastModifiedBy>Zhi Wang</cp:lastModifiedBy>
  <cp:revision>2</cp:revision>
  <dcterms:created xsi:type="dcterms:W3CDTF">2024-09-10T08:37:43Z</dcterms:created>
  <dcterms:modified xsi:type="dcterms:W3CDTF">2026-09-20T14:13:42Z</dcterms:modified>
</cp:coreProperties>
</file>