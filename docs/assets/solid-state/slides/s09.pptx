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sldIdLst>
    <p:sldId id="257" r:id="rId2"/>
    <p:sldId id="262" r:id="rId3"/>
    <p:sldId id="263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90" r:id="rId12"/>
    <p:sldId id="270" r:id="rId13"/>
    <p:sldId id="272" r:id="rId14"/>
    <p:sldId id="273" r:id="rId15"/>
    <p:sldId id="274" r:id="rId16"/>
    <p:sldId id="275" r:id="rId17"/>
    <p:sldId id="278" r:id="rId18"/>
    <p:sldId id="277" r:id="rId19"/>
    <p:sldId id="279" r:id="rId20"/>
    <p:sldId id="280" r:id="rId21"/>
    <p:sldId id="281" r:id="rId22"/>
    <p:sldId id="283" r:id="rId23"/>
    <p:sldId id="284" r:id="rId24"/>
    <p:sldId id="286" r:id="rId25"/>
    <p:sldId id="285" r:id="rId26"/>
    <p:sldId id="287" r:id="rId27"/>
    <p:sldId id="288" r:id="rId28"/>
    <p:sldId id="291" r:id="rId29"/>
    <p:sldId id="289" r:id="rId30"/>
    <p:sldId id="271" r:id="rId31"/>
    <p:sldId id="29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E8413-E9C6-4F98-8F81-E3B221EF2982}" v="386" dt="2026-10-11T04:18:51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>
        <p:scale>
          <a:sx n="125" d="100"/>
          <a:sy n="125" d="100"/>
        </p:scale>
        <p:origin x="145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undo custSel modSld">
      <pc:chgData name="Zhi Wang" userId="7588ea56f58b19c7" providerId="LiveId" clId="{96B72205-E234-467C-A3DC-8BF4882781A8}" dt="2026-10-11T04:21:03.181" v="461" actId="1076"/>
      <pc:docMkLst>
        <pc:docMk/>
      </pc:docMkLst>
      <pc:sldChg chg="modSp mod">
        <pc:chgData name="Zhi Wang" userId="7588ea56f58b19c7" providerId="LiveId" clId="{96B72205-E234-467C-A3DC-8BF4882781A8}" dt="2026-10-11T03:50:09.152" v="0" actId="207"/>
        <pc:sldMkLst>
          <pc:docMk/>
          <pc:sldMk cId="431657256" sldId="257"/>
        </pc:sldMkLst>
        <pc:spChg chg="mod">
          <ac:chgData name="Zhi Wang" userId="7588ea56f58b19c7" providerId="LiveId" clId="{96B72205-E234-467C-A3DC-8BF4882781A8}" dt="2026-10-11T03:50:09.152" v="0" actId="207"/>
          <ac:spMkLst>
            <pc:docMk/>
            <pc:sldMk cId="431657256" sldId="257"/>
            <ac:spMk id="3" creationId="{0FBC71C4-AAF9-252F-52C3-C8A1AD8C5C53}"/>
          </ac:spMkLst>
        </pc:spChg>
      </pc:sldChg>
      <pc:sldChg chg="addSp mod">
        <pc:chgData name="Zhi Wang" userId="7588ea56f58b19c7" providerId="LiveId" clId="{96B72205-E234-467C-A3DC-8BF4882781A8}" dt="2026-10-11T04:20:28.088" v="429" actId="22"/>
        <pc:sldMkLst>
          <pc:docMk/>
          <pc:sldMk cId="413324664" sldId="261"/>
        </pc:sldMkLst>
        <pc:graphicFrameChg chg="add">
          <ac:chgData name="Zhi Wang" userId="7588ea56f58b19c7" providerId="LiveId" clId="{96B72205-E234-467C-A3DC-8BF4882781A8}" dt="2026-10-11T04:20:28.088" v="429" actId="22"/>
          <ac:graphicFrameMkLst>
            <pc:docMk/>
            <pc:sldMk cId="413324664" sldId="261"/>
            <ac:graphicFrameMk id="4" creationId="{E9253B85-2064-3BEB-E4BD-40DE96732C0E}"/>
          </ac:graphicFrameMkLst>
        </pc:graphicFrameChg>
      </pc:sldChg>
      <pc:sldChg chg="addSp modSp mod modAnim">
        <pc:chgData name="Zhi Wang" userId="7588ea56f58b19c7" providerId="LiveId" clId="{96B72205-E234-467C-A3DC-8BF4882781A8}" dt="2026-10-11T04:20:23.853" v="427" actId="20577"/>
        <pc:sldMkLst>
          <pc:docMk/>
          <pc:sldMk cId="1452286064" sldId="262"/>
        </pc:sldMkLst>
        <pc:graphicFrameChg chg="add modGraphic">
          <ac:chgData name="Zhi Wang" userId="7588ea56f58b19c7" providerId="LiveId" clId="{96B72205-E234-467C-A3DC-8BF4882781A8}" dt="2026-10-11T04:20:23.853" v="427" actId="20577"/>
          <ac:graphicFrameMkLst>
            <pc:docMk/>
            <pc:sldMk cId="1452286064" sldId="262"/>
            <ac:graphicFrameMk id="3" creationId="{BE2D12FC-633D-4026-1432-EB7A60A17BC6}"/>
          </ac:graphicFrameMkLst>
        </pc:graphicFrameChg>
      </pc:sldChg>
      <pc:sldChg chg="addSp mod">
        <pc:chgData name="Zhi Wang" userId="7588ea56f58b19c7" providerId="LiveId" clId="{96B72205-E234-467C-A3DC-8BF4882781A8}" dt="2026-10-11T04:20:27.431" v="428" actId="22"/>
        <pc:sldMkLst>
          <pc:docMk/>
          <pc:sldMk cId="273286418" sldId="263"/>
        </pc:sldMkLst>
        <pc:graphicFrameChg chg="add">
          <ac:chgData name="Zhi Wang" userId="7588ea56f58b19c7" providerId="LiveId" clId="{96B72205-E234-467C-A3DC-8BF4882781A8}" dt="2026-10-11T04:20:27.431" v="428" actId="22"/>
          <ac:graphicFrameMkLst>
            <pc:docMk/>
            <pc:sldMk cId="273286418" sldId="263"/>
            <ac:graphicFrameMk id="5" creationId="{014BD545-9B87-9F90-60CB-E4DD9C78F58A}"/>
          </ac:graphicFrameMkLst>
        </pc:graphicFrameChg>
      </pc:sldChg>
      <pc:sldChg chg="addSp modSp mod modAnim">
        <pc:chgData name="Zhi Wang" userId="7588ea56f58b19c7" providerId="LiveId" clId="{96B72205-E234-467C-A3DC-8BF4882781A8}" dt="2026-10-11T04:20:28.743" v="430" actId="22"/>
        <pc:sldMkLst>
          <pc:docMk/>
          <pc:sldMk cId="3153314632" sldId="264"/>
        </pc:sldMkLst>
        <pc:spChg chg="mod">
          <ac:chgData name="Zhi Wang" userId="7588ea56f58b19c7" providerId="LiveId" clId="{96B72205-E234-467C-A3DC-8BF4882781A8}" dt="2026-10-11T03:52:58.699" v="24"/>
          <ac:spMkLst>
            <pc:docMk/>
            <pc:sldMk cId="3153314632" sldId="264"/>
            <ac:spMk id="5" creationId="{F8641AAE-7244-1CF0-64DD-A71F2F2FEE90}"/>
          </ac:spMkLst>
        </pc:spChg>
        <pc:spChg chg="mod">
          <ac:chgData name="Zhi Wang" userId="7588ea56f58b19c7" providerId="LiveId" clId="{96B72205-E234-467C-A3DC-8BF4882781A8}" dt="2026-10-11T03:54:38.247" v="64" actId="1038"/>
          <ac:spMkLst>
            <pc:docMk/>
            <pc:sldMk cId="3153314632" sldId="264"/>
            <ac:spMk id="37" creationId="{CE146C7E-EBCF-4983-05B6-17F6832FFCA3}"/>
          </ac:spMkLst>
        </pc:spChg>
        <pc:graphicFrameChg chg="add">
          <ac:chgData name="Zhi Wang" userId="7588ea56f58b19c7" providerId="LiveId" clId="{96B72205-E234-467C-A3DC-8BF4882781A8}" dt="2026-10-11T04:20:28.743" v="430" actId="22"/>
          <ac:graphicFrameMkLst>
            <pc:docMk/>
            <pc:sldMk cId="3153314632" sldId="264"/>
            <ac:graphicFrameMk id="6" creationId="{89FF8530-D7A5-4995-E99C-D9FF907E6222}"/>
          </ac:graphicFrameMkLst>
        </pc:graphicFrameChg>
      </pc:sldChg>
      <pc:sldChg chg="addSp mod">
        <pc:chgData name="Zhi Wang" userId="7588ea56f58b19c7" providerId="LiveId" clId="{96B72205-E234-467C-A3DC-8BF4882781A8}" dt="2026-10-11T04:20:29.362" v="431" actId="22"/>
        <pc:sldMkLst>
          <pc:docMk/>
          <pc:sldMk cId="1308543064" sldId="265"/>
        </pc:sldMkLst>
        <pc:graphicFrameChg chg="add">
          <ac:chgData name="Zhi Wang" userId="7588ea56f58b19c7" providerId="LiveId" clId="{96B72205-E234-467C-A3DC-8BF4882781A8}" dt="2026-10-11T04:20:29.362" v="431" actId="22"/>
          <ac:graphicFrameMkLst>
            <pc:docMk/>
            <pc:sldMk cId="1308543064" sldId="265"/>
            <ac:graphicFrameMk id="8" creationId="{13F69227-ED27-68EE-736E-36296812B37E}"/>
          </ac:graphicFrameMkLst>
        </pc:graphicFrameChg>
      </pc:sldChg>
      <pc:sldChg chg="addSp mod">
        <pc:chgData name="Zhi Wang" userId="7588ea56f58b19c7" providerId="LiveId" clId="{96B72205-E234-467C-A3DC-8BF4882781A8}" dt="2026-10-11T04:20:30.007" v="432" actId="22"/>
        <pc:sldMkLst>
          <pc:docMk/>
          <pc:sldMk cId="2404093848" sldId="266"/>
        </pc:sldMkLst>
        <pc:graphicFrameChg chg="add">
          <ac:chgData name="Zhi Wang" userId="7588ea56f58b19c7" providerId="LiveId" clId="{96B72205-E234-467C-A3DC-8BF4882781A8}" dt="2026-10-11T04:20:30.007" v="432" actId="22"/>
          <ac:graphicFrameMkLst>
            <pc:docMk/>
            <pc:sldMk cId="2404093848" sldId="266"/>
            <ac:graphicFrameMk id="5" creationId="{BA6A8F9D-C9D8-835E-D771-553FE7CD416F}"/>
          </ac:graphicFrameMkLst>
        </pc:graphicFrameChg>
      </pc:sldChg>
      <pc:sldChg chg="addSp mod">
        <pc:chgData name="Zhi Wang" userId="7588ea56f58b19c7" providerId="LiveId" clId="{96B72205-E234-467C-A3DC-8BF4882781A8}" dt="2026-10-11T04:20:30.672" v="433" actId="22"/>
        <pc:sldMkLst>
          <pc:docMk/>
          <pc:sldMk cId="277623820" sldId="267"/>
        </pc:sldMkLst>
        <pc:graphicFrameChg chg="add">
          <ac:chgData name="Zhi Wang" userId="7588ea56f58b19c7" providerId="LiveId" clId="{96B72205-E234-467C-A3DC-8BF4882781A8}" dt="2026-10-11T04:20:30.672" v="433" actId="22"/>
          <ac:graphicFrameMkLst>
            <pc:docMk/>
            <pc:sldMk cId="277623820" sldId="267"/>
            <ac:graphicFrameMk id="3" creationId="{D0B30A6D-6DB5-8537-8148-828C93DABAA2}"/>
          </ac:graphicFrameMkLst>
        </pc:graphicFrameChg>
      </pc:sldChg>
      <pc:sldChg chg="addSp modSp mod">
        <pc:chgData name="Zhi Wang" userId="7588ea56f58b19c7" providerId="LiveId" clId="{96B72205-E234-467C-A3DC-8BF4882781A8}" dt="2026-10-11T04:20:31.361" v="434" actId="22"/>
        <pc:sldMkLst>
          <pc:docMk/>
          <pc:sldMk cId="1954373689" sldId="268"/>
        </pc:sldMkLst>
        <pc:spChg chg="mod">
          <ac:chgData name="Zhi Wang" userId="7588ea56f58b19c7" providerId="LiveId" clId="{96B72205-E234-467C-A3DC-8BF4882781A8}" dt="2026-10-11T03:55:01.055" v="67" actId="5793"/>
          <ac:spMkLst>
            <pc:docMk/>
            <pc:sldMk cId="1954373689" sldId="268"/>
            <ac:spMk id="3" creationId="{1EB05536-5ED2-CFB6-46BE-1A25071149F6}"/>
          </ac:spMkLst>
        </pc:spChg>
        <pc:graphicFrameChg chg="add">
          <ac:chgData name="Zhi Wang" userId="7588ea56f58b19c7" providerId="LiveId" clId="{96B72205-E234-467C-A3DC-8BF4882781A8}" dt="2026-10-11T04:20:31.361" v="434" actId="22"/>
          <ac:graphicFrameMkLst>
            <pc:docMk/>
            <pc:sldMk cId="1954373689" sldId="268"/>
            <ac:graphicFrameMk id="8" creationId="{6D1B4E2E-1233-242A-2475-7A7829F65DB6}"/>
          </ac:graphicFrameMkLst>
        </pc:graphicFrameChg>
      </pc:sldChg>
      <pc:sldChg chg="addSp modSp mod modAnim">
        <pc:chgData name="Zhi Wang" userId="7588ea56f58b19c7" providerId="LiveId" clId="{96B72205-E234-467C-A3DC-8BF4882781A8}" dt="2026-10-11T04:20:32.025" v="435" actId="22"/>
        <pc:sldMkLst>
          <pc:docMk/>
          <pc:sldMk cId="584216119" sldId="269"/>
        </pc:sldMkLst>
        <pc:spChg chg="mod">
          <ac:chgData name="Zhi Wang" userId="7588ea56f58b19c7" providerId="LiveId" clId="{96B72205-E234-467C-A3DC-8BF4882781A8}" dt="2026-10-11T03:56:40.816" v="247" actId="20577"/>
          <ac:spMkLst>
            <pc:docMk/>
            <pc:sldMk cId="584216119" sldId="269"/>
            <ac:spMk id="3" creationId="{3F1B6DE3-0331-6113-F740-C5E5C3688685}"/>
          </ac:spMkLst>
        </pc:spChg>
        <pc:graphicFrameChg chg="add">
          <ac:chgData name="Zhi Wang" userId="7588ea56f58b19c7" providerId="LiveId" clId="{96B72205-E234-467C-A3DC-8BF4882781A8}" dt="2026-10-11T04:20:32.025" v="435" actId="22"/>
          <ac:graphicFrameMkLst>
            <pc:docMk/>
            <pc:sldMk cId="584216119" sldId="269"/>
            <ac:graphicFrameMk id="5" creationId="{966074A3-5F6A-719B-418D-974A74EA74B1}"/>
          </ac:graphicFrameMkLst>
        </pc:graphicFrameChg>
      </pc:sldChg>
      <pc:sldChg chg="addSp modSp mod">
        <pc:chgData name="Zhi Wang" userId="7588ea56f58b19c7" providerId="LiveId" clId="{96B72205-E234-467C-A3DC-8BF4882781A8}" dt="2026-10-11T04:20:33.356" v="437" actId="22"/>
        <pc:sldMkLst>
          <pc:docMk/>
          <pc:sldMk cId="1520036359" sldId="270"/>
        </pc:sldMkLst>
        <pc:spChg chg="mod">
          <ac:chgData name="Zhi Wang" userId="7588ea56f58b19c7" providerId="LiveId" clId="{96B72205-E234-467C-A3DC-8BF4882781A8}" dt="2026-10-11T03:58:59.694" v="290"/>
          <ac:spMkLst>
            <pc:docMk/>
            <pc:sldMk cId="1520036359" sldId="270"/>
            <ac:spMk id="3" creationId="{3F8CDB7C-CC5E-A943-B2AC-67E794DD7B99}"/>
          </ac:spMkLst>
        </pc:spChg>
        <pc:graphicFrameChg chg="add">
          <ac:chgData name="Zhi Wang" userId="7588ea56f58b19c7" providerId="LiveId" clId="{96B72205-E234-467C-A3DC-8BF4882781A8}" dt="2026-10-11T04:20:33.356" v="437" actId="22"/>
          <ac:graphicFrameMkLst>
            <pc:docMk/>
            <pc:sldMk cId="1520036359" sldId="270"/>
            <ac:graphicFrameMk id="7" creationId="{32AB332D-E2C0-BA10-061C-7F1BC6639E96}"/>
          </ac:graphicFrameMkLst>
        </pc:graphicFrameChg>
      </pc:sldChg>
      <pc:sldChg chg="addSp mod">
        <pc:chgData name="Zhi Wang" userId="7588ea56f58b19c7" providerId="LiveId" clId="{96B72205-E234-467C-A3DC-8BF4882781A8}" dt="2026-10-11T04:20:46.868" v="455" actId="22"/>
        <pc:sldMkLst>
          <pc:docMk/>
          <pc:sldMk cId="315134733" sldId="271"/>
        </pc:sldMkLst>
        <pc:graphicFrameChg chg="add">
          <ac:chgData name="Zhi Wang" userId="7588ea56f58b19c7" providerId="LiveId" clId="{96B72205-E234-467C-A3DC-8BF4882781A8}" dt="2026-10-11T04:20:46.868" v="455" actId="22"/>
          <ac:graphicFrameMkLst>
            <pc:docMk/>
            <pc:sldMk cId="315134733" sldId="271"/>
            <ac:graphicFrameMk id="5" creationId="{8763CF3D-2864-146B-1804-8CB618319E31}"/>
          </ac:graphicFrameMkLst>
        </pc:graphicFrameChg>
      </pc:sldChg>
      <pc:sldChg chg="addSp modSp mod modAnim">
        <pc:chgData name="Zhi Wang" userId="7588ea56f58b19c7" providerId="LiveId" clId="{96B72205-E234-467C-A3DC-8BF4882781A8}" dt="2026-10-11T04:20:34.048" v="438" actId="22"/>
        <pc:sldMkLst>
          <pc:docMk/>
          <pc:sldMk cId="3131303389" sldId="272"/>
        </pc:sldMkLst>
        <pc:spChg chg="mod">
          <ac:chgData name="Zhi Wang" userId="7588ea56f58b19c7" providerId="LiveId" clId="{96B72205-E234-467C-A3DC-8BF4882781A8}" dt="2026-10-11T04:15:00.557" v="330" actId="27636"/>
          <ac:spMkLst>
            <pc:docMk/>
            <pc:sldMk cId="3131303389" sldId="272"/>
            <ac:spMk id="3" creationId="{F59D0A60-E541-F432-4D66-9609FA625181}"/>
          </ac:spMkLst>
        </pc:spChg>
        <pc:graphicFrameChg chg="add">
          <ac:chgData name="Zhi Wang" userId="7588ea56f58b19c7" providerId="LiveId" clId="{96B72205-E234-467C-A3DC-8BF4882781A8}" dt="2026-10-11T04:20:34.048" v="438" actId="22"/>
          <ac:graphicFrameMkLst>
            <pc:docMk/>
            <pc:sldMk cId="3131303389" sldId="272"/>
            <ac:graphicFrameMk id="5" creationId="{CB97F7A0-4BD7-7DFE-9FF5-F86AB96EB640}"/>
          </ac:graphicFrameMkLst>
        </pc:graphicFrameChg>
      </pc:sldChg>
      <pc:sldChg chg="addSp modSp mod modAnim">
        <pc:chgData name="Zhi Wang" userId="7588ea56f58b19c7" providerId="LiveId" clId="{96B72205-E234-467C-A3DC-8BF4882781A8}" dt="2026-10-11T04:20:34.713" v="439" actId="22"/>
        <pc:sldMkLst>
          <pc:docMk/>
          <pc:sldMk cId="1831781038" sldId="273"/>
        </pc:sldMkLst>
        <pc:spChg chg="mod">
          <ac:chgData name="Zhi Wang" userId="7588ea56f58b19c7" providerId="LiveId" clId="{96B72205-E234-467C-A3DC-8BF4882781A8}" dt="2026-10-11T04:17:31.452" v="403" actId="27636"/>
          <ac:spMkLst>
            <pc:docMk/>
            <pc:sldMk cId="1831781038" sldId="273"/>
            <ac:spMk id="3" creationId="{6C997F72-49F6-8E8D-3F24-40B08E15FA6A}"/>
          </ac:spMkLst>
        </pc:spChg>
        <pc:graphicFrameChg chg="add">
          <ac:chgData name="Zhi Wang" userId="7588ea56f58b19c7" providerId="LiveId" clId="{96B72205-E234-467C-A3DC-8BF4882781A8}" dt="2026-10-11T04:20:34.713" v="439" actId="22"/>
          <ac:graphicFrameMkLst>
            <pc:docMk/>
            <pc:sldMk cId="1831781038" sldId="273"/>
            <ac:graphicFrameMk id="5" creationId="{613DC870-042C-9AE8-CCA9-43560830291C}"/>
          </ac:graphicFrameMkLst>
        </pc:graphicFrameChg>
      </pc:sldChg>
      <pc:sldChg chg="addSp mod">
        <pc:chgData name="Zhi Wang" userId="7588ea56f58b19c7" providerId="LiveId" clId="{96B72205-E234-467C-A3DC-8BF4882781A8}" dt="2026-10-11T04:20:35.365" v="440" actId="22"/>
        <pc:sldMkLst>
          <pc:docMk/>
          <pc:sldMk cId="2168976809" sldId="274"/>
        </pc:sldMkLst>
        <pc:graphicFrameChg chg="add">
          <ac:chgData name="Zhi Wang" userId="7588ea56f58b19c7" providerId="LiveId" clId="{96B72205-E234-467C-A3DC-8BF4882781A8}" dt="2026-10-11T04:20:35.365" v="440" actId="22"/>
          <ac:graphicFrameMkLst>
            <pc:docMk/>
            <pc:sldMk cId="2168976809" sldId="274"/>
            <ac:graphicFrameMk id="5" creationId="{25E29A0C-A8F6-2F24-AF59-40775A0332D8}"/>
          </ac:graphicFrameMkLst>
        </pc:graphicFrameChg>
      </pc:sldChg>
      <pc:sldChg chg="addSp modSp mod">
        <pc:chgData name="Zhi Wang" userId="7588ea56f58b19c7" providerId="LiveId" clId="{96B72205-E234-467C-A3DC-8BF4882781A8}" dt="2026-10-11T04:20:36.030" v="441" actId="22"/>
        <pc:sldMkLst>
          <pc:docMk/>
          <pc:sldMk cId="675208892" sldId="275"/>
        </pc:sldMkLst>
        <pc:spChg chg="mod">
          <ac:chgData name="Zhi Wang" userId="7588ea56f58b19c7" providerId="LiveId" clId="{96B72205-E234-467C-A3DC-8BF4882781A8}" dt="2026-10-11T04:18:20.198" v="422"/>
          <ac:spMkLst>
            <pc:docMk/>
            <pc:sldMk cId="675208892" sldId="275"/>
            <ac:spMk id="3" creationId="{7EA4E8F0-46EA-15E0-7B52-961E6DF93BAF}"/>
          </ac:spMkLst>
        </pc:spChg>
        <pc:graphicFrameChg chg="add">
          <ac:chgData name="Zhi Wang" userId="7588ea56f58b19c7" providerId="LiveId" clId="{96B72205-E234-467C-A3DC-8BF4882781A8}" dt="2026-10-11T04:20:36.030" v="441" actId="22"/>
          <ac:graphicFrameMkLst>
            <pc:docMk/>
            <pc:sldMk cId="675208892" sldId="275"/>
            <ac:graphicFrameMk id="5" creationId="{2EBB5013-2C33-B456-C37D-F9882042ED94}"/>
          </ac:graphicFrameMkLst>
        </pc:graphicFrameChg>
      </pc:sldChg>
      <pc:sldChg chg="addSp mod">
        <pc:chgData name="Zhi Wang" userId="7588ea56f58b19c7" providerId="LiveId" clId="{96B72205-E234-467C-A3DC-8BF4882781A8}" dt="2026-10-11T04:20:37.358" v="443" actId="22"/>
        <pc:sldMkLst>
          <pc:docMk/>
          <pc:sldMk cId="808058790" sldId="277"/>
        </pc:sldMkLst>
        <pc:graphicFrameChg chg="add">
          <ac:chgData name="Zhi Wang" userId="7588ea56f58b19c7" providerId="LiveId" clId="{96B72205-E234-467C-A3DC-8BF4882781A8}" dt="2026-10-11T04:20:37.358" v="443" actId="22"/>
          <ac:graphicFrameMkLst>
            <pc:docMk/>
            <pc:sldMk cId="808058790" sldId="277"/>
            <ac:graphicFrameMk id="5" creationId="{685A22C8-435C-FE77-D3CE-281CFEA35174}"/>
          </ac:graphicFrameMkLst>
        </pc:graphicFrameChg>
      </pc:sldChg>
      <pc:sldChg chg="addSp mod">
        <pc:chgData name="Zhi Wang" userId="7588ea56f58b19c7" providerId="LiveId" clId="{96B72205-E234-467C-A3DC-8BF4882781A8}" dt="2026-10-11T04:20:36.707" v="442" actId="22"/>
        <pc:sldMkLst>
          <pc:docMk/>
          <pc:sldMk cId="783871476" sldId="278"/>
        </pc:sldMkLst>
        <pc:graphicFrameChg chg="add">
          <ac:chgData name="Zhi Wang" userId="7588ea56f58b19c7" providerId="LiveId" clId="{96B72205-E234-467C-A3DC-8BF4882781A8}" dt="2026-10-11T04:20:36.707" v="442" actId="22"/>
          <ac:graphicFrameMkLst>
            <pc:docMk/>
            <pc:sldMk cId="783871476" sldId="278"/>
            <ac:graphicFrameMk id="4" creationId="{F52A8486-2FFE-693F-7F6F-4CA27E483DBE}"/>
          </ac:graphicFrameMkLst>
        </pc:graphicFrameChg>
      </pc:sldChg>
      <pc:sldChg chg="addSp mod">
        <pc:chgData name="Zhi Wang" userId="7588ea56f58b19c7" providerId="LiveId" clId="{96B72205-E234-467C-A3DC-8BF4882781A8}" dt="2026-10-11T04:20:38.026" v="444" actId="22"/>
        <pc:sldMkLst>
          <pc:docMk/>
          <pc:sldMk cId="3580110435" sldId="279"/>
        </pc:sldMkLst>
        <pc:graphicFrameChg chg="add">
          <ac:chgData name="Zhi Wang" userId="7588ea56f58b19c7" providerId="LiveId" clId="{96B72205-E234-467C-A3DC-8BF4882781A8}" dt="2026-10-11T04:20:38.026" v="444" actId="22"/>
          <ac:graphicFrameMkLst>
            <pc:docMk/>
            <pc:sldMk cId="3580110435" sldId="279"/>
            <ac:graphicFrameMk id="5" creationId="{739DCC28-781F-5FF0-0D14-53511768D6E7}"/>
          </ac:graphicFrameMkLst>
        </pc:graphicFrameChg>
      </pc:sldChg>
      <pc:sldChg chg="addSp mod">
        <pc:chgData name="Zhi Wang" userId="7588ea56f58b19c7" providerId="LiveId" clId="{96B72205-E234-467C-A3DC-8BF4882781A8}" dt="2026-10-11T04:20:38.686" v="445" actId="22"/>
        <pc:sldMkLst>
          <pc:docMk/>
          <pc:sldMk cId="2726694087" sldId="280"/>
        </pc:sldMkLst>
        <pc:graphicFrameChg chg="add">
          <ac:chgData name="Zhi Wang" userId="7588ea56f58b19c7" providerId="LiveId" clId="{96B72205-E234-467C-A3DC-8BF4882781A8}" dt="2026-10-11T04:20:38.686" v="445" actId="22"/>
          <ac:graphicFrameMkLst>
            <pc:docMk/>
            <pc:sldMk cId="2726694087" sldId="280"/>
            <ac:graphicFrameMk id="5" creationId="{81E65033-979E-8C1E-59FD-53B01C7F6F76}"/>
          </ac:graphicFrameMkLst>
        </pc:graphicFrameChg>
      </pc:sldChg>
      <pc:sldChg chg="addSp mod">
        <pc:chgData name="Zhi Wang" userId="7588ea56f58b19c7" providerId="LiveId" clId="{96B72205-E234-467C-A3DC-8BF4882781A8}" dt="2026-10-11T04:20:39.305" v="446" actId="22"/>
        <pc:sldMkLst>
          <pc:docMk/>
          <pc:sldMk cId="3088620002" sldId="281"/>
        </pc:sldMkLst>
        <pc:graphicFrameChg chg="add">
          <ac:chgData name="Zhi Wang" userId="7588ea56f58b19c7" providerId="LiveId" clId="{96B72205-E234-467C-A3DC-8BF4882781A8}" dt="2026-10-11T04:20:39.305" v="446" actId="22"/>
          <ac:graphicFrameMkLst>
            <pc:docMk/>
            <pc:sldMk cId="3088620002" sldId="281"/>
            <ac:graphicFrameMk id="5" creationId="{02FC2DA6-4D12-41C3-A3D5-0D7DBBE7DF63}"/>
          </ac:graphicFrameMkLst>
        </pc:graphicFrameChg>
      </pc:sldChg>
      <pc:sldChg chg="addSp mod">
        <pc:chgData name="Zhi Wang" userId="7588ea56f58b19c7" providerId="LiveId" clId="{96B72205-E234-467C-A3DC-8BF4882781A8}" dt="2026-10-11T04:20:39.933" v="447" actId="22"/>
        <pc:sldMkLst>
          <pc:docMk/>
          <pc:sldMk cId="1257212443" sldId="283"/>
        </pc:sldMkLst>
        <pc:graphicFrameChg chg="add">
          <ac:chgData name="Zhi Wang" userId="7588ea56f58b19c7" providerId="LiveId" clId="{96B72205-E234-467C-A3DC-8BF4882781A8}" dt="2026-10-11T04:20:39.933" v="447" actId="22"/>
          <ac:graphicFrameMkLst>
            <pc:docMk/>
            <pc:sldMk cId="1257212443" sldId="283"/>
            <ac:graphicFrameMk id="6" creationId="{BBE145FE-C0D2-B0B5-E32A-5980881BBB9D}"/>
          </ac:graphicFrameMkLst>
        </pc:graphicFrameChg>
      </pc:sldChg>
      <pc:sldChg chg="addSp mod">
        <pc:chgData name="Zhi Wang" userId="7588ea56f58b19c7" providerId="LiveId" clId="{96B72205-E234-467C-A3DC-8BF4882781A8}" dt="2026-10-11T04:20:40.609" v="448" actId="22"/>
        <pc:sldMkLst>
          <pc:docMk/>
          <pc:sldMk cId="826593275" sldId="284"/>
        </pc:sldMkLst>
        <pc:graphicFrameChg chg="add">
          <ac:chgData name="Zhi Wang" userId="7588ea56f58b19c7" providerId="LiveId" clId="{96B72205-E234-467C-A3DC-8BF4882781A8}" dt="2026-10-11T04:20:40.609" v="448" actId="22"/>
          <ac:graphicFrameMkLst>
            <pc:docMk/>
            <pc:sldMk cId="826593275" sldId="284"/>
            <ac:graphicFrameMk id="5" creationId="{8F8AFDA9-3C50-F1B4-6639-F1BD4EBFB226}"/>
          </ac:graphicFrameMkLst>
        </pc:graphicFrameChg>
      </pc:sldChg>
      <pc:sldChg chg="addSp mod">
        <pc:chgData name="Zhi Wang" userId="7588ea56f58b19c7" providerId="LiveId" clId="{96B72205-E234-467C-A3DC-8BF4882781A8}" dt="2026-10-11T04:20:41.906" v="450" actId="22"/>
        <pc:sldMkLst>
          <pc:docMk/>
          <pc:sldMk cId="3593269509" sldId="285"/>
        </pc:sldMkLst>
        <pc:graphicFrameChg chg="add">
          <ac:chgData name="Zhi Wang" userId="7588ea56f58b19c7" providerId="LiveId" clId="{96B72205-E234-467C-A3DC-8BF4882781A8}" dt="2026-10-11T04:20:41.906" v="450" actId="22"/>
          <ac:graphicFrameMkLst>
            <pc:docMk/>
            <pc:sldMk cId="3593269509" sldId="285"/>
            <ac:graphicFrameMk id="5" creationId="{0AAB3D13-DACA-F242-B2B9-FBD7BE840928}"/>
          </ac:graphicFrameMkLst>
        </pc:graphicFrameChg>
      </pc:sldChg>
      <pc:sldChg chg="addSp mod">
        <pc:chgData name="Zhi Wang" userId="7588ea56f58b19c7" providerId="LiveId" clId="{96B72205-E234-467C-A3DC-8BF4882781A8}" dt="2026-10-11T04:20:41.267" v="449" actId="22"/>
        <pc:sldMkLst>
          <pc:docMk/>
          <pc:sldMk cId="2413476431" sldId="286"/>
        </pc:sldMkLst>
        <pc:graphicFrameChg chg="add">
          <ac:chgData name="Zhi Wang" userId="7588ea56f58b19c7" providerId="LiveId" clId="{96B72205-E234-467C-A3DC-8BF4882781A8}" dt="2026-10-11T04:20:41.267" v="449" actId="22"/>
          <ac:graphicFrameMkLst>
            <pc:docMk/>
            <pc:sldMk cId="2413476431" sldId="286"/>
            <ac:graphicFrameMk id="5" creationId="{40FA5A2B-4604-35E2-C807-4751653C7173}"/>
          </ac:graphicFrameMkLst>
        </pc:graphicFrameChg>
      </pc:sldChg>
      <pc:sldChg chg="addSp mod">
        <pc:chgData name="Zhi Wang" userId="7588ea56f58b19c7" providerId="LiveId" clId="{96B72205-E234-467C-A3DC-8BF4882781A8}" dt="2026-10-11T04:20:42.757" v="451" actId="22"/>
        <pc:sldMkLst>
          <pc:docMk/>
          <pc:sldMk cId="1943983421" sldId="287"/>
        </pc:sldMkLst>
        <pc:graphicFrameChg chg="add">
          <ac:chgData name="Zhi Wang" userId="7588ea56f58b19c7" providerId="LiveId" clId="{96B72205-E234-467C-A3DC-8BF4882781A8}" dt="2026-10-11T04:20:42.757" v="451" actId="22"/>
          <ac:graphicFrameMkLst>
            <pc:docMk/>
            <pc:sldMk cId="1943983421" sldId="287"/>
            <ac:graphicFrameMk id="5" creationId="{2EC44108-7FEA-0963-7C78-C04719B9F679}"/>
          </ac:graphicFrameMkLst>
        </pc:graphicFrameChg>
      </pc:sldChg>
      <pc:sldChg chg="addSp mod">
        <pc:chgData name="Zhi Wang" userId="7588ea56f58b19c7" providerId="LiveId" clId="{96B72205-E234-467C-A3DC-8BF4882781A8}" dt="2026-10-11T04:20:44.176" v="452" actId="22"/>
        <pc:sldMkLst>
          <pc:docMk/>
          <pc:sldMk cId="772009882" sldId="288"/>
        </pc:sldMkLst>
        <pc:graphicFrameChg chg="add">
          <ac:chgData name="Zhi Wang" userId="7588ea56f58b19c7" providerId="LiveId" clId="{96B72205-E234-467C-A3DC-8BF4882781A8}" dt="2026-10-11T04:20:44.176" v="452" actId="22"/>
          <ac:graphicFrameMkLst>
            <pc:docMk/>
            <pc:sldMk cId="772009882" sldId="288"/>
            <ac:graphicFrameMk id="7" creationId="{440D212B-C7E5-4292-7055-208F35C08E41}"/>
          </ac:graphicFrameMkLst>
        </pc:graphicFrameChg>
      </pc:sldChg>
      <pc:sldChg chg="addSp mod">
        <pc:chgData name="Zhi Wang" userId="7588ea56f58b19c7" providerId="LiveId" clId="{96B72205-E234-467C-A3DC-8BF4882781A8}" dt="2026-10-11T04:20:46.096" v="454" actId="22"/>
        <pc:sldMkLst>
          <pc:docMk/>
          <pc:sldMk cId="89573937" sldId="289"/>
        </pc:sldMkLst>
        <pc:graphicFrameChg chg="add">
          <ac:chgData name="Zhi Wang" userId="7588ea56f58b19c7" providerId="LiveId" clId="{96B72205-E234-467C-A3DC-8BF4882781A8}" dt="2026-10-11T04:20:46.096" v="454" actId="22"/>
          <ac:graphicFrameMkLst>
            <pc:docMk/>
            <pc:sldMk cId="89573937" sldId="289"/>
            <ac:graphicFrameMk id="4" creationId="{ACE0EAB1-F4F5-B0F8-63D0-ACB9D9E94824}"/>
          </ac:graphicFrameMkLst>
        </pc:graphicFrameChg>
      </pc:sldChg>
      <pc:sldChg chg="addSp mod">
        <pc:chgData name="Zhi Wang" userId="7588ea56f58b19c7" providerId="LiveId" clId="{96B72205-E234-467C-A3DC-8BF4882781A8}" dt="2026-10-11T04:20:32.674" v="436" actId="22"/>
        <pc:sldMkLst>
          <pc:docMk/>
          <pc:sldMk cId="2084107297" sldId="290"/>
        </pc:sldMkLst>
        <pc:graphicFrameChg chg="add">
          <ac:chgData name="Zhi Wang" userId="7588ea56f58b19c7" providerId="LiveId" clId="{96B72205-E234-467C-A3DC-8BF4882781A8}" dt="2026-10-11T04:20:32.674" v="436" actId="22"/>
          <ac:graphicFrameMkLst>
            <pc:docMk/>
            <pc:sldMk cId="2084107297" sldId="290"/>
            <ac:graphicFrameMk id="4" creationId="{334E90EA-D531-E850-85F9-006DEA8F1725}"/>
          </ac:graphicFrameMkLst>
        </pc:graphicFrameChg>
      </pc:sldChg>
      <pc:sldChg chg="addSp modSp mod">
        <pc:chgData name="Zhi Wang" userId="7588ea56f58b19c7" providerId="LiveId" clId="{96B72205-E234-467C-A3DC-8BF4882781A8}" dt="2026-10-11T04:21:03.181" v="461" actId="1076"/>
        <pc:sldMkLst>
          <pc:docMk/>
          <pc:sldMk cId="2518013242" sldId="291"/>
        </pc:sldMkLst>
        <pc:graphicFrameChg chg="add">
          <ac:chgData name="Zhi Wang" userId="7588ea56f58b19c7" providerId="LiveId" clId="{96B72205-E234-467C-A3DC-8BF4882781A8}" dt="2026-10-11T04:20:44.941" v="453" actId="22"/>
          <ac:graphicFrameMkLst>
            <pc:docMk/>
            <pc:sldMk cId="2518013242" sldId="291"/>
            <ac:graphicFrameMk id="4" creationId="{7FFDE9B9-299A-8878-4CE1-B97ED6AD513B}"/>
          </ac:graphicFrameMkLst>
        </pc:graphicFrameChg>
        <pc:picChg chg="mod">
          <ac:chgData name="Zhi Wang" userId="7588ea56f58b19c7" providerId="LiveId" clId="{96B72205-E234-467C-A3DC-8BF4882781A8}" dt="2026-10-11T04:21:03.181" v="461" actId="1076"/>
          <ac:picMkLst>
            <pc:docMk/>
            <pc:sldMk cId="2518013242" sldId="291"/>
            <ac:picMk id="8" creationId="{3A2FEFA1-3FC2-EF4E-8E80-15F430661E33}"/>
          </ac:picMkLst>
        </pc:picChg>
      </pc:sldChg>
      <pc:sldChg chg="addSp delSp mod">
        <pc:chgData name="Zhi Wang" userId="7588ea56f58b19c7" providerId="LiveId" clId="{96B72205-E234-467C-A3DC-8BF4882781A8}" dt="2026-10-11T04:20:49.485" v="458" actId="22"/>
        <pc:sldMkLst>
          <pc:docMk/>
          <pc:sldMk cId="2164238733" sldId="292"/>
        </pc:sldMkLst>
        <pc:graphicFrameChg chg="add">
          <ac:chgData name="Zhi Wang" userId="7588ea56f58b19c7" providerId="LiveId" clId="{96B72205-E234-467C-A3DC-8BF4882781A8}" dt="2026-10-11T04:20:47.598" v="456" actId="22"/>
          <ac:graphicFrameMkLst>
            <pc:docMk/>
            <pc:sldMk cId="2164238733" sldId="292"/>
            <ac:graphicFrameMk id="5" creationId="{6B95F9C9-3136-C601-330A-C8202DCA1BD6}"/>
          </ac:graphicFrameMkLst>
        </pc:graphicFrameChg>
        <pc:graphicFrameChg chg="add del">
          <ac:chgData name="Zhi Wang" userId="7588ea56f58b19c7" providerId="LiveId" clId="{96B72205-E234-467C-A3DC-8BF4882781A8}" dt="2026-10-11T04:20:49.485" v="458" actId="22"/>
          <ac:graphicFrameMkLst>
            <pc:docMk/>
            <pc:sldMk cId="2164238733" sldId="292"/>
            <ac:graphicFrameMk id="7" creationId="{D42EC8A6-0E55-25F5-A15F-E40C0B1D35E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A8AB4-FF85-49A2-94B2-3E9D0526FCD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85C-B42F-45E2-A64D-6FEB1CCFF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3B31-EC58-4BC9-BC5F-27FA007E5E94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47E2-B9A6-461C-8A23-6F048A030E3C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6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CDE22-E09B-4587-A33F-18D45D6FA70C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5136-EC4E-43C0-A06A-44BF80BFD457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C1F3-57F3-4698-A9C0-F6DA4769858A}" type="datetime1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8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7259C-7F08-4D90-AED9-8BCEA56B1228}" type="datetime1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7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2D7B-A9BB-49A5-BC56-09071BEC2671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0C5D-8D04-40AB-BB33-0418B8BA1DE3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94BB-0BFA-4124-994B-A2FE894AE737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55620-E290-4DC3-AB44-75A20A266FFB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DEBB-2C89-4768-B50D-844382A70E86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B2529-4A3E-4CED-ABE2-E99E875F9D95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7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fi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45.pn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王峙，魏大海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Si.gif">
            <a:extLst>
              <a:ext uri="{FF2B5EF4-FFF2-40B4-BE49-F238E27FC236}">
                <a16:creationId xmlns:a16="http://schemas.microsoft.com/office/drawing/2014/main" id="{5C8EA2D6-D0AC-F642-9688-C1BDC5A46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147" y="4273973"/>
            <a:ext cx="3962400" cy="2526030"/>
          </a:xfrm>
          <a:prstGeom prst="rect">
            <a:avLst/>
          </a:prstGeom>
        </p:spPr>
      </p:pic>
      <p:pic>
        <p:nvPicPr>
          <p:cNvPr id="20" name="内容占位符 5">
            <a:extLst>
              <a:ext uri="{FF2B5EF4-FFF2-40B4-BE49-F238E27FC236}">
                <a16:creationId xmlns:a16="http://schemas.microsoft.com/office/drawing/2014/main" id="{F74C0CCA-0D78-995F-0284-A379C09A7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783" y="660841"/>
            <a:ext cx="3490817" cy="3220279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AC216628-8A77-882E-8939-3BBFF421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回顾：声子</a:t>
            </a:r>
            <a:r>
              <a:rPr lang="en-US" altLang="zh-CN" dirty="0"/>
              <a:t> (phonon)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04528E-D7F8-ABFF-382C-BD0C321F8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简谐近似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牛顿力学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格波解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分析力学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简正坐标，谐振子解           色散关系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量子力学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能量量子化，声子</a:t>
            </a:r>
            <a:endParaRPr lang="zh-CN" altLang="en-US" dirty="0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1A8BE191-DB54-22A1-67CD-FEC0C27E03F5}"/>
              </a:ext>
            </a:extLst>
          </p:cNvPr>
          <p:cNvSpPr/>
          <p:nvPr/>
        </p:nvSpPr>
        <p:spPr>
          <a:xfrm>
            <a:off x="6314661" y="2968487"/>
            <a:ext cx="689113" cy="2166730"/>
          </a:xfrm>
          <a:prstGeom prst="rightBrace">
            <a:avLst>
              <a:gd name="adj1" fmla="val 8333"/>
              <a:gd name="adj2" fmla="val 49694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6745B73-B996-1C38-4EFF-3206AAD1549C}"/>
              </a:ext>
            </a:extLst>
          </p:cNvPr>
          <p:cNvCxnSpPr>
            <a:cxnSpLocks/>
          </p:cNvCxnSpPr>
          <p:nvPr/>
        </p:nvCxnSpPr>
        <p:spPr>
          <a:xfrm>
            <a:off x="4165600" y="3210560"/>
            <a:ext cx="777461" cy="67056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E88B2E3-73EA-C1D9-F7CF-227FDE33D58F}"/>
              </a:ext>
            </a:extLst>
          </p:cNvPr>
          <p:cNvCxnSpPr>
            <a:cxnSpLocks/>
          </p:cNvCxnSpPr>
          <p:nvPr/>
        </p:nvCxnSpPr>
        <p:spPr>
          <a:xfrm>
            <a:off x="5565913" y="4273973"/>
            <a:ext cx="0" cy="62992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B551748-7586-1FBE-AFBB-C4268273F894}"/>
                  </a:ext>
                </a:extLst>
              </p:cNvPr>
              <p:cNvSpPr txBox="1"/>
              <p:nvPr/>
            </p:nvSpPr>
            <p:spPr>
              <a:xfrm>
                <a:off x="4205908" y="5430234"/>
                <a:ext cx="2650435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B551748-7586-1FBE-AFBB-C4268273F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908" y="5430234"/>
                <a:ext cx="2650435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E2D12FC-633D-4026-1432-EB7A60A17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28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28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AF932-F43F-12DC-7B7E-8D5A25E1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电子 </a:t>
            </a:r>
            <a:r>
              <a:rPr lang="en-US" altLang="zh-CN" dirty="0"/>
              <a:t>(Electron)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8B2455-05D1-5959-B62E-684999525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 </a:t>
            </a:r>
            <a:r>
              <a:rPr lang="zh-CN" altLang="en-US" sz="3200" dirty="0">
                <a:sym typeface="Wingdings" panose="05000000000000000000" pitchFamily="2" charset="2"/>
              </a:rPr>
              <a:t>微观机制：</a:t>
            </a:r>
            <a:r>
              <a:rPr lang="zh-CN" altLang="en-US" sz="3200" dirty="0"/>
              <a:t>固体中电子怎样运动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 </a:t>
            </a:r>
            <a:r>
              <a:rPr lang="zh-CN" altLang="en-US" sz="3200" dirty="0">
                <a:sym typeface="Wingdings" panose="05000000000000000000" pitchFamily="2" charset="2"/>
              </a:rPr>
              <a:t>宏观性质：电子运动如何决定物质性质</a:t>
            </a:r>
            <a:endParaRPr lang="zh-CN" altLang="en-US" sz="32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14BD545-9B87-9F90-60CB-E4DD9C78F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86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第四章 能带理论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能带论使用的近似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9253B85-2064-3BEB-E4BD-40DE96732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724DBF6-1535-9D87-236F-552092A51A2D}"/>
              </a:ext>
            </a:extLst>
          </p:cNvPr>
          <p:cNvSpPr/>
          <p:nvPr/>
        </p:nvSpPr>
        <p:spPr>
          <a:xfrm>
            <a:off x="872896" y="3692765"/>
            <a:ext cx="3646404" cy="1424352"/>
          </a:xfrm>
          <a:prstGeom prst="round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8641AAE-7244-1CF0-64DD-A71F2F2F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固体中的定态薛定谔方程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DBA6D6C-FC9F-BE8C-8020-78CD285E380E}"/>
              </a:ext>
            </a:extLst>
          </p:cNvPr>
          <p:cNvCxnSpPr/>
          <p:nvPr/>
        </p:nvCxnSpPr>
        <p:spPr>
          <a:xfrm>
            <a:off x="3800999" y="2187389"/>
            <a:ext cx="39565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C599A-4FBF-814B-9CD3-073357BA482B}"/>
              </a:ext>
            </a:extLst>
          </p:cNvPr>
          <p:cNvCxnSpPr/>
          <p:nvPr/>
        </p:nvCxnSpPr>
        <p:spPr>
          <a:xfrm>
            <a:off x="4403167" y="2187389"/>
            <a:ext cx="395653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19C06A9-627D-7925-8EA9-D8FAEAE5502D}"/>
              </a:ext>
            </a:extLst>
          </p:cNvPr>
          <p:cNvSpPr txBox="1"/>
          <p:nvPr/>
        </p:nvSpPr>
        <p:spPr>
          <a:xfrm>
            <a:off x="2886598" y="246089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电子坐标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F74F59-1DBE-AD2A-1152-127B1A191373}"/>
              </a:ext>
            </a:extLst>
          </p:cNvPr>
          <p:cNvSpPr txBox="1"/>
          <p:nvPr/>
        </p:nvSpPr>
        <p:spPr>
          <a:xfrm>
            <a:off x="4403167" y="246630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原子核坐标</a:t>
            </a:r>
            <a:endParaRPr lang="en-US" sz="2400" dirty="0">
              <a:solidFill>
                <a:srgbClr val="0070C0"/>
              </a:solidFill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28B81DC-23EF-DEE6-96BE-C9EBC7540DAD}"/>
              </a:ext>
            </a:extLst>
          </p:cNvPr>
          <p:cNvCxnSpPr>
            <a:endCxn id="9" idx="0"/>
          </p:cNvCxnSpPr>
          <p:nvPr/>
        </p:nvCxnSpPr>
        <p:spPr>
          <a:xfrm>
            <a:off x="4600993" y="2187389"/>
            <a:ext cx="663949" cy="2789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706F5D8-5F07-8822-77A0-261571A58C20}"/>
              </a:ext>
            </a:extLst>
          </p:cNvPr>
          <p:cNvCxnSpPr/>
          <p:nvPr/>
        </p:nvCxnSpPr>
        <p:spPr>
          <a:xfrm flipH="1">
            <a:off x="3594484" y="2187389"/>
            <a:ext cx="404341" cy="2735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A025A46-DC63-B94C-3D9D-EE7607AACC0E}"/>
              </a:ext>
            </a:extLst>
          </p:cNvPr>
          <p:cNvSpPr txBox="1"/>
          <p:nvPr/>
        </p:nvSpPr>
        <p:spPr>
          <a:xfrm>
            <a:off x="1729375" y="513569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电子哈密顿量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6757181-D6E5-DCDD-0C43-71A669B59ADA}"/>
              </a:ext>
            </a:extLst>
          </p:cNvPr>
          <p:cNvSpPr txBox="1"/>
          <p:nvPr/>
        </p:nvSpPr>
        <p:spPr>
          <a:xfrm>
            <a:off x="5519461" y="513979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原子核哈密顿量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7A2000E-7884-1F27-9328-46B68D7A1B59}"/>
              </a:ext>
            </a:extLst>
          </p:cNvPr>
          <p:cNvSpPr txBox="1"/>
          <p:nvPr/>
        </p:nvSpPr>
        <p:spPr>
          <a:xfrm>
            <a:off x="8884575" y="5130989"/>
            <a:ext cx="1818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</a:rPr>
              <a:t>电</a:t>
            </a:r>
            <a:r>
              <a:rPr lang="en-US" altLang="zh-CN" sz="2400" dirty="0">
                <a:solidFill>
                  <a:srgbClr val="00B050"/>
                </a:solidFill>
              </a:rPr>
              <a:t>-</a:t>
            </a:r>
            <a:r>
              <a:rPr lang="zh-CN" altLang="en-US" sz="2400" dirty="0">
                <a:solidFill>
                  <a:srgbClr val="00B050"/>
                </a:solidFill>
              </a:rPr>
              <a:t>核耦合项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C18630B-8475-D654-5F88-6265809B0B6E}"/>
              </a:ext>
            </a:extLst>
          </p:cNvPr>
          <p:cNvSpPr/>
          <p:nvPr/>
        </p:nvSpPr>
        <p:spPr>
          <a:xfrm>
            <a:off x="4815047" y="3692765"/>
            <a:ext cx="3557428" cy="1424352"/>
          </a:xfrm>
          <a:prstGeom prst="roundRect">
            <a:avLst/>
          </a:prstGeom>
          <a:solidFill>
            <a:srgbClr val="0070C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0147606-78C4-2D4A-5CDE-8017D93E12C0}"/>
              </a:ext>
            </a:extLst>
          </p:cNvPr>
          <p:cNvSpPr/>
          <p:nvPr/>
        </p:nvSpPr>
        <p:spPr>
          <a:xfrm>
            <a:off x="8744423" y="3692765"/>
            <a:ext cx="2098431" cy="1424352"/>
          </a:xfrm>
          <a:prstGeom prst="round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E146C7E-EBCF-4983-05B6-17F6832FFCA3}"/>
                  </a:ext>
                </a:extLst>
              </p:cNvPr>
              <p:cNvSpPr txBox="1"/>
              <p:nvPr/>
            </p:nvSpPr>
            <p:spPr>
              <a:xfrm>
                <a:off x="2927939" y="1636816"/>
                <a:ext cx="6722594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E146C7E-EBCF-4983-05B6-17F6832FF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939" y="1636816"/>
                <a:ext cx="6722594" cy="534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C8F28CA7-18DD-6960-77A1-0C8DAA68FE57}"/>
                  </a:ext>
                </a:extLst>
              </p:cNvPr>
              <p:cNvSpPr txBox="1"/>
              <p:nvPr/>
            </p:nvSpPr>
            <p:spPr>
              <a:xfrm>
                <a:off x="302178" y="3740698"/>
                <a:ext cx="11172825" cy="1293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6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6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6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6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C8F28CA7-18DD-6960-77A1-0C8DAA68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78" y="3740698"/>
                <a:ext cx="11172825" cy="12939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176F2D37-3B6B-92CB-E724-50C5F9407CF5}"/>
              </a:ext>
            </a:extLst>
          </p:cNvPr>
          <p:cNvSpPr txBox="1"/>
          <p:nvPr/>
        </p:nvSpPr>
        <p:spPr>
          <a:xfrm>
            <a:off x="787706" y="320866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非相对论的库仑哈密顿量形式为</a:t>
            </a:r>
            <a:endParaRPr 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9FF8530-D7A5-4995-E99C-D9FF907E6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31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8" grpId="0"/>
      <p:bldP spid="9" grpId="0"/>
      <p:bldP spid="30" grpId="0"/>
      <p:bldP spid="31" grpId="0"/>
      <p:bldP spid="32" grpId="0"/>
      <p:bldP spid="34" grpId="0" animBg="1"/>
      <p:bldP spid="35" grpId="0" animBg="1"/>
      <p:bldP spid="37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7C4CE-F6E3-AD60-793B-67DB8C13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实际上是求解多粒子系统库仑相互作用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57F63D-D63B-E051-6442-470EDA74CA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zh-CN" altLang="en-US" sz="2400" dirty="0"/>
                  <a:t>严格求解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不可能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r>
                  <a:rPr lang="zh-CN" altLang="en-US" sz="2400" dirty="0"/>
                  <a:t>数值求解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复杂度</a:t>
                </a:r>
                <a:r>
                  <a:rPr lang="zh-CN" altLang="en-US" sz="2400" dirty="0"/>
                  <a:t>随粒子数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指数增长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sz="2400" dirty="0"/>
                  <a:t>，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/>
                  <a:t>都在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阿伏伽德罗常数</a:t>
                </a:r>
                <a:r>
                  <a:rPr lang="zh-CN" altLang="en-US" sz="2400" dirty="0"/>
                  <a:t>量级（</a:t>
                </a:r>
                <a:r>
                  <a:rPr lang="en-US" altLang="zh-CN" sz="2400" dirty="0"/>
                  <a:t>10</a:t>
                </a:r>
                <a:r>
                  <a:rPr lang="en-US" altLang="zh-CN" sz="2400" baseline="30000" dirty="0"/>
                  <a:t>23</a:t>
                </a:r>
                <a:r>
                  <a:rPr lang="zh-CN" altLang="en-US" sz="2400" dirty="0"/>
                  <a:t>）</a:t>
                </a:r>
                <a:endParaRPr lang="en-US" altLang="zh-CN" sz="2400" dirty="0"/>
              </a:p>
              <a:p>
                <a:r>
                  <a:rPr lang="zh-CN" altLang="en-US" sz="3200" dirty="0">
                    <a:solidFill>
                      <a:srgbClr val="FF0000"/>
                    </a:solidFill>
                  </a:rPr>
                  <a:t>必须做近似</a:t>
                </a:r>
                <a:endParaRPr lang="en-US" sz="3200" dirty="0">
                  <a:solidFill>
                    <a:srgbClr val="FF000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57F63D-D63B-E051-6442-470EDA74CA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4C462D-A573-5D0A-E089-8C0216AD1549}"/>
              </a:ext>
            </a:extLst>
          </p:cNvPr>
          <p:cNvSpPr/>
          <p:nvPr/>
        </p:nvSpPr>
        <p:spPr>
          <a:xfrm>
            <a:off x="1485900" y="1690688"/>
            <a:ext cx="3312296" cy="1325563"/>
          </a:xfrm>
          <a:prstGeom prst="round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7EE7BD5-A575-0395-D130-86F02D2E7FE9}"/>
              </a:ext>
            </a:extLst>
          </p:cNvPr>
          <p:cNvSpPr/>
          <p:nvPr/>
        </p:nvSpPr>
        <p:spPr>
          <a:xfrm>
            <a:off x="5079549" y="1690687"/>
            <a:ext cx="3405028" cy="1325563"/>
          </a:xfrm>
          <a:prstGeom prst="roundRect">
            <a:avLst/>
          </a:prstGeom>
          <a:solidFill>
            <a:srgbClr val="0070C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B2E654-BA9C-A8EC-F6D4-13C61DA26CD3}"/>
              </a:ext>
            </a:extLst>
          </p:cNvPr>
          <p:cNvSpPr/>
          <p:nvPr/>
        </p:nvSpPr>
        <p:spPr>
          <a:xfrm>
            <a:off x="8765931" y="1690686"/>
            <a:ext cx="1940169" cy="1325563"/>
          </a:xfrm>
          <a:prstGeom prst="round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3F69227-ED27-68EE-736E-36296812B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54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E45BD-C3BF-9369-086F-30B207D6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第一个近似：玻恩</a:t>
            </a:r>
            <a:r>
              <a:rPr lang="en-US" altLang="zh-CN" dirty="0"/>
              <a:t>-</a:t>
            </a:r>
            <a:r>
              <a:rPr lang="zh-CN" altLang="en-US" dirty="0"/>
              <a:t>奥本海默近似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Born-Oppenheimer Approach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F8E447-9A86-D08E-C575-188D2A2AF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8561"/>
            <a:ext cx="7689980" cy="361840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原子核质量是电子质量的</a:t>
            </a:r>
            <a:r>
              <a:rPr lang="en-US" altLang="zh-CN" dirty="0">
                <a:solidFill>
                  <a:srgbClr val="FF0000"/>
                </a:solidFill>
              </a:rPr>
              <a:t>1836.12</a:t>
            </a:r>
            <a:r>
              <a:rPr lang="zh-CN" altLang="en-US" dirty="0">
                <a:solidFill>
                  <a:srgbClr val="FF0000"/>
                </a:solidFill>
              </a:rPr>
              <a:t>倍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在电</a:t>
            </a:r>
            <a:r>
              <a:rPr lang="en-US" altLang="zh-CN" dirty="0"/>
              <a:t>-</a:t>
            </a:r>
            <a:r>
              <a:rPr lang="zh-CN" altLang="en-US" dirty="0"/>
              <a:t>核势场中，相对于电子的运动，</a:t>
            </a:r>
            <a:r>
              <a:rPr lang="zh-CN" altLang="en-US" dirty="0">
                <a:solidFill>
                  <a:srgbClr val="FF0000"/>
                </a:solidFill>
              </a:rPr>
              <a:t>原子核几乎不动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任一时刻，电子仿佛运动在</a:t>
            </a:r>
            <a:r>
              <a:rPr lang="zh-CN" altLang="en-US" dirty="0">
                <a:solidFill>
                  <a:srgbClr val="FF0000"/>
                </a:solidFill>
              </a:rPr>
              <a:t>静止原子核构成的势场中</a:t>
            </a:r>
            <a:r>
              <a:rPr lang="zh-CN" altLang="en-US" dirty="0"/>
              <a:t>，原子核感受不到电子的具体位置，而只能感受到</a:t>
            </a:r>
            <a:r>
              <a:rPr lang="zh-CN" altLang="en-US" dirty="0">
                <a:solidFill>
                  <a:srgbClr val="FF0000"/>
                </a:solidFill>
              </a:rPr>
              <a:t>平均作用力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称为</a:t>
            </a:r>
            <a:r>
              <a:rPr lang="zh-CN" altLang="en-US" dirty="0">
                <a:solidFill>
                  <a:srgbClr val="FF0000"/>
                </a:solidFill>
              </a:rPr>
              <a:t>玻恩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奥本海默近似</a:t>
            </a:r>
            <a:r>
              <a:rPr lang="zh-CN" altLang="en-US" dirty="0"/>
              <a:t>，不严格时也称为</a:t>
            </a:r>
            <a:r>
              <a:rPr lang="zh-CN" altLang="en-US" dirty="0">
                <a:solidFill>
                  <a:srgbClr val="FF0000"/>
                </a:solidFill>
              </a:rPr>
              <a:t>绝热近似 </a:t>
            </a:r>
            <a:r>
              <a:rPr lang="en-US" altLang="zh-CN" dirty="0">
                <a:solidFill>
                  <a:srgbClr val="FF0000"/>
                </a:solidFill>
              </a:rPr>
              <a:t>(adiabatic approach)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AC4B78-E0F3-F70B-2D9E-400379555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809" y="1993981"/>
            <a:ext cx="1820029" cy="23435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8F28B68-EECA-F5DC-2E7C-BA93627BA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3859453"/>
            <a:ext cx="1703520" cy="23175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AE32957-5A45-D31F-2FD2-AF9D5D82014B}"/>
              </a:ext>
            </a:extLst>
          </p:cNvPr>
          <p:cNvSpPr txBox="1"/>
          <p:nvPr/>
        </p:nvSpPr>
        <p:spPr>
          <a:xfrm>
            <a:off x="9012116" y="1640545"/>
            <a:ext cx="1192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Max Born</a:t>
            </a:r>
            <a:endParaRPr 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1CEA4F-0339-5A2D-10C8-07276A6BDFB4}"/>
              </a:ext>
            </a:extLst>
          </p:cNvPr>
          <p:cNvSpPr txBox="1"/>
          <p:nvPr/>
        </p:nvSpPr>
        <p:spPr>
          <a:xfrm>
            <a:off x="9682010" y="6145891"/>
            <a:ext cx="2359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J. Robert Oppenheimer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A6A8F9D-C9D8-835E-D771-553FE7CD4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09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BC334F4-4A6C-176F-2855-1EA2012FD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23" y="830444"/>
            <a:ext cx="7901354" cy="335551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A883908-3433-E873-90FD-5FEA2C637A9F}"/>
              </a:ext>
            </a:extLst>
          </p:cNvPr>
          <p:cNvSpPr txBox="1"/>
          <p:nvPr/>
        </p:nvSpPr>
        <p:spPr>
          <a:xfrm>
            <a:off x="2602523" y="4528289"/>
            <a:ext cx="65063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质子</a:t>
            </a:r>
            <a:r>
              <a:rPr lang="en-US" altLang="zh-CN" sz="2400" dirty="0"/>
              <a:t>/</a:t>
            </a:r>
            <a:r>
              <a:rPr lang="zh-CN" altLang="en-US" sz="2400" dirty="0"/>
              <a:t>电子质量比约为</a:t>
            </a:r>
            <a:r>
              <a:rPr lang="en-US" altLang="zh-CN" sz="2400" dirty="0"/>
              <a:t>1836.12</a:t>
            </a:r>
          </a:p>
          <a:p>
            <a:r>
              <a:rPr lang="zh-CN" altLang="en-US" sz="2400" dirty="0"/>
              <a:t>史上最短的论文之一 </a:t>
            </a:r>
            <a:r>
              <a:rPr lang="en-US" altLang="zh-CN" sz="2400" dirty="0"/>
              <a:t>(Phys. Rev., 80, 487(1950))</a:t>
            </a:r>
            <a:r>
              <a:rPr lang="zh-CN" altLang="en-US" sz="2400" dirty="0"/>
              <a:t> 特地提到这个数值和 </a:t>
            </a:r>
            <a:r>
              <a:rPr lang="en-US" altLang="zh-CN" sz="2400" dirty="0"/>
              <a:t>6π</a:t>
            </a:r>
            <a:r>
              <a:rPr lang="en-US" altLang="zh-CN" sz="2400" baseline="30000" dirty="0"/>
              <a:t>5</a:t>
            </a:r>
            <a:r>
              <a:rPr lang="zh-CN" altLang="en-US" sz="2400" dirty="0"/>
              <a:t>相等</a:t>
            </a:r>
            <a:endParaRPr lang="en-US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0B30A6D-6DB5-8537-8148-828C93DAB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23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8D44C-2144-3DB3-E574-43EBF8DF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玻恩</a:t>
            </a:r>
            <a:r>
              <a:rPr lang="en-US" altLang="zh-CN" dirty="0"/>
              <a:t>-</a:t>
            </a:r>
            <a:r>
              <a:rPr lang="zh-CN" altLang="en-US" dirty="0"/>
              <a:t>奥本海默近似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B05536-5ED2-CFB6-46BE-1A25071149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玻恩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奥本海默近似下的哈密顿量</a:t>
                </a:r>
                <a:endParaRPr lang="en-US" altLang="zh-CN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BO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altLang="zh-CN" dirty="0"/>
              </a:p>
              <a:p>
                <a:r>
                  <a:rPr lang="zh-CN" altLang="en-US" dirty="0"/>
                  <a:t>玻恩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奥本海默近似下的波函数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𝚵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B05536-5ED2-CFB6-46BE-1A2507114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3148484-4EFB-D2F5-FE59-041766FA7E5F}"/>
              </a:ext>
            </a:extLst>
          </p:cNvPr>
          <p:cNvCxnSpPr>
            <a:cxnSpLocks/>
          </p:cNvCxnSpPr>
          <p:nvPr/>
        </p:nvCxnSpPr>
        <p:spPr>
          <a:xfrm>
            <a:off x="5600700" y="5903458"/>
            <a:ext cx="15650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F7D7842-C7AB-D748-87AA-F6F352F8EA6B}"/>
              </a:ext>
            </a:extLst>
          </p:cNvPr>
          <p:cNvSpPr txBox="1"/>
          <p:nvPr/>
        </p:nvSpPr>
        <p:spPr>
          <a:xfrm>
            <a:off x="5242937" y="617696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电子波函数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36D1D6F-6353-5BA2-5D2D-7268A5023C3D}"/>
              </a:ext>
            </a:extLst>
          </p:cNvPr>
          <p:cNvCxnSpPr/>
          <p:nvPr/>
        </p:nvCxnSpPr>
        <p:spPr>
          <a:xfrm flipH="1">
            <a:off x="5950823" y="5903458"/>
            <a:ext cx="404341" cy="2735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15C2DE1-61FE-28DF-7E39-7A5279FEC4D3}"/>
              </a:ext>
            </a:extLst>
          </p:cNvPr>
          <p:cNvCxnSpPr>
            <a:cxnSpLocks/>
          </p:cNvCxnSpPr>
          <p:nvPr/>
        </p:nvCxnSpPr>
        <p:spPr>
          <a:xfrm>
            <a:off x="7535008" y="5898049"/>
            <a:ext cx="127483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78BDF0-4E67-4765-77AA-B870A3C554E2}"/>
              </a:ext>
            </a:extLst>
          </p:cNvPr>
          <p:cNvSpPr txBox="1"/>
          <p:nvPr/>
        </p:nvSpPr>
        <p:spPr>
          <a:xfrm>
            <a:off x="7948070" y="6176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原子核波函数</a:t>
            </a:r>
            <a:endParaRPr lang="en-US" sz="2400" dirty="0">
              <a:solidFill>
                <a:srgbClr val="0070C0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3EADC12-2CE1-E05E-549A-4418A60DED92}"/>
              </a:ext>
            </a:extLst>
          </p:cNvPr>
          <p:cNvCxnSpPr>
            <a:endCxn id="11" idx="0"/>
          </p:cNvCxnSpPr>
          <p:nvPr/>
        </p:nvCxnSpPr>
        <p:spPr>
          <a:xfrm>
            <a:off x="8145896" y="5898049"/>
            <a:ext cx="817837" cy="2789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2228584-4123-E480-0517-B06B4BF126B5}"/>
              </a:ext>
            </a:extLst>
          </p:cNvPr>
          <p:cNvSpPr/>
          <p:nvPr/>
        </p:nvSpPr>
        <p:spPr>
          <a:xfrm>
            <a:off x="8809845" y="2625055"/>
            <a:ext cx="2259670" cy="1424352"/>
          </a:xfrm>
          <a:prstGeom prst="roundRect">
            <a:avLst/>
          </a:prstGeom>
          <a:solidFill>
            <a:srgbClr val="0070C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5E3E8E-BA9A-BD64-0284-BD7D45E5B4E4}"/>
              </a:ext>
            </a:extLst>
          </p:cNvPr>
          <p:cNvSpPr txBox="1"/>
          <p:nvPr/>
        </p:nvSpPr>
        <p:spPr>
          <a:xfrm>
            <a:off x="9117620" y="4054157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</a:rPr>
              <a:t>常数势能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algn="ctr"/>
            <a:r>
              <a:rPr lang="en-US" sz="2400" dirty="0">
                <a:solidFill>
                  <a:srgbClr val="0070C0"/>
                </a:solidFill>
              </a:rPr>
              <a:t>（</a:t>
            </a:r>
            <a:r>
              <a:rPr lang="zh-CN" altLang="en-US" sz="2400" dirty="0">
                <a:solidFill>
                  <a:srgbClr val="0070C0"/>
                </a:solidFill>
              </a:rPr>
              <a:t>原子核</a:t>
            </a:r>
            <a:r>
              <a:rPr lang="en-US" sz="2400" dirty="0">
                <a:solidFill>
                  <a:srgbClr val="0070C0"/>
                </a:solidFill>
              </a:rPr>
              <a:t>）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624DC33-4310-09CE-CEF2-FA47D9F7FB66}"/>
              </a:ext>
            </a:extLst>
          </p:cNvPr>
          <p:cNvSpPr/>
          <p:nvPr/>
        </p:nvSpPr>
        <p:spPr>
          <a:xfrm>
            <a:off x="6327770" y="2625055"/>
            <a:ext cx="2148015" cy="1424352"/>
          </a:xfrm>
          <a:prstGeom prst="round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1083BA-8F7A-93B9-856A-E587B133DC23}"/>
              </a:ext>
            </a:extLst>
          </p:cNvPr>
          <p:cNvSpPr txBox="1"/>
          <p:nvPr/>
        </p:nvSpPr>
        <p:spPr>
          <a:xfrm>
            <a:off x="6529405" y="4054157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</a:rPr>
              <a:t>电子感受到的</a:t>
            </a:r>
            <a:endParaRPr lang="en-US" altLang="zh-CN" sz="2400" dirty="0">
              <a:solidFill>
                <a:srgbClr val="00B050"/>
              </a:solidFill>
            </a:endParaRPr>
          </a:p>
          <a:p>
            <a:r>
              <a:rPr lang="zh-CN" altLang="en-US" sz="2400" dirty="0">
                <a:solidFill>
                  <a:srgbClr val="00B050"/>
                </a:solidFill>
              </a:rPr>
              <a:t>原子核势场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D18919C-418D-0A4F-6B9D-AEACC8058500}"/>
              </a:ext>
            </a:extLst>
          </p:cNvPr>
          <p:cNvSpPr/>
          <p:nvPr/>
        </p:nvSpPr>
        <p:spPr>
          <a:xfrm>
            <a:off x="2215661" y="2625055"/>
            <a:ext cx="3766278" cy="1424352"/>
          </a:xfrm>
          <a:prstGeom prst="round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2D05EB-584F-1A5F-A115-7B713FDE18FA}"/>
              </a:ext>
            </a:extLst>
          </p:cNvPr>
          <p:cNvSpPr txBox="1"/>
          <p:nvPr/>
        </p:nvSpPr>
        <p:spPr>
          <a:xfrm>
            <a:off x="9066324" y="534596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变量分离</a:t>
            </a:r>
            <a:endParaRPr lang="en-US" sz="2800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E04B81-0F89-8E00-B270-45A021E8EF18}"/>
                  </a:ext>
                </a:extLst>
              </p:cNvPr>
              <p:cNvSpPr txBox="1"/>
              <p:nvPr/>
            </p:nvSpPr>
            <p:spPr>
              <a:xfrm>
                <a:off x="6688503" y="1430005"/>
                <a:ext cx="384419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000" dirty="0">
                    <a:highlight>
                      <a:srgbClr val="FFFF00"/>
                    </a:highlight>
                  </a:rPr>
                  <a:t>原子核动能项为零</a:t>
                </a:r>
                <a:endParaRPr lang="en-US" altLang="zh-CN" sz="2000" dirty="0">
                  <a:highlight>
                    <a:srgbClr val="FFFF00"/>
                  </a:highlight>
                </a:endParaRPr>
              </a:p>
              <a:p>
                <a:pPr marL="457200" indent="-457200">
                  <a:buAutoNum type="arabicPeriod"/>
                </a:pPr>
                <a:r>
                  <a:rPr lang="zh-CN" altLang="en-US" sz="2000" dirty="0">
                    <a:highlight>
                      <a:srgbClr val="FFFF00"/>
                    </a:highlight>
                  </a:rPr>
                  <a:t>原子核位置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sz="2000" dirty="0">
                    <a:highlight>
                      <a:srgbClr val="FFFF00"/>
                    </a:highlight>
                  </a:rPr>
                  <a:t>作为常数参数</a:t>
                </a:r>
                <a:endParaRPr lang="en-US" altLang="zh-CN" sz="2000" dirty="0">
                  <a:highlight>
                    <a:srgbClr val="FFFF00"/>
                  </a:highlight>
                </a:endParaRPr>
              </a:p>
              <a:p>
                <a:r>
                  <a:rPr lang="zh-CN" altLang="en-US" sz="2000" dirty="0">
                    <a:highlight>
                      <a:srgbClr val="FFFF00"/>
                    </a:highlight>
                  </a:rPr>
                  <a:t>（</a:t>
                </a:r>
                <a:r>
                  <a:rPr lang="en-US" altLang="zh-CN" sz="2000" dirty="0">
                    <a:highlight>
                      <a:srgbClr val="FFFF00"/>
                    </a:highlight>
                  </a:rPr>
                  <a:t>“</a:t>
                </a:r>
                <a:r>
                  <a:rPr lang="zh-CN" altLang="en-US" sz="2000" dirty="0">
                    <a:highlight>
                      <a:srgbClr val="FFFF00"/>
                    </a:highlight>
                  </a:rPr>
                  <a:t>参数化</a:t>
                </a:r>
                <a:r>
                  <a:rPr lang="en-US" altLang="zh-CN" sz="2000" dirty="0">
                    <a:highlight>
                      <a:srgbClr val="FFFF00"/>
                    </a:highlight>
                  </a:rPr>
                  <a:t>”</a:t>
                </a:r>
                <a:r>
                  <a:rPr lang="zh-CN" altLang="en-US" sz="2000" dirty="0">
                    <a:highlight>
                      <a:srgbClr val="FFFF00"/>
                    </a:highlight>
                  </a:rPr>
                  <a:t>）进入方程</a:t>
                </a:r>
                <a:endParaRPr lang="en-US" sz="20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E04B81-0F89-8E00-B270-45A021E8E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503" y="1430005"/>
                <a:ext cx="3844194" cy="1015663"/>
              </a:xfrm>
              <a:prstGeom prst="rect">
                <a:avLst/>
              </a:prstGeom>
              <a:blipFill>
                <a:blip r:embed="rId3"/>
                <a:stretch>
                  <a:fillRect l="-1743" t="-5422" r="-634" b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D1B4E2E-1233-242A-2475-7A7829F65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37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E642A-B566-6021-4860-0920597E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玻恩</a:t>
            </a:r>
            <a:r>
              <a:rPr lang="en-US" altLang="zh-CN" dirty="0"/>
              <a:t>-</a:t>
            </a:r>
            <a:r>
              <a:rPr lang="zh-CN" altLang="en-US" dirty="0"/>
              <a:t>奥本海默近似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F1B6DE3-0331-6113-F740-C5E5C3688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7739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波函数变量分离后，电子波函数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𝛹</m:t>
                    </m:r>
                  </m:oMath>
                </a14:m>
                <a:r>
                  <a:rPr lang="zh-CN" altLang="en-US" dirty="0"/>
                  <a:t>依旧通过薛定谔方程求解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BO</m:t>
                          </m:r>
                        </m:sub>
                      </m:sSub>
                      <m:r>
                        <a:rPr lang="el-GR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l-GR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原子核部分不求解波函数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𝛯</m:t>
                    </m:r>
                  </m:oMath>
                </a14:m>
                <a:r>
                  <a:rPr lang="zh-CN" altLang="en-US" dirty="0"/>
                  <a:t>，而是作经典处理，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使用牛顿方程处理原子核运动</a:t>
                </a:r>
                <a:r>
                  <a:rPr lang="zh-CN" altLang="en-US" dirty="0"/>
                  <a:t>，称为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经典近似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(classical approach)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背后的原因：与电子比起来，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声子频率低，量子化能量间隔小</a:t>
                </a:r>
                <a:r>
                  <a:rPr lang="zh-CN" altLang="en-US" dirty="0"/>
                  <a:t>，可使用经典近似处理</a:t>
                </a:r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F1B6DE3-0331-6113-F740-C5E5C3688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77398"/>
              </a:xfrm>
              <a:blipFill>
                <a:blip r:embed="rId2"/>
                <a:stretch>
                  <a:fillRect l="-928" b="-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66074A3-5F6A-719B-418D-974A74EA7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21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7CF7CF3-971B-3E91-73AB-74B477466E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势能面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7CF7CF3-971B-3E91-73AB-74B477466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EF26187E-1449-33A2-D4BD-7FB821FF0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366838"/>
            <a:ext cx="10058400" cy="46005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2A63B3-A348-AB1D-8286-75E8B72B3864}"/>
              </a:ext>
            </a:extLst>
          </p:cNvPr>
          <p:cNvSpPr txBox="1"/>
          <p:nvPr/>
        </p:nvSpPr>
        <p:spPr>
          <a:xfrm>
            <a:off x="583569" y="5894685"/>
            <a:ext cx="11335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有多个势能面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对于相同的离子位置，电子所处的状态不止一种</a:t>
            </a:r>
            <a:endParaRPr lang="en-US" altLang="zh-CN" dirty="0"/>
          </a:p>
          <a:p>
            <a:r>
              <a:rPr lang="zh-CN" altLang="en-US" dirty="0"/>
              <a:t>玻恩</a:t>
            </a:r>
            <a:r>
              <a:rPr lang="en-US" altLang="zh-CN" dirty="0"/>
              <a:t>-</a:t>
            </a:r>
            <a:r>
              <a:rPr lang="zh-CN" altLang="en-US" dirty="0"/>
              <a:t>奥本海默近似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/>
              <a:t>当原子核位置发生移动时，电子体系始终在同一条势能面上移动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玻恩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奥本海默近似成立条件：</a:t>
            </a:r>
            <a:r>
              <a:rPr lang="zh-CN" altLang="en-US" dirty="0"/>
              <a:t>不同势能面之间</a:t>
            </a:r>
            <a:r>
              <a:rPr lang="zh-CN" altLang="en-US" dirty="0">
                <a:solidFill>
                  <a:srgbClr val="FF0000"/>
                </a:solidFill>
              </a:rPr>
              <a:t>能量差足够大、耦合足够小，</a:t>
            </a:r>
            <a:r>
              <a:rPr lang="zh-CN" altLang="en-US" dirty="0"/>
              <a:t>离子运动与电子运动</a:t>
            </a:r>
            <a:r>
              <a:rPr lang="zh-CN" altLang="en-US" dirty="0">
                <a:solidFill>
                  <a:srgbClr val="FF0000"/>
                </a:solidFill>
              </a:rPr>
              <a:t>时间尺度分离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34E90EA-D531-E850-85F9-006DEA8F1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10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DDEB8-3A00-723E-CC7E-8455A9D0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第二个近似：平均场近似</a:t>
            </a:r>
            <a:br>
              <a:rPr lang="en-US" altLang="zh-CN" dirty="0"/>
            </a:br>
            <a:r>
              <a:rPr lang="en-US" altLang="zh-CN" dirty="0"/>
              <a:t>(Mean-Field Approach)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F8CDB7C-CC5E-A943-B2AC-67E794DD7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dirty="0"/>
                  <a:t>电子势能仍需解耦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BO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BO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?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sz="2400" dirty="0"/>
                  <a:t>能否使用类似处理声子时的简正坐标法解耦？</a:t>
                </a:r>
                <a:endParaRPr lang="en-US" altLang="zh-CN" sz="24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电子波函数分布、势能形式都很复杂，只使用坐标变换无法有效解耦</a:t>
                </a:r>
                <a:endParaRPr lang="en-US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F8CDB7C-CC5E-A943-B2AC-67E794DD7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9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73734D14-6B74-9E0A-7894-4266A2C3186F}"/>
              </a:ext>
            </a:extLst>
          </p:cNvPr>
          <p:cNvSpPr/>
          <p:nvPr/>
        </p:nvSpPr>
        <p:spPr>
          <a:xfrm>
            <a:off x="6409592" y="3883391"/>
            <a:ext cx="1274885" cy="1178170"/>
          </a:xfrm>
          <a:prstGeom prst="round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0AF75C7-63D0-29B9-55C2-F62C18D37656}"/>
              </a:ext>
            </a:extLst>
          </p:cNvPr>
          <p:cNvSpPr/>
          <p:nvPr/>
        </p:nvSpPr>
        <p:spPr>
          <a:xfrm>
            <a:off x="4126522" y="2570284"/>
            <a:ext cx="6274778" cy="1178170"/>
          </a:xfrm>
          <a:prstGeom prst="round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2AB332D-E2C0-BA10-061C-7F1BC6639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03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6C33B-9E93-6F9A-6578-5E969455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平均场近似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9D0A60-E541-F432-4D66-9609FA625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平均场近似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(mean-field approximation, MFA</a:t>
                </a:r>
                <a:r>
                  <a:rPr lang="en-US" dirty="0">
                    <a:solidFill>
                      <a:srgbClr val="FF0000"/>
                    </a:solidFill>
                  </a:rPr>
                  <a:t>)</a:t>
                </a:r>
                <a:r>
                  <a:rPr lang="zh-CN" altLang="en-US" dirty="0"/>
                  <a:t>：对电子感受到的势场做近似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/>
                  <a:t>对于任一电子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，它与其余所有粒子（电子、原子核）的相互作用，近似为该电子与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一个平均电荷密度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之间的相互作用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只与电子位置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有关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num>
                                    <m:den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9D0A60-E541-F432-4D66-9609FA625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401" r="-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B97F7A0-4BD7-7DFE-9FF5-F86AB96EB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30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3D330-80C5-DC44-E9D3-F05BA836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平均场近似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997F72-49F6-8E8D-3F24-40B08E15F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9372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altLang="zh-CN" dirty="0"/>
                  <a:t>BO+MFA</a:t>
                </a:r>
                <a:r>
                  <a:rPr lang="zh-CN" altLang="en-US" dirty="0"/>
                  <a:t>近似下，多体哈密顿量解耦为单电子哈密顿量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BO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𝑠𝑖𝑛𝑔𝑙𝑒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𝑠𝑖𝑛𝑔𝑙𝑒</m:t>
                          </m:r>
                        </m:sup>
                      </m:sSubSup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dirty="0"/>
                  <a:t>每个电子的哈密顿量可独立求解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𝑠𝑖𝑛𝑔𝑙𝑒</m:t>
                          </m:r>
                        </m:sup>
                      </m:sSubSup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dirty="0"/>
                  <a:t>故平均场近似又称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独立电子近似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(independent-electron approach)</a:t>
                </a:r>
                <a:r>
                  <a:rPr lang="zh-CN" altLang="en-US" dirty="0"/>
                  <a:t>，或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单粒子近似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(single-particle approach)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997F72-49F6-8E8D-3F24-40B08E15F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9372"/>
              </a:xfrm>
              <a:blipFill>
                <a:blip r:embed="rId2"/>
                <a:stretch>
                  <a:fillRect l="-1043" t="-1793" r="-2319" b="-2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13DC870-042C-9AE8-CCA9-435608302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78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28A64-06B8-BFEE-6E12-3CEED3F5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第三个近似：周期场近似</a:t>
            </a:r>
            <a:br>
              <a:rPr lang="en-US" altLang="zh-CN" dirty="0"/>
            </a:br>
            <a:r>
              <a:rPr lang="en-US" altLang="zh-CN" dirty="0"/>
              <a:t>(Periodic-Potential Approach)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F6EF13-A808-F163-3941-54572C840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17986"/>
                <a:ext cx="10515600" cy="4158977"/>
              </a:xfrm>
            </p:spPr>
            <p:txBody>
              <a:bodyPr/>
              <a:lstStyle/>
              <a:p>
                <a:r>
                  <a:rPr lang="zh-CN" altLang="en-US" dirty="0">
                    <a:latin typeface="Cambria Math" panose="02040503050406030204" pitchFamily="18" charset="0"/>
                  </a:rPr>
                  <a:t>平均场</a:t>
                </a:r>
                <a:r>
                  <a:rPr lang="zh-CN" altLang="en-US" dirty="0"/>
                  <a:t>应具有和晶格相同的周期性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为布拉维格矢</a:t>
                </a:r>
                <a:endParaRPr lang="en-US" altLang="zh-CN" dirty="0"/>
              </a:p>
              <a:p>
                <a:r>
                  <a:rPr lang="zh-CN" altLang="en-US" dirty="0"/>
                  <a:t>下节课的主要内容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F6EF13-A808-F163-3941-54572C840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17986"/>
                <a:ext cx="10515600" cy="4158977"/>
              </a:xfrm>
              <a:blipFill>
                <a:blip r:embed="rId2"/>
                <a:stretch>
                  <a:fillRect l="-1043" t="-2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5E29A0C-A8F6-2F24-AF59-40775A033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97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92640-1D36-D52A-1D49-EAE32B15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能带论中的三大近似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A4E8F0-46EA-15E0-7B52-961E6DF93B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玻恩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-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奥本海默近似</a:t>
                </a:r>
                <a:r>
                  <a:rPr lang="zh-CN" altLang="en-US" dirty="0"/>
                  <a:t>：电子和原子核波函数变量分离</a:t>
                </a:r>
                <a:endParaRPr lang="en-US" altLang="zh-CN" dirty="0"/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平均场近似</a:t>
                </a:r>
                <a:r>
                  <a:rPr lang="zh-CN" altLang="en-US" dirty="0"/>
                  <a:t>：多电子问题 </a:t>
                </a:r>
                <a:r>
                  <a:rPr lang="en-US" altLang="zh-CN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dirty="0">
                    <a:sym typeface="Wingdings" panose="05000000000000000000" pitchFamily="2" charset="2"/>
                  </a:rPr>
                  <a:t>单电子问题</a:t>
                </a:r>
                <a:endParaRPr lang="en-US" altLang="zh-CN" dirty="0"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周期场近似</a:t>
                </a:r>
                <a:r>
                  <a:rPr lang="zh-CN" altLang="en-US" dirty="0"/>
                  <a:t>：平均势场具有和晶格相同的周期性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          ↓</a:t>
                </a:r>
                <a:endParaRPr lang="en-US" altLang="zh-CN" dirty="0"/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单电子定态薛定谔方程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A4E8F0-46EA-15E0-7B52-961E6DF93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EBB5013-2C33-B456-C37D-F9882042E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20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第四章 能带理论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单电子问题和它们的解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2A8486-2FFE-693F-7F6F-4CA27E483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871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3B0A2-44E9-7BC2-B191-383D6198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单电子问题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CDCE0-903A-EF89-8D7A-5A3E95555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通过能带论的近似，我们将固体中多电子、多原子核的多体问题化为单电子问题</a:t>
            </a:r>
            <a:endParaRPr lang="en-US" altLang="zh-CN" dirty="0"/>
          </a:p>
          <a:p>
            <a:r>
              <a:rPr lang="zh-CN" altLang="en-US" dirty="0"/>
              <a:t>接下来，我们首先研究一下有哪些单电子问题，以及它们的解波函数具有哪些性质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自由电子问题</a:t>
            </a:r>
            <a:r>
              <a:rPr lang="zh-CN" altLang="en-US" dirty="0"/>
              <a:t> </a:t>
            </a:r>
            <a:r>
              <a:rPr lang="en-US" altLang="zh-CN" dirty="0"/>
              <a:t>(free electron)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无限深势阱问题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盒中粒子 </a:t>
            </a:r>
            <a:r>
              <a:rPr lang="en-US" altLang="zh-CN" dirty="0"/>
              <a:t>(“particle in a box”)</a:t>
            </a:r>
            <a:endParaRPr 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有限深势阱问题 </a:t>
            </a:r>
            <a:r>
              <a:rPr lang="en-US" altLang="zh-CN" dirty="0"/>
              <a:t>(finite potential well)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85A22C8-435C-FE77-D3CE-281CFEA35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05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B8A60-9715-251E-F6B9-17682CA8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自由电子问题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76F1D3-31D3-7CA9-B3EA-815606F87D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488115" cy="4601552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考虑一维空间中的一个电子，它不受任何势能束缚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哈密顿量中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仅有动能项</a:t>
                </a:r>
                <a:r>
                  <a:rPr lang="zh-CN" altLang="en-US" dirty="0"/>
                  <a:t>，定态方程为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>
                    <a:latin typeface="+mn-ea"/>
                  </a:rPr>
                  <a:t>此偏微分方程的形式解为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平面波</a:t>
                </a:r>
                <a:endParaRPr lang="en-US" altLang="zh-CN" dirty="0">
                  <a:solidFill>
                    <a:srgbClr val="FF0000"/>
                  </a:solidFill>
                  <a:latin typeface="+mn-ea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ea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为波矢，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zh-CN" altLang="en-US" dirty="0">
                    <a:latin typeface="+mn-ea"/>
                  </a:rPr>
                  <a:t>代入定态方程求得本征值为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+mn-ea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即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色散关系（波矢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-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能量关系）为二次型（抛物线）</a:t>
                </a:r>
                <a:endParaRPr lang="en-US" dirty="0">
                  <a:solidFill>
                    <a:srgbClr val="FF0000"/>
                  </a:solidFill>
                  <a:latin typeface="+mn-ea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76F1D3-31D3-7CA9-B3EA-815606F87D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488115" cy="4601552"/>
              </a:xfrm>
              <a:blipFill>
                <a:blip r:embed="rId2"/>
                <a:stretch>
                  <a:fillRect l="-977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形 5">
            <a:extLst>
              <a:ext uri="{FF2B5EF4-FFF2-40B4-BE49-F238E27FC236}">
                <a16:creationId xmlns:a16="http://schemas.microsoft.com/office/drawing/2014/main" id="{D5F785B3-A379-A5B5-7F9B-EA0DC4220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315" y="633412"/>
            <a:ext cx="2867025" cy="5591175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39DCC28-781F-5FF0-0D14-53511768D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1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D8E88-10D4-7FD1-57A8-8F39EC03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波函数的归一化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D63595-4222-BA16-6E11-FE315BCB41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𝑖𝑘𝑥</m:t>
                        </m:r>
                      </m:sup>
                    </m:sSup>
                  </m:oMath>
                </a14:m>
                <a:r>
                  <a:rPr lang="zh-CN" altLang="en-US" dirty="0"/>
                  <a:t>需要满足归一化，即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波函数的模方在全空间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的积分为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/>
                  <a:t>物理意义：波函数的模方为在空间某点找到该电子的概率；归一化代表了在空间中总能找到这个电子，即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电子数守恒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ll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space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，得到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l-GR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en-US" altLang="zh-CN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zh-CN" altLang="en-US" dirty="0"/>
                  <a:t>对于自由电子，因为它要分布在无穷大的空间内，波函数的振幅趋向于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，即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在空间任意一点找到该电子的概率均为无穷小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D63595-4222-BA16-6E11-FE315BCB41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1217" t="-1478" r="-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1E65033-979E-8C1E-59FD-53B01C7F6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69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2C78F-7A9A-4B72-0A76-EE5884CD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Particle in a box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662F7BB-0683-49CE-200E-A477B3CD6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22023" cy="466725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现在，给一维自由电子加上一个限制，使其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只能在长度为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L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的区域内自由运动，在这个区域之外是无穷高势垒</a:t>
                </a:r>
                <a:r>
                  <a:rPr lang="zh-CN" altLang="en-US" dirty="0"/>
                  <a:t>，即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0,     0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∞,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zh-CN" altLang="en-US" sz="2800" b="0" i="1" dirty="0">
                        <a:latin typeface="Cambria Math" panose="02040503050406030204" pitchFamily="18" charset="0"/>
                      </a:rPr>
                      <m:t>定态方程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endParaRPr lang="en-US" altLang="zh-CN" i="1" dirty="0"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662F7BB-0683-49CE-200E-A477B3CD6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22023" cy="4667250"/>
              </a:xfrm>
              <a:blipFill>
                <a:blip r:embed="rId2"/>
                <a:stretch>
                  <a:fillRect l="-1569" t="-1305" r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片包含 文本&#10;&#10;描述已自动生成">
            <a:extLst>
              <a:ext uri="{FF2B5EF4-FFF2-40B4-BE49-F238E27FC236}">
                <a16:creationId xmlns:a16="http://schemas.microsoft.com/office/drawing/2014/main" id="{2D0D61D5-B907-B81B-8EDD-F1A8430B7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124" y="1690688"/>
            <a:ext cx="4145897" cy="3245460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2FC2DA6-4D12-41C3-A3D5-0D7DBBE7D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62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2C78F-7A9A-4B72-0A76-EE5884CD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Particle in a box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662F7BB-0683-49CE-200E-A477B3CD6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22023" cy="46672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400" dirty="0">
                    <a:latin typeface="+mn-ea"/>
                  </a:rPr>
                  <a:t>形式解需要满足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</a:rPr>
                  <a:t>边界条件，在势垒边界处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，解得</a:t>
                </a:r>
                <a:endParaRPr lang="en-US" altLang="zh-CN" sz="24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rad>
                                </m:den>
                              </m:f>
                              <m:func>
                                <m:funcPr>
                                  <m:ctrl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    0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为正整数，对应的解为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驻波解</a:t>
                </a:r>
                <a:endParaRPr lang="en-US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662F7BB-0683-49CE-200E-A477B3CD6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22023" cy="4667250"/>
              </a:xfrm>
              <a:blipFill>
                <a:blip r:embed="rId2"/>
                <a:stretch>
                  <a:fillRect l="-1373" t="-1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片包含 文本&#10;&#10;描述已自动生成">
            <a:extLst>
              <a:ext uri="{FF2B5EF4-FFF2-40B4-BE49-F238E27FC236}">
                <a16:creationId xmlns:a16="http://schemas.microsoft.com/office/drawing/2014/main" id="{5FEA857E-97B5-2FEE-770E-00DDACF2E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669" y="365125"/>
            <a:ext cx="4145897" cy="3245460"/>
          </a:xfrm>
          <a:prstGeom prst="rect">
            <a:avLst/>
          </a:prstGeom>
        </p:spPr>
      </p:pic>
      <p:pic>
        <p:nvPicPr>
          <p:cNvPr id="8" name="图片 7" descr="形状&#10;&#10;中度可信度描述已自动生成">
            <a:extLst>
              <a:ext uri="{FF2B5EF4-FFF2-40B4-BE49-F238E27FC236}">
                <a16:creationId xmlns:a16="http://schemas.microsoft.com/office/drawing/2014/main" id="{64F0FEB9-F71B-8FCB-BFA3-F4D2AB399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888789"/>
            <a:ext cx="1868690" cy="2759294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BE145FE-C0D2-B0B5-E32A-5980881BB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21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2C78F-7A9A-4B72-0A76-EE5884CD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Particle in a box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662F7BB-0683-49CE-200E-A477B3CD6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22023" cy="46672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对应的本征值为</a:t>
                </a:r>
                <a:endParaRPr lang="en-US" altLang="zh-CN" sz="24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400" dirty="0"/>
                  <a:t>色散关系依然为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抛物线型</a:t>
                </a:r>
                <a:r>
                  <a:rPr lang="zh-CN" altLang="en-US" sz="2400" dirty="0"/>
                  <a:t>，但能量取值变得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离散（量子化）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为量子数</a:t>
                </a:r>
                <a:r>
                  <a:rPr lang="zh-CN" altLang="en-US" sz="2400" dirty="0"/>
                  <a:t>，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基态</a:t>
                </a:r>
                <a:r>
                  <a:rPr lang="zh-CN" altLang="en-US" sz="2400" dirty="0"/>
                  <a:t>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662F7BB-0683-49CE-200E-A477B3CD6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22023" cy="4667250"/>
              </a:xfrm>
              <a:blipFill>
                <a:blip r:embed="rId2"/>
                <a:stretch>
                  <a:fillRect l="-1569" t="-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形 5">
            <a:extLst>
              <a:ext uri="{FF2B5EF4-FFF2-40B4-BE49-F238E27FC236}">
                <a16:creationId xmlns:a16="http://schemas.microsoft.com/office/drawing/2014/main" id="{9F8B84A7-F216-2CED-E5CA-9DD7E8547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315" y="633412"/>
            <a:ext cx="2867025" cy="5591175"/>
          </a:xfrm>
          <a:prstGeom prst="rect">
            <a:avLst/>
          </a:prstGeom>
        </p:spPr>
      </p:pic>
      <p:sp>
        <p:nvSpPr>
          <p:cNvPr id="7" name="箭头: 左右 6">
            <a:extLst>
              <a:ext uri="{FF2B5EF4-FFF2-40B4-BE49-F238E27FC236}">
                <a16:creationId xmlns:a16="http://schemas.microsoft.com/office/drawing/2014/main" id="{1EEA9A76-C82A-570B-5C34-4408E05B5E52}"/>
              </a:ext>
            </a:extLst>
          </p:cNvPr>
          <p:cNvSpPr/>
          <p:nvPr/>
        </p:nvSpPr>
        <p:spPr>
          <a:xfrm>
            <a:off x="9240714" y="6219947"/>
            <a:ext cx="422031" cy="29893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01BA953-D38A-69C3-D9DB-FAD4D33CF35E}"/>
                  </a:ext>
                </a:extLst>
              </p:cNvPr>
              <p:cNvSpPr txBox="1"/>
              <p:nvPr/>
            </p:nvSpPr>
            <p:spPr>
              <a:xfrm>
                <a:off x="8610600" y="6132903"/>
                <a:ext cx="556113" cy="719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01BA953-D38A-69C3-D9DB-FAD4D33CF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6132903"/>
                <a:ext cx="556113" cy="719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F8AFDA9-3C50-F1B4-6639-F1BD4EBFB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59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3F730-8E73-61C0-5455-F82552A3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77C1CB-5CE2-027B-7D94-3EDBCBB4BE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highlight>
                      <a:srgbClr val="FFFF00"/>
                    </a:highlight>
                  </a:rPr>
                  <a:t>一维空间中的单电子，势场为什么形式时，电子的能级为</a:t>
                </a:r>
                <a:endParaRPr lang="en-US" altLang="zh-CN" dirty="0">
                  <a:highlight>
                    <a:srgbClr val="FFFF00"/>
                  </a:highlight>
                </a:endParaRPr>
              </a:p>
              <a:p>
                <a:endParaRPr lang="en-US" altLang="zh-CN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77C1CB-5CE2-027B-7D94-3EDBCBB4BE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0FA5A2B-4604-35E2-C807-4751653C7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476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16F54-C333-E95D-5F28-F32B23F4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有限深势阱问题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6ADD98-8712-49D8-CCF8-4DF8080BBB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07823" cy="453072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从盒中粒子模型出发，但是两侧势垒高度不是无穷大，而是有限值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   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形式解为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func>
                                    <m:funcPr>
                                      <m:ctrl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𝑘𝑥</m:t>
                                      </m:r>
                                    </m:e>
                                  </m:func>
                                </m:e>
                              </m:func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6ADD98-8712-49D8-CCF8-4DF8080BB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07823" cy="4530725"/>
              </a:xfrm>
              <a:blipFill>
                <a:blip r:embed="rId2"/>
                <a:stretch>
                  <a:fillRect l="-1412" t="-2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表, 直方图&#10;&#10;描述已自动生成">
            <a:extLst>
              <a:ext uri="{FF2B5EF4-FFF2-40B4-BE49-F238E27FC236}">
                <a16:creationId xmlns:a16="http://schemas.microsoft.com/office/drawing/2014/main" id="{D2F655B6-FDE3-DF40-7E90-88421481E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67" y="1351817"/>
            <a:ext cx="3362325" cy="2428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E9B7C6B-D094-107A-CFD1-660624269590}"/>
                  </a:ext>
                </a:extLst>
              </p:cNvPr>
              <p:cNvSpPr txBox="1"/>
              <p:nvPr/>
            </p:nvSpPr>
            <p:spPr>
              <a:xfrm>
                <a:off x="7064702" y="5294489"/>
                <a:ext cx="6097464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ℏ</m:t>
                        </m:r>
                      </m:den>
                    </m:f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ℏ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E9B7C6B-D094-107A-CFD1-660624269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702" y="5294489"/>
                <a:ext cx="6097464" cy="539571"/>
              </a:xfrm>
              <a:prstGeom prst="rect">
                <a:avLst/>
              </a:prstGeom>
              <a:blipFill>
                <a:blip r:embed="rId4"/>
                <a:stretch>
                  <a:fillRect t="-227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AAB3D13-DACA-F242-B2B9-FBD7BE840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26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16F54-C333-E95D-5F28-F32B23F4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阱内波函数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6ADD98-8712-49D8-CCF8-4DF8080BBB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07823" cy="4830152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波函数在边界上连续且可微</a:t>
                </a:r>
                <a:endParaRPr lang="en-US" altLang="zh-CN" sz="2800" dirty="0"/>
              </a:p>
              <a:p>
                <a:pPr marL="285750" indent="-285750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zh-CN" sz="2800" dirty="0"/>
              </a:p>
              <a:p>
                <a:pPr marL="285750" indent="-285750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得到两个超越方程</a:t>
                </a:r>
                <a:endParaRPr lang="en-US" altLang="zh-CN" sz="28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dirty="0"/>
                  <a:t>作图法找出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的可取值（交点）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6ADD98-8712-49D8-CCF8-4DF8080BB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07823" cy="4830152"/>
              </a:xfrm>
              <a:blipFill>
                <a:blip r:embed="rId2"/>
                <a:stretch>
                  <a:fillRect l="-1589" t="-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83C7E377-1A52-4278-0CB8-E317C7AB5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780" y="2544852"/>
            <a:ext cx="5667375" cy="1276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E9B7C6B-D094-107A-CFD1-660624269590}"/>
                  </a:ext>
                </a:extLst>
              </p:cNvPr>
              <p:cNvSpPr txBox="1"/>
              <p:nvPr/>
            </p:nvSpPr>
            <p:spPr>
              <a:xfrm>
                <a:off x="1045735" y="4419525"/>
                <a:ext cx="6097464" cy="14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s-E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24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𝑘𝐿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E9B7C6B-D094-107A-CFD1-660624269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35" y="4419525"/>
                <a:ext cx="6097464" cy="1434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517DD3CA-D781-3417-0082-2AA99EA58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669" y="136525"/>
            <a:ext cx="4410075" cy="2667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64E6ABE-9B87-BC2E-4F64-1AEFAC80B0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581" y="2938462"/>
            <a:ext cx="4286250" cy="361950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D90EB1A-D34A-8482-DF1E-5CC708265454}"/>
              </a:ext>
            </a:extLst>
          </p:cNvPr>
          <p:cNvCxnSpPr>
            <a:cxnSpLocks/>
          </p:cNvCxnSpPr>
          <p:nvPr/>
        </p:nvCxnSpPr>
        <p:spPr>
          <a:xfrm flipV="1">
            <a:off x="5794131" y="2180492"/>
            <a:ext cx="1670538" cy="24970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724807F-516E-1306-CE16-C3AF28687CA4}"/>
              </a:ext>
            </a:extLst>
          </p:cNvPr>
          <p:cNvCxnSpPr>
            <a:cxnSpLocks/>
          </p:cNvCxnSpPr>
          <p:nvPr/>
        </p:nvCxnSpPr>
        <p:spPr>
          <a:xfrm flipV="1">
            <a:off x="5679831" y="5090746"/>
            <a:ext cx="1784838" cy="879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F8BDCBC-3513-CC0E-8928-5925651A385B}"/>
                  </a:ext>
                </a:extLst>
              </p:cNvPr>
              <p:cNvSpPr txBox="1"/>
              <p:nvPr/>
            </p:nvSpPr>
            <p:spPr>
              <a:xfrm>
                <a:off x="8256402" y="3451870"/>
                <a:ext cx="12155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s-ES" sz="1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F8BDCBC-3513-CC0E-8928-5925651A3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402" y="3451870"/>
                <a:ext cx="121552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B93CAE-4EB9-B37E-6CBF-C99A0C6D97B7}"/>
                  </a:ext>
                </a:extLst>
              </p:cNvPr>
              <p:cNvSpPr txBox="1"/>
              <p:nvPr/>
            </p:nvSpPr>
            <p:spPr>
              <a:xfrm>
                <a:off x="8521263" y="4419525"/>
                <a:ext cx="1764161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B93CAE-4EB9-B37E-6CBF-C99A0C6D9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263" y="4419525"/>
                <a:ext cx="1764161" cy="427746"/>
              </a:xfrm>
              <a:prstGeom prst="rect">
                <a:avLst/>
              </a:prstGeom>
              <a:blipFill>
                <a:blip r:embed="rId8"/>
                <a:stretch>
                  <a:fillRect t="-87143" b="-15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578C32C-AEE7-2168-A88B-B4DA3F54DE7F}"/>
                  </a:ext>
                </a:extLst>
              </p:cNvPr>
              <p:cNvSpPr txBox="1"/>
              <p:nvPr/>
            </p:nvSpPr>
            <p:spPr>
              <a:xfrm>
                <a:off x="8864162" y="776413"/>
                <a:ext cx="12155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578C32C-AEE7-2168-A88B-B4DA3F54D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162" y="776413"/>
                <a:ext cx="121552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821CB42-78EF-D2C5-368B-55262AA126B0}"/>
                  </a:ext>
                </a:extLst>
              </p:cNvPr>
              <p:cNvSpPr txBox="1"/>
              <p:nvPr/>
            </p:nvSpPr>
            <p:spPr>
              <a:xfrm>
                <a:off x="8994279" y="1397879"/>
                <a:ext cx="1764161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821CB42-78EF-D2C5-368B-55262AA12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279" y="1397879"/>
                <a:ext cx="1764161" cy="427746"/>
              </a:xfrm>
              <a:prstGeom prst="rect">
                <a:avLst/>
              </a:prstGeom>
              <a:blipFill>
                <a:blip r:embed="rId10"/>
                <a:stretch>
                  <a:fillRect t="-87143" b="-15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>
            <a:extLst>
              <a:ext uri="{FF2B5EF4-FFF2-40B4-BE49-F238E27FC236}">
                <a16:creationId xmlns:a16="http://schemas.microsoft.com/office/drawing/2014/main" id="{9AF052C8-7706-9556-3BD4-F65205C8F24E}"/>
              </a:ext>
            </a:extLst>
          </p:cNvPr>
          <p:cNvSpPr/>
          <p:nvPr/>
        </p:nvSpPr>
        <p:spPr>
          <a:xfrm>
            <a:off x="8861112" y="1499133"/>
            <a:ext cx="160020" cy="16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BB710A5-C49E-DEF8-2233-AEB49E397FE9}"/>
              </a:ext>
            </a:extLst>
          </p:cNvPr>
          <p:cNvSpPr/>
          <p:nvPr/>
        </p:nvSpPr>
        <p:spPr>
          <a:xfrm>
            <a:off x="10048153" y="2154484"/>
            <a:ext cx="160020" cy="16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0FD9A97-9AF5-9DD4-F099-33DB9A0DD6B0}"/>
              </a:ext>
            </a:extLst>
          </p:cNvPr>
          <p:cNvSpPr/>
          <p:nvPr/>
        </p:nvSpPr>
        <p:spPr>
          <a:xfrm>
            <a:off x="8336019" y="4000281"/>
            <a:ext cx="160020" cy="16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A0CC74D-7B0A-7D2C-1142-960D6FC83210}"/>
              </a:ext>
            </a:extLst>
          </p:cNvPr>
          <p:cNvSpPr/>
          <p:nvPr/>
        </p:nvSpPr>
        <p:spPr>
          <a:xfrm>
            <a:off x="9618908" y="5592912"/>
            <a:ext cx="160020" cy="16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01552A6-C20C-787A-D5D8-46241DD19161}"/>
              </a:ext>
            </a:extLst>
          </p:cNvPr>
          <p:cNvSpPr/>
          <p:nvPr/>
        </p:nvSpPr>
        <p:spPr>
          <a:xfrm>
            <a:off x="10810781" y="6053265"/>
            <a:ext cx="160020" cy="16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5E603D-7957-BD20-8BD2-3CB9D9D1DC71}"/>
              </a:ext>
            </a:extLst>
          </p:cNvPr>
          <p:cNvSpPr txBox="1"/>
          <p:nvPr/>
        </p:nvSpPr>
        <p:spPr>
          <a:xfrm>
            <a:off x="8481590" y="15287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</a:t>
            </a:r>
            <a:endParaRPr 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6A6142-0BAC-855D-3DDE-5A51D815C798}"/>
              </a:ext>
            </a:extLst>
          </p:cNvPr>
          <p:cNvSpPr txBox="1"/>
          <p:nvPr/>
        </p:nvSpPr>
        <p:spPr>
          <a:xfrm>
            <a:off x="7982095" y="402454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</a:t>
            </a:r>
            <a:endParaRPr 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08DC24-19BA-0AD0-2695-1B7C1933B0FB}"/>
              </a:ext>
            </a:extLst>
          </p:cNvPr>
          <p:cNvSpPr txBox="1"/>
          <p:nvPr/>
        </p:nvSpPr>
        <p:spPr>
          <a:xfrm>
            <a:off x="9602634" y="21299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</a:t>
            </a:r>
            <a:endParaRPr 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8878E8-74E8-B99E-36C8-7B82C4D3A989}"/>
              </a:ext>
            </a:extLst>
          </p:cNvPr>
          <p:cNvSpPr txBox="1"/>
          <p:nvPr/>
        </p:nvSpPr>
        <p:spPr>
          <a:xfrm>
            <a:off x="9187136" y="55929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</a:t>
            </a:r>
            <a:endParaRPr 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5BD0CF7-A584-AFB9-BE41-E6F5B0CC20CC}"/>
              </a:ext>
            </a:extLst>
          </p:cNvPr>
          <p:cNvSpPr txBox="1"/>
          <p:nvPr/>
        </p:nvSpPr>
        <p:spPr>
          <a:xfrm>
            <a:off x="10628249" y="57050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</a:t>
            </a:r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EC44108-7FEA-0963-7C78-C04719B9F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98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16C1-1799-73BD-2F6C-A0A50F20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两种情况下的解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DE0DB9-6622-CA44-97E7-359896FF0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41831" cy="435133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1</a:t>
                </a:r>
                <a:r>
                  <a:rPr lang="en-US" altLang="zh-CN" dirty="0"/>
                  <a:t>. </a:t>
                </a:r>
                <a:r>
                  <a:rPr lang="zh-CN" altLang="en-US" dirty="0"/>
                  <a:t>宽深势阱，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很大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2</a:t>
                </a:r>
                <a:r>
                  <a:rPr lang="en-US" altLang="zh-CN" dirty="0"/>
                  <a:t>. </a:t>
                </a:r>
                <a:r>
                  <a:rPr lang="zh-CN" altLang="en-US" dirty="0"/>
                  <a:t>浅窄势阱，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很小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zh-CN" altLang="en-US" dirty="0"/>
                  <a:t>从图上可看出，至少存在一个交点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zh-CN" altLang="en-US" dirty="0"/>
                  <a:t>即，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不论势阱多么浅，都至少存在一个井内的束缚态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DE0DB9-6622-CA44-97E7-359896FF0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41831" cy="4351338"/>
              </a:xfrm>
              <a:blipFill>
                <a:blip r:embed="rId2"/>
                <a:stretch>
                  <a:fillRect l="-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3429B87E-CD95-FE3B-E57E-AB43F4C50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669" y="136525"/>
            <a:ext cx="4410075" cy="2667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A6B315-989E-BAE8-DFB7-384BE281F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581" y="2938462"/>
            <a:ext cx="4286250" cy="361950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40D212B-C7E5-4292-7055-208F35C08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00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F00023-362B-CE8D-290E-1EE6B6C3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束缚态波函数</a:t>
            </a:r>
            <a:endParaRPr lang="en-US" dirty="0"/>
          </a:p>
        </p:txBody>
      </p:sp>
      <p:pic>
        <p:nvPicPr>
          <p:cNvPr id="8" name="图片 7" descr="图表, 直方图&#10;&#10;描述已自动生成">
            <a:extLst>
              <a:ext uri="{FF2B5EF4-FFF2-40B4-BE49-F238E27FC236}">
                <a16:creationId xmlns:a16="http://schemas.microsoft.com/office/drawing/2014/main" id="{3A2FEFA1-3FC2-EF4E-8E80-15F430661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9784976" cy="6343650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FFDE9B9-299A-8878-4CE1-B97ED6AD5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013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52084-A685-1F48-035B-F49CC550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三种单电子问题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8A876AF5-B885-139B-DB72-B7540F054C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00456592"/>
                  </p:ext>
                </p:extLst>
              </p:nvPr>
            </p:nvGraphicFramePr>
            <p:xfrm>
              <a:off x="838200" y="1987105"/>
              <a:ext cx="10385743" cy="416719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097874">
                      <a:extLst>
                        <a:ext uri="{9D8B030D-6E8A-4147-A177-3AD203B41FA5}">
                          <a16:colId xmlns:a16="http://schemas.microsoft.com/office/drawing/2014/main" val="218483018"/>
                        </a:ext>
                      </a:extLst>
                    </a:gridCol>
                    <a:gridCol w="2097874">
                      <a:extLst>
                        <a:ext uri="{9D8B030D-6E8A-4147-A177-3AD203B41FA5}">
                          <a16:colId xmlns:a16="http://schemas.microsoft.com/office/drawing/2014/main" val="345168169"/>
                        </a:ext>
                      </a:extLst>
                    </a:gridCol>
                    <a:gridCol w="2097874">
                      <a:extLst>
                        <a:ext uri="{9D8B030D-6E8A-4147-A177-3AD203B41FA5}">
                          <a16:colId xmlns:a16="http://schemas.microsoft.com/office/drawing/2014/main" val="447402443"/>
                        </a:ext>
                      </a:extLst>
                    </a:gridCol>
                    <a:gridCol w="4092121">
                      <a:extLst>
                        <a:ext uri="{9D8B030D-6E8A-4147-A177-3AD203B41FA5}">
                          <a16:colId xmlns:a16="http://schemas.microsoft.com/office/drawing/2014/main" val="19063552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波函数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色散关系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能量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340792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自由电子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平面波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二次型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oMath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连续取值</a:t>
                          </a:r>
                          <a:endParaRPr lang="en-US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4496009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盒中粒子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驻波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二次型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oMath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离散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zh-CN" altLang="en-US" sz="2400" b="0" dirty="0"/>
                            <a:t>基态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zh-CN" altLang="en-US" sz="2400" b="0" dirty="0"/>
                            <a:t>，能级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8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673183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有限深势阱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阱内正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/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余弦函数叠加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阱外指数衰减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二次型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oMath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离散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zh-CN" altLang="en-US" sz="2400" b="0" dirty="0"/>
                            <a:t>与势阱有关，但至少存在一个束缚态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en-US" sz="2400" b="0" dirty="0"/>
                            <a:t>（</a:t>
                          </a:r>
                          <a:r>
                            <a:rPr lang="zh-CN" altLang="en-US" sz="2400" b="0" dirty="0"/>
                            <a:t>作图法求解</a:t>
                          </a:r>
                          <a:r>
                            <a:rPr lang="en-US" sz="2400" b="0" dirty="0"/>
                            <a:t>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2530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8A876AF5-B885-139B-DB72-B7540F054C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00456592"/>
                  </p:ext>
                </p:extLst>
              </p:nvPr>
            </p:nvGraphicFramePr>
            <p:xfrm>
              <a:off x="838200" y="1987105"/>
              <a:ext cx="10385743" cy="416719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097874">
                      <a:extLst>
                        <a:ext uri="{9D8B030D-6E8A-4147-A177-3AD203B41FA5}">
                          <a16:colId xmlns:a16="http://schemas.microsoft.com/office/drawing/2014/main" val="218483018"/>
                        </a:ext>
                      </a:extLst>
                    </a:gridCol>
                    <a:gridCol w="2097874">
                      <a:extLst>
                        <a:ext uri="{9D8B030D-6E8A-4147-A177-3AD203B41FA5}">
                          <a16:colId xmlns:a16="http://schemas.microsoft.com/office/drawing/2014/main" val="345168169"/>
                        </a:ext>
                      </a:extLst>
                    </a:gridCol>
                    <a:gridCol w="2097874">
                      <a:extLst>
                        <a:ext uri="{9D8B030D-6E8A-4147-A177-3AD203B41FA5}">
                          <a16:colId xmlns:a16="http://schemas.microsoft.com/office/drawing/2014/main" val="447402443"/>
                        </a:ext>
                      </a:extLst>
                    </a:gridCol>
                    <a:gridCol w="4092121">
                      <a:extLst>
                        <a:ext uri="{9D8B030D-6E8A-4147-A177-3AD203B41FA5}">
                          <a16:colId xmlns:a16="http://schemas.microsoft.com/office/drawing/2014/main" val="1906355269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en-US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波函数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色散关系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能量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340792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自由电子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平面波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91" t="-56875" r="-195640" b="-28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连续取值</a:t>
                          </a:r>
                          <a:endParaRPr lang="en-US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4496009"/>
                      </a:ext>
                    </a:extLst>
                  </a:tr>
                  <a:tr h="11225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盒中粒子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驻波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91" t="-136413" r="-195640" b="-149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3720" t="-136413" r="-149" b="-1494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673183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有限深势阱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阱内正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/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余弦函数叠加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阱外指数衰减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91" t="-169922" r="-195640" b="-74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离散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zh-CN" altLang="en-US" sz="2400" b="0" dirty="0"/>
                            <a:t>与势阱有关，但至少存在一个束缚态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en-US" sz="2400" b="0" dirty="0"/>
                            <a:t>（</a:t>
                          </a:r>
                          <a:r>
                            <a:rPr lang="zh-CN" altLang="en-US" sz="2400" b="0" dirty="0"/>
                            <a:t>作图法求解</a:t>
                          </a:r>
                          <a:r>
                            <a:rPr lang="en-US" sz="2400" b="0" dirty="0"/>
                            <a:t>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25308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CE0EAB1-F4F5-B0F8-63D0-ACB9D9E94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73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6D636-AFEC-F3CC-99F0-D2D33FA6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</a:rPr>
              <a:t>思考：本章所用势场形式为何与声子推导中不同？</a:t>
            </a:r>
            <a:endParaRPr lang="en-US" sz="4000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091639E-8040-84C2-81AA-C38644BA13B6}"/>
                  </a:ext>
                </a:extLst>
              </p:cNvPr>
              <p:cNvSpPr txBox="1"/>
              <p:nvPr/>
            </p:nvSpPr>
            <p:spPr>
              <a:xfrm>
                <a:off x="947623" y="2690692"/>
                <a:ext cx="4723666" cy="1937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091639E-8040-84C2-81AA-C38644BA1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23" y="2690692"/>
                <a:ext cx="4723666" cy="19379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F4D1B90-AADD-F670-6916-61AF112B15A6}"/>
                  </a:ext>
                </a:extLst>
              </p:cNvPr>
              <p:cNvSpPr txBox="1"/>
              <p:nvPr/>
            </p:nvSpPr>
            <p:spPr>
              <a:xfrm>
                <a:off x="5138738" y="2192712"/>
                <a:ext cx="6685084" cy="1956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𝑝𝑎𝑖𝑟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𝑡𝑟𝑖𝑝𝑙𝑒𝑡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F4D1B90-AADD-F670-6916-61AF112B1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738" y="2192712"/>
                <a:ext cx="6685084" cy="1956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30686D9-5E0A-90D9-DB7B-460D36F551FB}"/>
                  </a:ext>
                </a:extLst>
              </p:cNvPr>
              <p:cNvSpPr txBox="1"/>
              <p:nvPr/>
            </p:nvSpPr>
            <p:spPr>
              <a:xfrm>
                <a:off x="5847277" y="4262357"/>
                <a:ext cx="6097464" cy="817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𝑝𝑎𝑖𝑟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30686D9-5E0A-90D9-DB7B-460D36F55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277" y="4262357"/>
                <a:ext cx="6097464" cy="8173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C2C36FE4-D816-457C-F819-6F33896F0459}"/>
              </a:ext>
            </a:extLst>
          </p:cNvPr>
          <p:cNvSpPr txBox="1"/>
          <p:nvPr/>
        </p:nvSpPr>
        <p:spPr>
          <a:xfrm>
            <a:off x="5397378" y="3251484"/>
            <a:ext cx="8997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v.s</a:t>
            </a:r>
            <a:r>
              <a:rPr lang="en-US" sz="4400" dirty="0"/>
              <a:t>.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06FFB31-6E49-1880-5A7D-D1FBB5088719}"/>
              </a:ext>
            </a:extLst>
          </p:cNvPr>
          <p:cNvSpPr/>
          <p:nvPr/>
        </p:nvSpPr>
        <p:spPr>
          <a:xfrm>
            <a:off x="1415514" y="2577963"/>
            <a:ext cx="3787884" cy="2163425"/>
          </a:xfrm>
          <a:prstGeom prst="round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F5FC298-2729-76E8-134C-41877554F34A}"/>
              </a:ext>
            </a:extLst>
          </p:cNvPr>
          <p:cNvSpPr/>
          <p:nvPr/>
        </p:nvSpPr>
        <p:spPr>
          <a:xfrm>
            <a:off x="6426496" y="2051966"/>
            <a:ext cx="4927304" cy="3215420"/>
          </a:xfrm>
          <a:prstGeom prst="roundRect">
            <a:avLst/>
          </a:prstGeom>
          <a:solidFill>
            <a:srgbClr val="0070C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A03989-B7D1-DD27-6B28-CD3DBA7A7619}"/>
              </a:ext>
            </a:extLst>
          </p:cNvPr>
          <p:cNvSpPr txBox="1"/>
          <p:nvPr/>
        </p:nvSpPr>
        <p:spPr>
          <a:xfrm>
            <a:off x="333870" y="5569545"/>
            <a:ext cx="116108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非相对论库仑体系的显式相互作用就是</a:t>
            </a:r>
            <a:r>
              <a:rPr lang="zh-CN" altLang="en-US" dirty="0">
                <a:solidFill>
                  <a:srgbClr val="FF0000"/>
                </a:solidFill>
              </a:rPr>
              <a:t>成对的库仑势</a:t>
            </a:r>
            <a:r>
              <a:rPr lang="zh-CN" altLang="en-US" dirty="0"/>
              <a:t>，因此实哈密顿量</a:t>
            </a:r>
            <a:r>
              <a:rPr lang="zh-CN" altLang="en-US" dirty="0">
                <a:solidFill>
                  <a:srgbClr val="FF0000"/>
                </a:solidFill>
              </a:rPr>
              <a:t>只包含二体算符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晶体结合能、声子推导过程中，相当于把</a:t>
            </a:r>
            <a:r>
              <a:rPr lang="zh-CN" altLang="en-US" dirty="0">
                <a:solidFill>
                  <a:srgbClr val="FF0000"/>
                </a:solidFill>
              </a:rPr>
              <a:t>电子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原子核“整合”为一个有效整体</a:t>
            </a:r>
            <a:r>
              <a:rPr lang="zh-CN" altLang="en-US" dirty="0"/>
              <a:t>，这导致出现了有效的多体贡献。</a:t>
            </a:r>
            <a:endParaRPr lang="en-US" altLang="zh-CN" dirty="0"/>
          </a:p>
          <a:p>
            <a:r>
              <a:rPr lang="zh-CN" altLang="en-US" dirty="0"/>
              <a:t>这正是为什么许多经验</a:t>
            </a:r>
            <a:r>
              <a:rPr lang="en-US" altLang="zh-CN" dirty="0"/>
              <a:t>/</a:t>
            </a:r>
            <a:r>
              <a:rPr lang="zh-CN" altLang="en-US" dirty="0"/>
              <a:t>半经验势要写成二体 </a:t>
            </a:r>
            <a:r>
              <a:rPr lang="en-US" altLang="zh-CN" dirty="0"/>
              <a:t>+ </a:t>
            </a:r>
            <a:r>
              <a:rPr lang="zh-CN" altLang="en-US" dirty="0"/>
              <a:t>三体 </a:t>
            </a:r>
            <a:r>
              <a:rPr lang="en-US" altLang="zh-CN" dirty="0"/>
              <a:t>+ …</a:t>
            </a:r>
            <a:r>
              <a:rPr lang="zh-CN" altLang="en-US" dirty="0"/>
              <a:t>的形式</a:t>
            </a:r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763CF3D-2864-146B-1804-8CB618319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1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3A1B5-87B5-3B04-32A8-64A2B093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EFE8D1-97E8-82DE-6B9E-66EAF88FB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能带论采用的三种近似，物理意义</a:t>
            </a:r>
            <a:endParaRPr lang="en-US" altLang="zh-CN" dirty="0"/>
          </a:p>
          <a:p>
            <a:r>
              <a:rPr lang="zh-CN" altLang="en-US" dirty="0"/>
              <a:t>三种单电子问题，解波函数性质，能量取值</a:t>
            </a:r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B95F9C9-3136-C601-330A-C8202DCA1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928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238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2762</TotalTime>
  <Words>2855</Words>
  <Application>Microsoft Office PowerPoint</Application>
  <PresentationFormat>宽屏</PresentationFormat>
  <Paragraphs>309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黑体</vt:lpstr>
      <vt:lpstr>微软雅黑</vt:lpstr>
      <vt:lpstr>Aptos</vt:lpstr>
      <vt:lpstr>Arial</vt:lpstr>
      <vt:lpstr>Calibri</vt:lpstr>
      <vt:lpstr>Cambria Math</vt:lpstr>
      <vt:lpstr>Wingdings</vt:lpstr>
      <vt:lpstr>Office 2013 - 2022 主题</vt:lpstr>
      <vt:lpstr>固体物理（2班） Solid state physics</vt:lpstr>
      <vt:lpstr>回顾：声子 (phonon)</vt:lpstr>
      <vt:lpstr>电子 (Electron)</vt:lpstr>
      <vt:lpstr>第四章 能带理论</vt:lpstr>
      <vt:lpstr>固体中的定态薛定谔方程</vt:lpstr>
      <vt:lpstr>实际上是求解多粒子系统库仑相互作用</vt:lpstr>
      <vt:lpstr>第一个近似：玻恩-奥本海默近似 （Born-Oppenheimer Approach）</vt:lpstr>
      <vt:lpstr>PowerPoint 演示文稿</vt:lpstr>
      <vt:lpstr>玻恩-奥本海默近似</vt:lpstr>
      <vt:lpstr>玻恩-奥本海默近似</vt:lpstr>
      <vt:lpstr>势能面E({R})</vt:lpstr>
      <vt:lpstr>第二个近似：平均场近似 (Mean-Field Approach)</vt:lpstr>
      <vt:lpstr>平均场近似</vt:lpstr>
      <vt:lpstr>平均场近似</vt:lpstr>
      <vt:lpstr>第三个近似：周期场近似 (Periodic-Potential Approach)</vt:lpstr>
      <vt:lpstr>能带论中的三大近似</vt:lpstr>
      <vt:lpstr>第四章 能带理论</vt:lpstr>
      <vt:lpstr>单电子问题</vt:lpstr>
      <vt:lpstr>自由电子问题</vt:lpstr>
      <vt:lpstr>波函数的归一化</vt:lpstr>
      <vt:lpstr>Particle in a box</vt:lpstr>
      <vt:lpstr>Particle in a box</vt:lpstr>
      <vt:lpstr>Particle in a box</vt:lpstr>
      <vt:lpstr>思考</vt:lpstr>
      <vt:lpstr>有限深势阱问题</vt:lpstr>
      <vt:lpstr>阱内波函数</vt:lpstr>
      <vt:lpstr>两种情况下的解</vt:lpstr>
      <vt:lpstr>束缚态波函数</vt:lpstr>
      <vt:lpstr>三种单电子问题</vt:lpstr>
      <vt:lpstr>思考：本章所用势场形式为何与声子推导中不同？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3</cp:revision>
  <dcterms:created xsi:type="dcterms:W3CDTF">2024-09-10T08:37:43Z</dcterms:created>
  <dcterms:modified xsi:type="dcterms:W3CDTF">2026-10-11T04:21:05Z</dcterms:modified>
</cp:coreProperties>
</file>