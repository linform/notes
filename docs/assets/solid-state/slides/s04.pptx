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57" r:id="rId2"/>
    <p:sldId id="261" r:id="rId3"/>
    <p:sldId id="262" r:id="rId4"/>
    <p:sldId id="306" r:id="rId5"/>
    <p:sldId id="318" r:id="rId6"/>
    <p:sldId id="307" r:id="rId7"/>
    <p:sldId id="309" r:id="rId8"/>
    <p:sldId id="380" r:id="rId9"/>
    <p:sldId id="381" r:id="rId10"/>
    <p:sldId id="382" r:id="rId11"/>
    <p:sldId id="383" r:id="rId12"/>
    <p:sldId id="384" r:id="rId13"/>
    <p:sldId id="385" r:id="rId14"/>
    <p:sldId id="310" r:id="rId15"/>
    <p:sldId id="311" r:id="rId16"/>
    <p:sldId id="346" r:id="rId17"/>
    <p:sldId id="321" r:id="rId18"/>
    <p:sldId id="326" r:id="rId19"/>
    <p:sldId id="347" r:id="rId20"/>
    <p:sldId id="348" r:id="rId21"/>
    <p:sldId id="349" r:id="rId22"/>
    <p:sldId id="386" r:id="rId23"/>
    <p:sldId id="351" r:id="rId24"/>
    <p:sldId id="354" r:id="rId25"/>
    <p:sldId id="352" r:id="rId26"/>
    <p:sldId id="356" r:id="rId27"/>
    <p:sldId id="353" r:id="rId28"/>
    <p:sldId id="319" r:id="rId29"/>
    <p:sldId id="340" r:id="rId30"/>
    <p:sldId id="328" r:id="rId31"/>
    <p:sldId id="357" r:id="rId32"/>
    <p:sldId id="343" r:id="rId33"/>
    <p:sldId id="320" r:id="rId34"/>
    <p:sldId id="370" r:id="rId35"/>
    <p:sldId id="341" r:id="rId36"/>
    <p:sldId id="329" r:id="rId37"/>
    <p:sldId id="369" r:id="rId38"/>
    <p:sldId id="367" r:id="rId39"/>
    <p:sldId id="368" r:id="rId40"/>
    <p:sldId id="332" r:id="rId41"/>
    <p:sldId id="371" r:id="rId42"/>
    <p:sldId id="372" r:id="rId43"/>
    <p:sldId id="365" r:id="rId44"/>
    <p:sldId id="373" r:id="rId45"/>
    <p:sldId id="363" r:id="rId46"/>
    <p:sldId id="364" r:id="rId47"/>
    <p:sldId id="374" r:id="rId48"/>
    <p:sldId id="360" r:id="rId49"/>
    <p:sldId id="359" r:id="rId50"/>
    <p:sldId id="358" r:id="rId51"/>
    <p:sldId id="362" r:id="rId52"/>
    <p:sldId id="375" r:id="rId53"/>
    <p:sldId id="376" r:id="rId54"/>
    <p:sldId id="355" r:id="rId55"/>
    <p:sldId id="377" r:id="rId56"/>
    <p:sldId id="378" r:id="rId57"/>
    <p:sldId id="379" r:id="rId58"/>
    <p:sldId id="278"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47D28A-E705-479F-A19D-ECF366D72121}" v="115" dt="2026-09-15T08:31:42.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152" d="100"/>
          <a:sy n="152" d="100"/>
        </p:scale>
        <p:origin x="226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 Wang" userId="7588ea56f58b19c7" providerId="LiveId" clId="{774C7CDD-8B60-419F-A773-E1B9126FB4F0}"/>
    <pc:docChg chg="undo custSel modSld sldOrd">
      <pc:chgData name="Zhi Wang" userId="7588ea56f58b19c7" providerId="LiveId" clId="{774C7CDD-8B60-419F-A773-E1B9126FB4F0}" dt="2026-09-15T08:32:54.737" v="602" actId="1076"/>
      <pc:docMkLst>
        <pc:docMk/>
      </pc:docMkLst>
      <pc:sldChg chg="modSp">
        <pc:chgData name="Zhi Wang" userId="7588ea56f58b19c7" providerId="LiveId" clId="{774C7CDD-8B60-419F-A773-E1B9126FB4F0}" dt="2026-09-15T08:10:52.312" v="407"/>
        <pc:sldMkLst>
          <pc:docMk/>
          <pc:sldMk cId="413324664" sldId="261"/>
        </pc:sldMkLst>
        <pc:graphicFrameChg chg="mod">
          <ac:chgData name="Zhi Wang" userId="7588ea56f58b19c7" providerId="LiveId" clId="{774C7CDD-8B60-419F-A773-E1B9126FB4F0}" dt="2026-09-15T08:10:52.312" v="407"/>
          <ac:graphicFrameMkLst>
            <pc:docMk/>
            <pc:sldMk cId="413324664" sldId="261"/>
            <ac:graphicFrameMk id="3" creationId="{AA87D7F4-4E29-B7D7-3920-B45A63E5C6D1}"/>
          </ac:graphicFrameMkLst>
        </pc:graphicFrameChg>
      </pc:sldChg>
      <pc:sldChg chg="modSp">
        <pc:chgData name="Zhi Wang" userId="7588ea56f58b19c7" providerId="LiveId" clId="{774C7CDD-8B60-419F-A773-E1B9126FB4F0}" dt="2026-09-15T08:10:52.312" v="407"/>
        <pc:sldMkLst>
          <pc:docMk/>
          <pc:sldMk cId="1953006425" sldId="262"/>
        </pc:sldMkLst>
        <pc:graphicFrameChg chg="mod">
          <ac:chgData name="Zhi Wang" userId="7588ea56f58b19c7" providerId="LiveId" clId="{774C7CDD-8B60-419F-A773-E1B9126FB4F0}" dt="2026-09-15T08:10:52.312" v="407"/>
          <ac:graphicFrameMkLst>
            <pc:docMk/>
            <pc:sldMk cId="1953006425" sldId="262"/>
            <ac:graphicFrameMk id="2" creationId="{B765F6DB-8C6E-4381-6AD0-1F76EEAA3DD6}"/>
          </ac:graphicFrameMkLst>
        </pc:graphicFrameChg>
      </pc:sldChg>
      <pc:sldChg chg="modSp">
        <pc:chgData name="Zhi Wang" userId="7588ea56f58b19c7" providerId="LiveId" clId="{774C7CDD-8B60-419F-A773-E1B9126FB4F0}" dt="2026-09-15T08:10:52.312" v="407"/>
        <pc:sldMkLst>
          <pc:docMk/>
          <pc:sldMk cId="0" sldId="278"/>
        </pc:sldMkLst>
        <pc:graphicFrameChg chg="mod">
          <ac:chgData name="Zhi Wang" userId="7588ea56f58b19c7" providerId="LiveId" clId="{774C7CDD-8B60-419F-A773-E1B9126FB4F0}" dt="2026-09-15T08:10:52.312" v="407"/>
          <ac:graphicFrameMkLst>
            <pc:docMk/>
            <pc:sldMk cId="0" sldId="278"/>
            <ac:graphicFrameMk id="4" creationId="{9745B864-965F-6E37-6147-DC9F4B69EB0B}"/>
          </ac:graphicFrameMkLst>
        </pc:graphicFrameChg>
      </pc:sldChg>
      <pc:sldChg chg="modSp">
        <pc:chgData name="Zhi Wang" userId="7588ea56f58b19c7" providerId="LiveId" clId="{774C7CDD-8B60-419F-A773-E1B9126FB4F0}" dt="2026-09-15T08:28:23.249" v="592"/>
        <pc:sldMkLst>
          <pc:docMk/>
          <pc:sldMk cId="0" sldId="306"/>
        </pc:sldMkLst>
        <pc:spChg chg="mod">
          <ac:chgData name="Zhi Wang" userId="7588ea56f58b19c7" providerId="LiveId" clId="{774C7CDD-8B60-419F-A773-E1B9126FB4F0}" dt="2026-09-15T08:28:23.249" v="592"/>
          <ac:spMkLst>
            <pc:docMk/>
            <pc:sldMk cId="0" sldId="306"/>
            <ac:spMk id="5" creationId="{00000000-0000-0000-0000-000000000000}"/>
          </ac:spMkLst>
        </pc:spChg>
        <pc:graphicFrameChg chg="mod">
          <ac:chgData name="Zhi Wang" userId="7588ea56f58b19c7" providerId="LiveId" clId="{774C7CDD-8B60-419F-A773-E1B9126FB4F0}" dt="2026-09-15T08:10:52.312" v="407"/>
          <ac:graphicFrameMkLst>
            <pc:docMk/>
            <pc:sldMk cId="0" sldId="306"/>
            <ac:graphicFrameMk id="3" creationId="{3CD38FA9-E01A-8759-7178-ED39BFAB4A44}"/>
          </ac:graphicFrameMkLst>
        </pc:graphicFrameChg>
      </pc:sldChg>
      <pc:sldChg chg="modSp mod">
        <pc:chgData name="Zhi Wang" userId="7588ea56f58b19c7" providerId="LiveId" clId="{774C7CDD-8B60-419F-A773-E1B9126FB4F0}" dt="2026-09-15T08:10:52.312" v="407"/>
        <pc:sldMkLst>
          <pc:docMk/>
          <pc:sldMk cId="3658599277" sldId="307"/>
        </pc:sldMkLst>
        <pc:spChg chg="mod">
          <ac:chgData name="Zhi Wang" userId="7588ea56f58b19c7" providerId="LiveId" clId="{774C7CDD-8B60-419F-A773-E1B9126FB4F0}" dt="2026-09-15T08:05:47.465" v="406" actId="20577"/>
          <ac:spMkLst>
            <pc:docMk/>
            <pc:sldMk cId="3658599277" sldId="307"/>
            <ac:spMk id="4" creationId="{5965A5C8-7C58-0A96-935C-97CE83036DDE}"/>
          </ac:spMkLst>
        </pc:spChg>
        <pc:graphicFrameChg chg="mod">
          <ac:chgData name="Zhi Wang" userId="7588ea56f58b19c7" providerId="LiveId" clId="{774C7CDD-8B60-419F-A773-E1B9126FB4F0}" dt="2026-09-15T08:10:52.312" v="407"/>
          <ac:graphicFrameMkLst>
            <pc:docMk/>
            <pc:sldMk cId="3658599277" sldId="307"/>
            <ac:graphicFrameMk id="3" creationId="{30AFC0ED-EACE-9821-DBC8-ED8D7022A9F5}"/>
          </ac:graphicFrameMkLst>
        </pc:graphicFrameChg>
      </pc:sldChg>
      <pc:sldChg chg="modSp">
        <pc:chgData name="Zhi Wang" userId="7588ea56f58b19c7" providerId="LiveId" clId="{774C7CDD-8B60-419F-A773-E1B9126FB4F0}" dt="2026-09-15T08:11:48.354" v="416"/>
        <pc:sldMkLst>
          <pc:docMk/>
          <pc:sldMk cId="1159236609" sldId="309"/>
        </pc:sldMkLst>
        <pc:spChg chg="mod">
          <ac:chgData name="Zhi Wang" userId="7588ea56f58b19c7" providerId="LiveId" clId="{774C7CDD-8B60-419F-A773-E1B9126FB4F0}" dt="2026-09-15T08:11:48.354" v="416"/>
          <ac:spMkLst>
            <pc:docMk/>
            <pc:sldMk cId="1159236609" sldId="309"/>
            <ac:spMk id="96" creationId="{6379A3D7-CF96-5F97-402C-7400015ABA05}"/>
          </ac:spMkLst>
        </pc:spChg>
        <pc:graphicFrameChg chg="mod">
          <ac:chgData name="Zhi Wang" userId="7588ea56f58b19c7" providerId="LiveId" clId="{774C7CDD-8B60-419F-A773-E1B9126FB4F0}" dt="2026-09-15T08:10:52.312" v="407"/>
          <ac:graphicFrameMkLst>
            <pc:docMk/>
            <pc:sldMk cId="1159236609" sldId="309"/>
            <ac:graphicFrameMk id="2" creationId="{72970FD9-F947-FB55-E065-72669925C07B}"/>
          </ac:graphicFrameMkLst>
        </pc:graphicFrameChg>
      </pc:sldChg>
      <pc:sldChg chg="modSp">
        <pc:chgData name="Zhi Wang" userId="7588ea56f58b19c7" providerId="LiveId" clId="{774C7CDD-8B60-419F-A773-E1B9126FB4F0}" dt="2026-09-15T08:10:52.312" v="407"/>
        <pc:sldMkLst>
          <pc:docMk/>
          <pc:sldMk cId="1055529736" sldId="310"/>
        </pc:sldMkLst>
        <pc:graphicFrameChg chg="mod">
          <ac:chgData name="Zhi Wang" userId="7588ea56f58b19c7" providerId="LiveId" clId="{774C7CDD-8B60-419F-A773-E1B9126FB4F0}" dt="2026-09-15T08:10:52.312" v="407"/>
          <ac:graphicFrameMkLst>
            <pc:docMk/>
            <pc:sldMk cId="1055529736" sldId="310"/>
            <ac:graphicFrameMk id="3" creationId="{9FD18743-543A-E824-3481-BE72077F5231}"/>
          </ac:graphicFrameMkLst>
        </pc:graphicFrameChg>
      </pc:sldChg>
      <pc:sldChg chg="addSp modSp mod modAnim">
        <pc:chgData name="Zhi Wang" userId="7588ea56f58b19c7" providerId="LiveId" clId="{774C7CDD-8B60-419F-A773-E1B9126FB4F0}" dt="2026-09-15T08:26:48.145" v="580"/>
        <pc:sldMkLst>
          <pc:docMk/>
          <pc:sldMk cId="1068353534" sldId="311"/>
        </pc:sldMkLst>
        <pc:spChg chg="add mod">
          <ac:chgData name="Zhi Wang" userId="7588ea56f58b19c7" providerId="LiveId" clId="{774C7CDD-8B60-419F-A773-E1B9126FB4F0}" dt="2026-09-15T08:23:26.264" v="561" actId="1076"/>
          <ac:spMkLst>
            <pc:docMk/>
            <pc:sldMk cId="1068353534" sldId="311"/>
            <ac:spMk id="7" creationId="{6B02E32A-8DA3-41FC-C30E-5121BFC0E4E3}"/>
          </ac:spMkLst>
        </pc:spChg>
        <pc:spChg chg="add mod">
          <ac:chgData name="Zhi Wang" userId="7588ea56f58b19c7" providerId="LiveId" clId="{774C7CDD-8B60-419F-A773-E1B9126FB4F0}" dt="2026-09-15T08:25:42.925" v="572" actId="208"/>
          <ac:spMkLst>
            <pc:docMk/>
            <pc:sldMk cId="1068353534" sldId="311"/>
            <ac:spMk id="9" creationId="{717FE9C5-80F8-BDA7-59C9-7875925BD905}"/>
          </ac:spMkLst>
        </pc:spChg>
        <pc:spChg chg="add mod">
          <ac:chgData name="Zhi Wang" userId="7588ea56f58b19c7" providerId="LiveId" clId="{774C7CDD-8B60-419F-A773-E1B9126FB4F0}" dt="2026-09-15T08:25:57.229" v="574" actId="208"/>
          <ac:spMkLst>
            <pc:docMk/>
            <pc:sldMk cId="1068353534" sldId="311"/>
            <ac:spMk id="11" creationId="{697D7D47-4009-0583-7827-0914F6BB2E4C}"/>
          </ac:spMkLst>
        </pc:spChg>
        <pc:spChg chg="add mod">
          <ac:chgData name="Zhi Wang" userId="7588ea56f58b19c7" providerId="LiveId" clId="{774C7CDD-8B60-419F-A773-E1B9126FB4F0}" dt="2026-09-15T08:26:04.543" v="575" actId="208"/>
          <ac:spMkLst>
            <pc:docMk/>
            <pc:sldMk cId="1068353534" sldId="311"/>
            <ac:spMk id="13" creationId="{2173497C-364A-50A9-6D45-E48B0D557390}"/>
          </ac:spMkLst>
        </pc:spChg>
        <pc:graphicFrameChg chg="mod">
          <ac:chgData name="Zhi Wang" userId="7588ea56f58b19c7" providerId="LiveId" clId="{774C7CDD-8B60-419F-A773-E1B9126FB4F0}" dt="2026-09-15T08:10:52.312" v="407"/>
          <ac:graphicFrameMkLst>
            <pc:docMk/>
            <pc:sldMk cId="1068353534" sldId="311"/>
            <ac:graphicFrameMk id="5" creationId="{21058DAD-E8A1-E042-FE26-55520DDF8FAE}"/>
          </ac:graphicFrameMkLst>
        </pc:graphicFrameChg>
      </pc:sldChg>
      <pc:sldChg chg="modSp">
        <pc:chgData name="Zhi Wang" userId="7588ea56f58b19c7" providerId="LiveId" clId="{774C7CDD-8B60-419F-A773-E1B9126FB4F0}" dt="2026-09-15T08:10:52.312" v="407"/>
        <pc:sldMkLst>
          <pc:docMk/>
          <pc:sldMk cId="0" sldId="318"/>
        </pc:sldMkLst>
        <pc:graphicFrameChg chg="mod">
          <ac:chgData name="Zhi Wang" userId="7588ea56f58b19c7" providerId="LiveId" clId="{774C7CDD-8B60-419F-A773-E1B9126FB4F0}" dt="2026-09-15T08:10:52.312" v="407"/>
          <ac:graphicFrameMkLst>
            <pc:docMk/>
            <pc:sldMk cId="0" sldId="318"/>
            <ac:graphicFrameMk id="3" creationId="{11071F39-053F-6864-B166-066F3EEC8DDB}"/>
          </ac:graphicFrameMkLst>
        </pc:graphicFrameChg>
      </pc:sldChg>
      <pc:sldChg chg="modSp">
        <pc:chgData name="Zhi Wang" userId="7588ea56f58b19c7" providerId="LiveId" clId="{774C7CDD-8B60-419F-A773-E1B9126FB4F0}" dt="2026-09-15T08:31:42.472" v="597"/>
        <pc:sldMkLst>
          <pc:docMk/>
          <pc:sldMk cId="0" sldId="319"/>
        </pc:sldMkLst>
        <pc:spChg chg="mod">
          <ac:chgData name="Zhi Wang" userId="7588ea56f58b19c7" providerId="LiveId" clId="{774C7CDD-8B60-419F-A773-E1B9126FB4F0}" dt="2026-09-15T08:31:42.472" v="597"/>
          <ac:spMkLst>
            <pc:docMk/>
            <pc:sldMk cId="0" sldId="319"/>
            <ac:spMk id="3" creationId="{00000000-0000-0000-0000-000000000000}"/>
          </ac:spMkLst>
        </pc:spChg>
        <pc:graphicFrameChg chg="mod">
          <ac:chgData name="Zhi Wang" userId="7588ea56f58b19c7" providerId="LiveId" clId="{774C7CDD-8B60-419F-A773-E1B9126FB4F0}" dt="2026-09-15T08:10:52.312" v="407"/>
          <ac:graphicFrameMkLst>
            <pc:docMk/>
            <pc:sldMk cId="0" sldId="319"/>
            <ac:graphicFrameMk id="4" creationId="{251A4BCC-7B63-F4BE-D242-B8511AF6D6BE}"/>
          </ac:graphicFrameMkLst>
        </pc:graphicFrameChg>
      </pc:sldChg>
      <pc:sldChg chg="modSp">
        <pc:chgData name="Zhi Wang" userId="7588ea56f58b19c7" providerId="LiveId" clId="{774C7CDD-8B60-419F-A773-E1B9126FB4F0}" dt="2026-09-15T08:10:52.312" v="407"/>
        <pc:sldMkLst>
          <pc:docMk/>
          <pc:sldMk cId="0" sldId="320"/>
        </pc:sldMkLst>
        <pc:graphicFrameChg chg="mod">
          <ac:chgData name="Zhi Wang" userId="7588ea56f58b19c7" providerId="LiveId" clId="{774C7CDD-8B60-419F-A773-E1B9126FB4F0}" dt="2026-09-15T08:10:52.312" v="407"/>
          <ac:graphicFrameMkLst>
            <pc:docMk/>
            <pc:sldMk cId="0" sldId="320"/>
            <ac:graphicFrameMk id="5" creationId="{CD591E9F-46F7-AFAB-5A67-617B9EEB6478}"/>
          </ac:graphicFrameMkLst>
        </pc:graphicFrameChg>
      </pc:sldChg>
      <pc:sldChg chg="modSp">
        <pc:chgData name="Zhi Wang" userId="7588ea56f58b19c7" providerId="LiveId" clId="{774C7CDD-8B60-419F-A773-E1B9126FB4F0}" dt="2026-09-15T08:10:52.312" v="407"/>
        <pc:sldMkLst>
          <pc:docMk/>
          <pc:sldMk cId="0" sldId="321"/>
        </pc:sldMkLst>
        <pc:graphicFrameChg chg="mod">
          <ac:chgData name="Zhi Wang" userId="7588ea56f58b19c7" providerId="LiveId" clId="{774C7CDD-8B60-419F-A773-E1B9126FB4F0}" dt="2026-09-15T08:10:52.312" v="407"/>
          <ac:graphicFrameMkLst>
            <pc:docMk/>
            <pc:sldMk cId="0" sldId="321"/>
            <ac:graphicFrameMk id="3" creationId="{4AD2CCEA-7532-307E-2265-70A761BB2949}"/>
          </ac:graphicFrameMkLst>
        </pc:graphicFrameChg>
      </pc:sldChg>
      <pc:sldChg chg="modSp">
        <pc:chgData name="Zhi Wang" userId="7588ea56f58b19c7" providerId="LiveId" clId="{774C7CDD-8B60-419F-A773-E1B9126FB4F0}" dt="2026-09-15T08:10:52.312" v="407"/>
        <pc:sldMkLst>
          <pc:docMk/>
          <pc:sldMk cId="0" sldId="326"/>
        </pc:sldMkLst>
        <pc:graphicFrameChg chg="mod">
          <ac:chgData name="Zhi Wang" userId="7588ea56f58b19c7" providerId="LiveId" clId="{774C7CDD-8B60-419F-A773-E1B9126FB4F0}" dt="2026-09-15T08:10:52.312" v="407"/>
          <ac:graphicFrameMkLst>
            <pc:docMk/>
            <pc:sldMk cId="0" sldId="326"/>
            <ac:graphicFrameMk id="2" creationId="{532879D7-14EF-E1B4-6DC4-4F2E7B4C6E76}"/>
          </ac:graphicFrameMkLst>
        </pc:graphicFrameChg>
      </pc:sldChg>
      <pc:sldChg chg="modSp">
        <pc:chgData name="Zhi Wang" userId="7588ea56f58b19c7" providerId="LiveId" clId="{774C7CDD-8B60-419F-A773-E1B9126FB4F0}" dt="2026-09-15T08:10:52.312" v="407"/>
        <pc:sldMkLst>
          <pc:docMk/>
          <pc:sldMk cId="0" sldId="328"/>
        </pc:sldMkLst>
        <pc:graphicFrameChg chg="mod">
          <ac:chgData name="Zhi Wang" userId="7588ea56f58b19c7" providerId="LiveId" clId="{774C7CDD-8B60-419F-A773-E1B9126FB4F0}" dt="2026-09-15T08:10:52.312" v="407"/>
          <ac:graphicFrameMkLst>
            <pc:docMk/>
            <pc:sldMk cId="0" sldId="328"/>
            <ac:graphicFrameMk id="4" creationId="{583F13AF-01C2-6350-B9BD-1F50F00E8A4B}"/>
          </ac:graphicFrameMkLst>
        </pc:graphicFrameChg>
      </pc:sldChg>
      <pc:sldChg chg="modSp">
        <pc:chgData name="Zhi Wang" userId="7588ea56f58b19c7" providerId="LiveId" clId="{774C7CDD-8B60-419F-A773-E1B9126FB4F0}" dt="2026-09-15T08:10:52.312" v="407"/>
        <pc:sldMkLst>
          <pc:docMk/>
          <pc:sldMk cId="0" sldId="329"/>
        </pc:sldMkLst>
        <pc:graphicFrameChg chg="mod">
          <ac:chgData name="Zhi Wang" userId="7588ea56f58b19c7" providerId="LiveId" clId="{774C7CDD-8B60-419F-A773-E1B9126FB4F0}" dt="2026-09-15T08:10:52.312" v="407"/>
          <ac:graphicFrameMkLst>
            <pc:docMk/>
            <pc:sldMk cId="0" sldId="329"/>
            <ac:graphicFrameMk id="3" creationId="{1003989D-B159-5F47-AED8-533689FE1B45}"/>
          </ac:graphicFrameMkLst>
        </pc:graphicFrameChg>
      </pc:sldChg>
      <pc:sldChg chg="modSp">
        <pc:chgData name="Zhi Wang" userId="7588ea56f58b19c7" providerId="LiveId" clId="{774C7CDD-8B60-419F-A773-E1B9126FB4F0}" dt="2026-09-15T08:10:52.312" v="407"/>
        <pc:sldMkLst>
          <pc:docMk/>
          <pc:sldMk cId="0" sldId="332"/>
        </pc:sldMkLst>
        <pc:graphicFrameChg chg="mod">
          <ac:chgData name="Zhi Wang" userId="7588ea56f58b19c7" providerId="LiveId" clId="{774C7CDD-8B60-419F-A773-E1B9126FB4F0}" dt="2026-09-15T08:10:52.312" v="407"/>
          <ac:graphicFrameMkLst>
            <pc:docMk/>
            <pc:sldMk cId="0" sldId="332"/>
            <ac:graphicFrameMk id="3" creationId="{3AC5DADE-4542-144C-E797-B10D36266240}"/>
          </ac:graphicFrameMkLst>
        </pc:graphicFrameChg>
      </pc:sldChg>
      <pc:sldChg chg="modSp">
        <pc:chgData name="Zhi Wang" userId="7588ea56f58b19c7" providerId="LiveId" clId="{774C7CDD-8B60-419F-A773-E1B9126FB4F0}" dt="2026-09-15T08:10:52.312" v="407"/>
        <pc:sldMkLst>
          <pc:docMk/>
          <pc:sldMk cId="2903742091" sldId="340"/>
        </pc:sldMkLst>
        <pc:graphicFrameChg chg="mod">
          <ac:chgData name="Zhi Wang" userId="7588ea56f58b19c7" providerId="LiveId" clId="{774C7CDD-8B60-419F-A773-E1B9126FB4F0}" dt="2026-09-15T08:10:52.312" v="407"/>
          <ac:graphicFrameMkLst>
            <pc:docMk/>
            <pc:sldMk cId="2903742091" sldId="340"/>
            <ac:graphicFrameMk id="4" creationId="{814BBDB2-C492-EB7F-2C48-B18A26489A90}"/>
          </ac:graphicFrameMkLst>
        </pc:graphicFrameChg>
      </pc:sldChg>
      <pc:sldChg chg="modSp">
        <pc:chgData name="Zhi Wang" userId="7588ea56f58b19c7" providerId="LiveId" clId="{774C7CDD-8B60-419F-A773-E1B9126FB4F0}" dt="2026-09-15T08:10:52.312" v="407"/>
        <pc:sldMkLst>
          <pc:docMk/>
          <pc:sldMk cId="1631539437" sldId="341"/>
        </pc:sldMkLst>
        <pc:graphicFrameChg chg="mod">
          <ac:chgData name="Zhi Wang" userId="7588ea56f58b19c7" providerId="LiveId" clId="{774C7CDD-8B60-419F-A773-E1B9126FB4F0}" dt="2026-09-15T08:10:52.312" v="407"/>
          <ac:graphicFrameMkLst>
            <pc:docMk/>
            <pc:sldMk cId="1631539437" sldId="341"/>
            <ac:graphicFrameMk id="4" creationId="{4BA4C052-E140-F180-46E3-717A647061E9}"/>
          </ac:graphicFrameMkLst>
        </pc:graphicFrameChg>
      </pc:sldChg>
      <pc:sldChg chg="modSp mod">
        <pc:chgData name="Zhi Wang" userId="7588ea56f58b19c7" providerId="LiveId" clId="{774C7CDD-8B60-419F-A773-E1B9126FB4F0}" dt="2026-09-15T08:32:19.620" v="598" actId="20577"/>
        <pc:sldMkLst>
          <pc:docMk/>
          <pc:sldMk cId="941250538" sldId="343"/>
        </pc:sldMkLst>
        <pc:spChg chg="mod">
          <ac:chgData name="Zhi Wang" userId="7588ea56f58b19c7" providerId="LiveId" clId="{774C7CDD-8B60-419F-A773-E1B9126FB4F0}" dt="2026-09-15T08:32:19.620" v="598" actId="20577"/>
          <ac:spMkLst>
            <pc:docMk/>
            <pc:sldMk cId="941250538" sldId="343"/>
            <ac:spMk id="12" creationId="{00000000-0000-0000-0000-000000000000}"/>
          </ac:spMkLst>
        </pc:spChg>
        <pc:graphicFrameChg chg="mod">
          <ac:chgData name="Zhi Wang" userId="7588ea56f58b19c7" providerId="LiveId" clId="{774C7CDD-8B60-419F-A773-E1B9126FB4F0}" dt="2026-09-15T08:10:52.312" v="407"/>
          <ac:graphicFrameMkLst>
            <pc:docMk/>
            <pc:sldMk cId="941250538" sldId="343"/>
            <ac:graphicFrameMk id="4" creationId="{064D0854-AF4C-9D23-D32A-6FD6C4DBF9D5}"/>
          </ac:graphicFrameMkLst>
        </pc:graphicFrameChg>
      </pc:sldChg>
      <pc:sldChg chg="modSp ord">
        <pc:chgData name="Zhi Wang" userId="7588ea56f58b19c7" providerId="LiveId" clId="{774C7CDD-8B60-419F-A773-E1B9126FB4F0}" dt="2026-09-15T08:27:01.407" v="582"/>
        <pc:sldMkLst>
          <pc:docMk/>
          <pc:sldMk cId="2184641022" sldId="346"/>
        </pc:sldMkLst>
        <pc:graphicFrameChg chg="mod">
          <ac:chgData name="Zhi Wang" userId="7588ea56f58b19c7" providerId="LiveId" clId="{774C7CDD-8B60-419F-A773-E1B9126FB4F0}" dt="2026-09-15T08:10:52.312" v="407"/>
          <ac:graphicFrameMkLst>
            <pc:docMk/>
            <pc:sldMk cId="2184641022" sldId="346"/>
            <ac:graphicFrameMk id="4" creationId="{6814A433-A860-367F-A598-920C90AE53B6}"/>
          </ac:graphicFrameMkLst>
        </pc:graphicFrameChg>
      </pc:sldChg>
      <pc:sldChg chg="modSp">
        <pc:chgData name="Zhi Wang" userId="7588ea56f58b19c7" providerId="LiveId" clId="{774C7CDD-8B60-419F-A773-E1B9126FB4F0}" dt="2026-09-15T08:10:52.312" v="407"/>
        <pc:sldMkLst>
          <pc:docMk/>
          <pc:sldMk cId="166911016" sldId="347"/>
        </pc:sldMkLst>
        <pc:graphicFrameChg chg="mod">
          <ac:chgData name="Zhi Wang" userId="7588ea56f58b19c7" providerId="LiveId" clId="{774C7CDD-8B60-419F-A773-E1B9126FB4F0}" dt="2026-09-15T08:10:52.312" v="407"/>
          <ac:graphicFrameMkLst>
            <pc:docMk/>
            <pc:sldMk cId="166911016" sldId="347"/>
            <ac:graphicFrameMk id="3" creationId="{C49CEF58-456C-E039-0BF9-B8C78441FBFF}"/>
          </ac:graphicFrameMkLst>
        </pc:graphicFrameChg>
      </pc:sldChg>
      <pc:sldChg chg="modSp">
        <pc:chgData name="Zhi Wang" userId="7588ea56f58b19c7" providerId="LiveId" clId="{774C7CDD-8B60-419F-A773-E1B9126FB4F0}" dt="2026-09-15T08:10:52.312" v="407"/>
        <pc:sldMkLst>
          <pc:docMk/>
          <pc:sldMk cId="4055159826" sldId="348"/>
        </pc:sldMkLst>
        <pc:graphicFrameChg chg="mod">
          <ac:chgData name="Zhi Wang" userId="7588ea56f58b19c7" providerId="LiveId" clId="{774C7CDD-8B60-419F-A773-E1B9126FB4F0}" dt="2026-09-15T08:10:52.312" v="407"/>
          <ac:graphicFrameMkLst>
            <pc:docMk/>
            <pc:sldMk cId="4055159826" sldId="348"/>
            <ac:graphicFrameMk id="5" creationId="{01B4F397-3FB0-8315-91C9-E98287D2BB3A}"/>
          </ac:graphicFrameMkLst>
        </pc:graphicFrameChg>
      </pc:sldChg>
      <pc:sldChg chg="modSp">
        <pc:chgData name="Zhi Wang" userId="7588ea56f58b19c7" providerId="LiveId" clId="{774C7CDD-8B60-419F-A773-E1B9126FB4F0}" dt="2026-09-15T08:10:52.312" v="407"/>
        <pc:sldMkLst>
          <pc:docMk/>
          <pc:sldMk cId="2593086352" sldId="349"/>
        </pc:sldMkLst>
        <pc:graphicFrameChg chg="mod">
          <ac:chgData name="Zhi Wang" userId="7588ea56f58b19c7" providerId="LiveId" clId="{774C7CDD-8B60-419F-A773-E1B9126FB4F0}" dt="2026-09-15T08:10:52.312" v="407"/>
          <ac:graphicFrameMkLst>
            <pc:docMk/>
            <pc:sldMk cId="2593086352" sldId="349"/>
            <ac:graphicFrameMk id="4" creationId="{F42FB97D-6833-F679-92B4-E252BF41DE5F}"/>
          </ac:graphicFrameMkLst>
        </pc:graphicFrameChg>
      </pc:sldChg>
      <pc:sldChg chg="modSp">
        <pc:chgData name="Zhi Wang" userId="7588ea56f58b19c7" providerId="LiveId" clId="{774C7CDD-8B60-419F-A773-E1B9126FB4F0}" dt="2026-09-15T08:10:52.312" v="407"/>
        <pc:sldMkLst>
          <pc:docMk/>
          <pc:sldMk cId="3666302101" sldId="351"/>
        </pc:sldMkLst>
        <pc:graphicFrameChg chg="mod">
          <ac:chgData name="Zhi Wang" userId="7588ea56f58b19c7" providerId="LiveId" clId="{774C7CDD-8B60-419F-A773-E1B9126FB4F0}" dt="2026-09-15T08:10:52.312" v="407"/>
          <ac:graphicFrameMkLst>
            <pc:docMk/>
            <pc:sldMk cId="3666302101" sldId="351"/>
            <ac:graphicFrameMk id="4" creationId="{19362B22-A038-62E6-30FA-E99AAFEECF94}"/>
          </ac:graphicFrameMkLst>
        </pc:graphicFrameChg>
      </pc:sldChg>
      <pc:sldChg chg="modSp">
        <pc:chgData name="Zhi Wang" userId="7588ea56f58b19c7" providerId="LiveId" clId="{774C7CDD-8B60-419F-A773-E1B9126FB4F0}" dt="2026-09-15T08:10:52.312" v="407"/>
        <pc:sldMkLst>
          <pc:docMk/>
          <pc:sldMk cId="2944805087" sldId="352"/>
        </pc:sldMkLst>
        <pc:graphicFrameChg chg="mod">
          <ac:chgData name="Zhi Wang" userId="7588ea56f58b19c7" providerId="LiveId" clId="{774C7CDD-8B60-419F-A773-E1B9126FB4F0}" dt="2026-09-15T08:10:52.312" v="407"/>
          <ac:graphicFrameMkLst>
            <pc:docMk/>
            <pc:sldMk cId="2944805087" sldId="352"/>
            <ac:graphicFrameMk id="5" creationId="{626D2C4F-1E9D-E4EC-D196-B471F450BAA0}"/>
          </ac:graphicFrameMkLst>
        </pc:graphicFrameChg>
      </pc:sldChg>
      <pc:sldChg chg="modSp">
        <pc:chgData name="Zhi Wang" userId="7588ea56f58b19c7" providerId="LiveId" clId="{774C7CDD-8B60-419F-A773-E1B9126FB4F0}" dt="2026-09-15T08:10:52.312" v="407"/>
        <pc:sldMkLst>
          <pc:docMk/>
          <pc:sldMk cId="4259560511" sldId="353"/>
        </pc:sldMkLst>
        <pc:graphicFrameChg chg="mod">
          <ac:chgData name="Zhi Wang" userId="7588ea56f58b19c7" providerId="LiveId" clId="{774C7CDD-8B60-419F-A773-E1B9126FB4F0}" dt="2026-09-15T08:10:52.312" v="407"/>
          <ac:graphicFrameMkLst>
            <pc:docMk/>
            <pc:sldMk cId="4259560511" sldId="353"/>
            <ac:graphicFrameMk id="4" creationId="{738C3ECE-A5F4-5EC2-561C-30F113B00C96}"/>
          </ac:graphicFrameMkLst>
        </pc:graphicFrameChg>
      </pc:sldChg>
      <pc:sldChg chg="modSp">
        <pc:chgData name="Zhi Wang" userId="7588ea56f58b19c7" providerId="LiveId" clId="{774C7CDD-8B60-419F-A773-E1B9126FB4F0}" dt="2026-09-15T08:10:52.312" v="407"/>
        <pc:sldMkLst>
          <pc:docMk/>
          <pc:sldMk cId="1354980745" sldId="354"/>
        </pc:sldMkLst>
        <pc:graphicFrameChg chg="mod">
          <ac:chgData name="Zhi Wang" userId="7588ea56f58b19c7" providerId="LiveId" clId="{774C7CDD-8B60-419F-A773-E1B9126FB4F0}" dt="2026-09-15T08:10:52.312" v="407"/>
          <ac:graphicFrameMkLst>
            <pc:docMk/>
            <pc:sldMk cId="1354980745" sldId="354"/>
            <ac:graphicFrameMk id="5" creationId="{9F8F59FF-1218-190F-186F-D8859350CBCB}"/>
          </ac:graphicFrameMkLst>
        </pc:graphicFrameChg>
      </pc:sldChg>
      <pc:sldChg chg="modSp">
        <pc:chgData name="Zhi Wang" userId="7588ea56f58b19c7" providerId="LiveId" clId="{774C7CDD-8B60-419F-A773-E1B9126FB4F0}" dt="2026-09-15T08:10:52.312" v="407"/>
        <pc:sldMkLst>
          <pc:docMk/>
          <pc:sldMk cId="2652620213" sldId="355"/>
        </pc:sldMkLst>
        <pc:graphicFrameChg chg="mod">
          <ac:chgData name="Zhi Wang" userId="7588ea56f58b19c7" providerId="LiveId" clId="{774C7CDD-8B60-419F-A773-E1B9126FB4F0}" dt="2026-09-15T08:10:52.312" v="407"/>
          <ac:graphicFrameMkLst>
            <pc:docMk/>
            <pc:sldMk cId="2652620213" sldId="355"/>
            <ac:graphicFrameMk id="4" creationId="{E9E8D514-D8AD-D2C6-BB1B-CFB99611EBB2}"/>
          </ac:graphicFrameMkLst>
        </pc:graphicFrameChg>
      </pc:sldChg>
      <pc:sldChg chg="modSp">
        <pc:chgData name="Zhi Wang" userId="7588ea56f58b19c7" providerId="LiveId" clId="{774C7CDD-8B60-419F-A773-E1B9126FB4F0}" dt="2026-09-15T08:10:52.312" v="407"/>
        <pc:sldMkLst>
          <pc:docMk/>
          <pc:sldMk cId="3015953802" sldId="356"/>
        </pc:sldMkLst>
        <pc:graphicFrameChg chg="mod">
          <ac:chgData name="Zhi Wang" userId="7588ea56f58b19c7" providerId="LiveId" clId="{774C7CDD-8B60-419F-A773-E1B9126FB4F0}" dt="2026-09-15T08:10:52.312" v="407"/>
          <ac:graphicFrameMkLst>
            <pc:docMk/>
            <pc:sldMk cId="3015953802" sldId="356"/>
            <ac:graphicFrameMk id="5" creationId="{5CDFD05D-9C0E-09FF-8937-67E8E15067D4}"/>
          </ac:graphicFrameMkLst>
        </pc:graphicFrameChg>
      </pc:sldChg>
      <pc:sldChg chg="modSp">
        <pc:chgData name="Zhi Wang" userId="7588ea56f58b19c7" providerId="LiveId" clId="{774C7CDD-8B60-419F-A773-E1B9126FB4F0}" dt="2026-09-15T08:10:52.312" v="407"/>
        <pc:sldMkLst>
          <pc:docMk/>
          <pc:sldMk cId="3267007087" sldId="357"/>
        </pc:sldMkLst>
        <pc:graphicFrameChg chg="mod">
          <ac:chgData name="Zhi Wang" userId="7588ea56f58b19c7" providerId="LiveId" clId="{774C7CDD-8B60-419F-A773-E1B9126FB4F0}" dt="2026-09-15T08:10:52.312" v="407"/>
          <ac:graphicFrameMkLst>
            <pc:docMk/>
            <pc:sldMk cId="3267007087" sldId="357"/>
            <ac:graphicFrameMk id="2" creationId="{649FBC1B-4EB8-6B66-BC57-7A6B5012FDA5}"/>
          </ac:graphicFrameMkLst>
        </pc:graphicFrameChg>
      </pc:sldChg>
      <pc:sldChg chg="modSp">
        <pc:chgData name="Zhi Wang" userId="7588ea56f58b19c7" providerId="LiveId" clId="{774C7CDD-8B60-419F-A773-E1B9126FB4F0}" dt="2026-09-15T08:10:52.312" v="407"/>
        <pc:sldMkLst>
          <pc:docMk/>
          <pc:sldMk cId="304888291" sldId="358"/>
        </pc:sldMkLst>
        <pc:graphicFrameChg chg="mod">
          <ac:chgData name="Zhi Wang" userId="7588ea56f58b19c7" providerId="LiveId" clId="{774C7CDD-8B60-419F-A773-E1B9126FB4F0}" dt="2026-09-15T08:10:52.312" v="407"/>
          <ac:graphicFrameMkLst>
            <pc:docMk/>
            <pc:sldMk cId="304888291" sldId="358"/>
            <ac:graphicFrameMk id="2" creationId="{B8F334EF-9CDA-6246-EF52-BF20B8785B3F}"/>
          </ac:graphicFrameMkLst>
        </pc:graphicFrameChg>
      </pc:sldChg>
      <pc:sldChg chg="modSp">
        <pc:chgData name="Zhi Wang" userId="7588ea56f58b19c7" providerId="LiveId" clId="{774C7CDD-8B60-419F-A773-E1B9126FB4F0}" dt="2026-09-15T08:10:52.312" v="407"/>
        <pc:sldMkLst>
          <pc:docMk/>
          <pc:sldMk cId="3668945818" sldId="359"/>
        </pc:sldMkLst>
        <pc:graphicFrameChg chg="mod">
          <ac:chgData name="Zhi Wang" userId="7588ea56f58b19c7" providerId="LiveId" clId="{774C7CDD-8B60-419F-A773-E1B9126FB4F0}" dt="2026-09-15T08:10:52.312" v="407"/>
          <ac:graphicFrameMkLst>
            <pc:docMk/>
            <pc:sldMk cId="3668945818" sldId="359"/>
            <ac:graphicFrameMk id="2" creationId="{1B69B025-11B0-6FD3-FE6D-0B20E43EBD08}"/>
          </ac:graphicFrameMkLst>
        </pc:graphicFrameChg>
      </pc:sldChg>
      <pc:sldChg chg="modSp">
        <pc:chgData name="Zhi Wang" userId="7588ea56f58b19c7" providerId="LiveId" clId="{774C7CDD-8B60-419F-A773-E1B9126FB4F0}" dt="2026-09-15T08:10:52.312" v="407"/>
        <pc:sldMkLst>
          <pc:docMk/>
          <pc:sldMk cId="168831095" sldId="360"/>
        </pc:sldMkLst>
        <pc:graphicFrameChg chg="mod">
          <ac:chgData name="Zhi Wang" userId="7588ea56f58b19c7" providerId="LiveId" clId="{774C7CDD-8B60-419F-A773-E1B9126FB4F0}" dt="2026-09-15T08:10:52.312" v="407"/>
          <ac:graphicFrameMkLst>
            <pc:docMk/>
            <pc:sldMk cId="168831095" sldId="360"/>
            <ac:graphicFrameMk id="2" creationId="{98114DA0-CCC2-1C4F-7C3F-82996061CBA7}"/>
          </ac:graphicFrameMkLst>
        </pc:graphicFrameChg>
      </pc:sldChg>
      <pc:sldChg chg="modSp">
        <pc:chgData name="Zhi Wang" userId="7588ea56f58b19c7" providerId="LiveId" clId="{774C7CDD-8B60-419F-A773-E1B9126FB4F0}" dt="2026-09-15T08:10:52.312" v="407"/>
        <pc:sldMkLst>
          <pc:docMk/>
          <pc:sldMk cId="2336717979" sldId="362"/>
        </pc:sldMkLst>
        <pc:graphicFrameChg chg="mod">
          <ac:chgData name="Zhi Wang" userId="7588ea56f58b19c7" providerId="LiveId" clId="{774C7CDD-8B60-419F-A773-E1B9126FB4F0}" dt="2026-09-15T08:10:52.312" v="407"/>
          <ac:graphicFrameMkLst>
            <pc:docMk/>
            <pc:sldMk cId="2336717979" sldId="362"/>
            <ac:graphicFrameMk id="3" creationId="{57118F4F-4242-F331-165A-F598B573F247}"/>
          </ac:graphicFrameMkLst>
        </pc:graphicFrameChg>
      </pc:sldChg>
      <pc:sldChg chg="modSp">
        <pc:chgData name="Zhi Wang" userId="7588ea56f58b19c7" providerId="LiveId" clId="{774C7CDD-8B60-419F-A773-E1B9126FB4F0}" dt="2026-09-15T08:10:52.312" v="407"/>
        <pc:sldMkLst>
          <pc:docMk/>
          <pc:sldMk cId="2656168116" sldId="363"/>
        </pc:sldMkLst>
        <pc:graphicFrameChg chg="mod">
          <ac:chgData name="Zhi Wang" userId="7588ea56f58b19c7" providerId="LiveId" clId="{774C7CDD-8B60-419F-A773-E1B9126FB4F0}" dt="2026-09-15T08:10:52.312" v="407"/>
          <ac:graphicFrameMkLst>
            <pc:docMk/>
            <pc:sldMk cId="2656168116" sldId="363"/>
            <ac:graphicFrameMk id="2" creationId="{5C9032C8-7E1D-E6C5-F83A-9AEE4837B0FA}"/>
          </ac:graphicFrameMkLst>
        </pc:graphicFrameChg>
      </pc:sldChg>
      <pc:sldChg chg="modSp">
        <pc:chgData name="Zhi Wang" userId="7588ea56f58b19c7" providerId="LiveId" clId="{774C7CDD-8B60-419F-A773-E1B9126FB4F0}" dt="2026-09-15T08:10:52.312" v="407"/>
        <pc:sldMkLst>
          <pc:docMk/>
          <pc:sldMk cId="184278643" sldId="364"/>
        </pc:sldMkLst>
        <pc:graphicFrameChg chg="mod">
          <ac:chgData name="Zhi Wang" userId="7588ea56f58b19c7" providerId="LiveId" clId="{774C7CDD-8B60-419F-A773-E1B9126FB4F0}" dt="2026-09-15T08:10:52.312" v="407"/>
          <ac:graphicFrameMkLst>
            <pc:docMk/>
            <pc:sldMk cId="184278643" sldId="364"/>
            <ac:graphicFrameMk id="3" creationId="{B4379658-96C8-0EEC-E5B1-A4A4DB4E2C7B}"/>
          </ac:graphicFrameMkLst>
        </pc:graphicFrameChg>
      </pc:sldChg>
      <pc:sldChg chg="modSp">
        <pc:chgData name="Zhi Wang" userId="7588ea56f58b19c7" providerId="LiveId" clId="{774C7CDD-8B60-419F-A773-E1B9126FB4F0}" dt="2026-09-15T08:10:52.312" v="407"/>
        <pc:sldMkLst>
          <pc:docMk/>
          <pc:sldMk cId="1322682734" sldId="365"/>
        </pc:sldMkLst>
        <pc:graphicFrameChg chg="mod">
          <ac:chgData name="Zhi Wang" userId="7588ea56f58b19c7" providerId="LiveId" clId="{774C7CDD-8B60-419F-A773-E1B9126FB4F0}" dt="2026-09-15T08:10:52.312" v="407"/>
          <ac:graphicFrameMkLst>
            <pc:docMk/>
            <pc:sldMk cId="1322682734" sldId="365"/>
            <ac:graphicFrameMk id="2" creationId="{A983E532-D82E-39B1-050E-6398CA91B701}"/>
          </ac:graphicFrameMkLst>
        </pc:graphicFrameChg>
      </pc:sldChg>
      <pc:sldChg chg="modSp">
        <pc:chgData name="Zhi Wang" userId="7588ea56f58b19c7" providerId="LiveId" clId="{774C7CDD-8B60-419F-A773-E1B9126FB4F0}" dt="2026-09-15T08:10:52.312" v="407"/>
        <pc:sldMkLst>
          <pc:docMk/>
          <pc:sldMk cId="2431925079" sldId="367"/>
        </pc:sldMkLst>
        <pc:graphicFrameChg chg="mod">
          <ac:chgData name="Zhi Wang" userId="7588ea56f58b19c7" providerId="LiveId" clId="{774C7CDD-8B60-419F-A773-E1B9126FB4F0}" dt="2026-09-15T08:10:52.312" v="407"/>
          <ac:graphicFrameMkLst>
            <pc:docMk/>
            <pc:sldMk cId="2431925079" sldId="367"/>
            <ac:graphicFrameMk id="4" creationId="{E4832F63-1E40-C844-1E46-48D0B4502342}"/>
          </ac:graphicFrameMkLst>
        </pc:graphicFrameChg>
      </pc:sldChg>
      <pc:sldChg chg="modSp">
        <pc:chgData name="Zhi Wang" userId="7588ea56f58b19c7" providerId="LiveId" clId="{774C7CDD-8B60-419F-A773-E1B9126FB4F0}" dt="2026-09-15T08:10:52.312" v="407"/>
        <pc:sldMkLst>
          <pc:docMk/>
          <pc:sldMk cId="3871305266" sldId="368"/>
        </pc:sldMkLst>
        <pc:graphicFrameChg chg="mod">
          <ac:chgData name="Zhi Wang" userId="7588ea56f58b19c7" providerId="LiveId" clId="{774C7CDD-8B60-419F-A773-E1B9126FB4F0}" dt="2026-09-15T08:10:52.312" v="407"/>
          <ac:graphicFrameMkLst>
            <pc:docMk/>
            <pc:sldMk cId="3871305266" sldId="368"/>
            <ac:graphicFrameMk id="4" creationId="{B1467A9F-AC6B-9319-BEAC-B2AE50FDE9FC}"/>
          </ac:graphicFrameMkLst>
        </pc:graphicFrameChg>
      </pc:sldChg>
      <pc:sldChg chg="modSp">
        <pc:chgData name="Zhi Wang" userId="7588ea56f58b19c7" providerId="LiveId" clId="{774C7CDD-8B60-419F-A773-E1B9126FB4F0}" dt="2026-09-15T08:10:52.312" v="407"/>
        <pc:sldMkLst>
          <pc:docMk/>
          <pc:sldMk cId="1374224137" sldId="369"/>
        </pc:sldMkLst>
        <pc:graphicFrameChg chg="mod">
          <ac:chgData name="Zhi Wang" userId="7588ea56f58b19c7" providerId="LiveId" clId="{774C7CDD-8B60-419F-A773-E1B9126FB4F0}" dt="2026-09-15T08:10:52.312" v="407"/>
          <ac:graphicFrameMkLst>
            <pc:docMk/>
            <pc:sldMk cId="1374224137" sldId="369"/>
            <ac:graphicFrameMk id="2" creationId="{FB7BCB0E-A487-AB77-B339-97778C9C1DB9}"/>
          </ac:graphicFrameMkLst>
        </pc:graphicFrameChg>
      </pc:sldChg>
      <pc:sldChg chg="modSp">
        <pc:chgData name="Zhi Wang" userId="7588ea56f58b19c7" providerId="LiveId" clId="{774C7CDD-8B60-419F-A773-E1B9126FB4F0}" dt="2026-09-15T08:10:52.312" v="407"/>
        <pc:sldMkLst>
          <pc:docMk/>
          <pc:sldMk cId="4140177402" sldId="370"/>
        </pc:sldMkLst>
        <pc:graphicFrameChg chg="mod">
          <ac:chgData name="Zhi Wang" userId="7588ea56f58b19c7" providerId="LiveId" clId="{774C7CDD-8B60-419F-A773-E1B9126FB4F0}" dt="2026-09-15T08:10:52.312" v="407"/>
          <ac:graphicFrameMkLst>
            <pc:docMk/>
            <pc:sldMk cId="4140177402" sldId="370"/>
            <ac:graphicFrameMk id="2" creationId="{2F9D722D-10C9-5906-7605-3C8BB2504E16}"/>
          </ac:graphicFrameMkLst>
        </pc:graphicFrameChg>
      </pc:sldChg>
      <pc:sldChg chg="delSp modSp mod">
        <pc:chgData name="Zhi Wang" userId="7588ea56f58b19c7" providerId="LiveId" clId="{774C7CDD-8B60-419F-A773-E1B9126FB4F0}" dt="2026-09-15T08:32:54.737" v="602" actId="1076"/>
        <pc:sldMkLst>
          <pc:docMk/>
          <pc:sldMk cId="462475563" sldId="371"/>
        </pc:sldMkLst>
        <pc:spChg chg="mod">
          <ac:chgData name="Zhi Wang" userId="7588ea56f58b19c7" providerId="LiveId" clId="{774C7CDD-8B60-419F-A773-E1B9126FB4F0}" dt="2026-09-15T08:32:54.737" v="602" actId="1076"/>
          <ac:spMkLst>
            <pc:docMk/>
            <pc:sldMk cId="462475563" sldId="371"/>
            <ac:spMk id="5" creationId="{00000000-0000-0000-0000-000000000000}"/>
          </ac:spMkLst>
        </pc:spChg>
        <pc:spChg chg="del">
          <ac:chgData name="Zhi Wang" userId="7588ea56f58b19c7" providerId="LiveId" clId="{774C7CDD-8B60-419F-A773-E1B9126FB4F0}" dt="2026-09-15T08:32:50.448" v="600" actId="478"/>
          <ac:spMkLst>
            <pc:docMk/>
            <pc:sldMk cId="462475563" sldId="371"/>
            <ac:spMk id="6" creationId="{00000000-0000-0000-0000-000000000000}"/>
          </ac:spMkLst>
        </pc:spChg>
        <pc:graphicFrameChg chg="mod">
          <ac:chgData name="Zhi Wang" userId="7588ea56f58b19c7" providerId="LiveId" clId="{774C7CDD-8B60-419F-A773-E1B9126FB4F0}" dt="2026-09-15T08:10:52.312" v="407"/>
          <ac:graphicFrameMkLst>
            <pc:docMk/>
            <pc:sldMk cId="462475563" sldId="371"/>
            <ac:graphicFrameMk id="2" creationId="{2FD2EFFA-593F-9C6B-BB62-B2B20E2CCA99}"/>
          </ac:graphicFrameMkLst>
        </pc:graphicFrameChg>
        <pc:picChg chg="mod">
          <ac:chgData name="Zhi Wang" userId="7588ea56f58b19c7" providerId="LiveId" clId="{774C7CDD-8B60-419F-A773-E1B9126FB4F0}" dt="2026-09-15T08:32:52.286" v="601" actId="1076"/>
          <ac:picMkLst>
            <pc:docMk/>
            <pc:sldMk cId="462475563" sldId="371"/>
            <ac:picMk id="4" creationId="{00000000-0000-0000-0000-000000000000}"/>
          </ac:picMkLst>
        </pc:picChg>
        <pc:picChg chg="del">
          <ac:chgData name="Zhi Wang" userId="7588ea56f58b19c7" providerId="LiveId" clId="{774C7CDD-8B60-419F-A773-E1B9126FB4F0}" dt="2026-09-15T08:32:49.487" v="599" actId="478"/>
          <ac:picMkLst>
            <pc:docMk/>
            <pc:sldMk cId="462475563" sldId="371"/>
            <ac:picMk id="7" creationId="{00000000-0000-0000-0000-000000000000}"/>
          </ac:picMkLst>
        </pc:picChg>
      </pc:sldChg>
      <pc:sldChg chg="modSp">
        <pc:chgData name="Zhi Wang" userId="7588ea56f58b19c7" providerId="LiveId" clId="{774C7CDD-8B60-419F-A773-E1B9126FB4F0}" dt="2026-09-15T08:10:52.312" v="407"/>
        <pc:sldMkLst>
          <pc:docMk/>
          <pc:sldMk cId="1190012092" sldId="372"/>
        </pc:sldMkLst>
        <pc:graphicFrameChg chg="mod">
          <ac:chgData name="Zhi Wang" userId="7588ea56f58b19c7" providerId="LiveId" clId="{774C7CDD-8B60-419F-A773-E1B9126FB4F0}" dt="2026-09-15T08:10:52.312" v="407"/>
          <ac:graphicFrameMkLst>
            <pc:docMk/>
            <pc:sldMk cId="1190012092" sldId="372"/>
            <ac:graphicFrameMk id="4" creationId="{DF73FADB-66D9-408D-8E08-35E98F848934}"/>
          </ac:graphicFrameMkLst>
        </pc:graphicFrameChg>
      </pc:sldChg>
      <pc:sldChg chg="modSp">
        <pc:chgData name="Zhi Wang" userId="7588ea56f58b19c7" providerId="LiveId" clId="{774C7CDD-8B60-419F-A773-E1B9126FB4F0}" dt="2026-09-15T08:10:52.312" v="407"/>
        <pc:sldMkLst>
          <pc:docMk/>
          <pc:sldMk cId="1839728047" sldId="373"/>
        </pc:sldMkLst>
        <pc:graphicFrameChg chg="mod">
          <ac:chgData name="Zhi Wang" userId="7588ea56f58b19c7" providerId="LiveId" clId="{774C7CDD-8B60-419F-A773-E1B9126FB4F0}" dt="2026-09-15T08:10:52.312" v="407"/>
          <ac:graphicFrameMkLst>
            <pc:docMk/>
            <pc:sldMk cId="1839728047" sldId="373"/>
            <ac:graphicFrameMk id="3" creationId="{2736884B-2FBF-005B-1723-55D9CED4E13F}"/>
          </ac:graphicFrameMkLst>
        </pc:graphicFrameChg>
      </pc:sldChg>
      <pc:sldChg chg="modSp">
        <pc:chgData name="Zhi Wang" userId="7588ea56f58b19c7" providerId="LiveId" clId="{774C7CDD-8B60-419F-A773-E1B9126FB4F0}" dt="2026-09-15T08:10:52.312" v="407"/>
        <pc:sldMkLst>
          <pc:docMk/>
          <pc:sldMk cId="1250196477" sldId="374"/>
        </pc:sldMkLst>
        <pc:graphicFrameChg chg="mod">
          <ac:chgData name="Zhi Wang" userId="7588ea56f58b19c7" providerId="LiveId" clId="{774C7CDD-8B60-419F-A773-E1B9126FB4F0}" dt="2026-09-15T08:10:52.312" v="407"/>
          <ac:graphicFrameMkLst>
            <pc:docMk/>
            <pc:sldMk cId="1250196477" sldId="374"/>
            <ac:graphicFrameMk id="3" creationId="{64B25826-F585-1D91-6A77-EAD5891A5123}"/>
          </ac:graphicFrameMkLst>
        </pc:graphicFrameChg>
      </pc:sldChg>
      <pc:sldChg chg="modSp">
        <pc:chgData name="Zhi Wang" userId="7588ea56f58b19c7" providerId="LiveId" clId="{774C7CDD-8B60-419F-A773-E1B9126FB4F0}" dt="2026-09-15T08:10:52.312" v="407"/>
        <pc:sldMkLst>
          <pc:docMk/>
          <pc:sldMk cId="4076002310" sldId="375"/>
        </pc:sldMkLst>
        <pc:graphicFrameChg chg="mod">
          <ac:chgData name="Zhi Wang" userId="7588ea56f58b19c7" providerId="LiveId" clId="{774C7CDD-8B60-419F-A773-E1B9126FB4F0}" dt="2026-09-15T08:10:52.312" v="407"/>
          <ac:graphicFrameMkLst>
            <pc:docMk/>
            <pc:sldMk cId="4076002310" sldId="375"/>
            <ac:graphicFrameMk id="3" creationId="{FCEE72B0-D576-0330-020B-E189C07DDE63}"/>
          </ac:graphicFrameMkLst>
        </pc:graphicFrameChg>
      </pc:sldChg>
      <pc:sldChg chg="modSp">
        <pc:chgData name="Zhi Wang" userId="7588ea56f58b19c7" providerId="LiveId" clId="{774C7CDD-8B60-419F-A773-E1B9126FB4F0}" dt="2026-09-15T08:10:52.312" v="407"/>
        <pc:sldMkLst>
          <pc:docMk/>
          <pc:sldMk cId="896581348" sldId="376"/>
        </pc:sldMkLst>
        <pc:graphicFrameChg chg="mod">
          <ac:chgData name="Zhi Wang" userId="7588ea56f58b19c7" providerId="LiveId" clId="{774C7CDD-8B60-419F-A773-E1B9126FB4F0}" dt="2026-09-15T08:10:52.312" v="407"/>
          <ac:graphicFrameMkLst>
            <pc:docMk/>
            <pc:sldMk cId="896581348" sldId="376"/>
            <ac:graphicFrameMk id="2" creationId="{74113092-EDF5-64B7-03A5-828CDE363532}"/>
          </ac:graphicFrameMkLst>
        </pc:graphicFrameChg>
      </pc:sldChg>
      <pc:sldChg chg="modSp">
        <pc:chgData name="Zhi Wang" userId="7588ea56f58b19c7" providerId="LiveId" clId="{774C7CDD-8B60-419F-A773-E1B9126FB4F0}" dt="2026-09-15T08:10:52.312" v="407"/>
        <pc:sldMkLst>
          <pc:docMk/>
          <pc:sldMk cId="1811367721" sldId="377"/>
        </pc:sldMkLst>
        <pc:graphicFrameChg chg="mod">
          <ac:chgData name="Zhi Wang" userId="7588ea56f58b19c7" providerId="LiveId" clId="{774C7CDD-8B60-419F-A773-E1B9126FB4F0}" dt="2026-09-15T08:10:52.312" v="407"/>
          <ac:graphicFrameMkLst>
            <pc:docMk/>
            <pc:sldMk cId="1811367721" sldId="377"/>
            <ac:graphicFrameMk id="2" creationId="{A06CBF45-FBD8-2A4D-8982-9991C460E50E}"/>
          </ac:graphicFrameMkLst>
        </pc:graphicFrameChg>
      </pc:sldChg>
      <pc:sldChg chg="modSp">
        <pc:chgData name="Zhi Wang" userId="7588ea56f58b19c7" providerId="LiveId" clId="{774C7CDD-8B60-419F-A773-E1B9126FB4F0}" dt="2026-09-15T08:10:52.312" v="407"/>
        <pc:sldMkLst>
          <pc:docMk/>
          <pc:sldMk cId="1330227554" sldId="378"/>
        </pc:sldMkLst>
        <pc:graphicFrameChg chg="mod">
          <ac:chgData name="Zhi Wang" userId="7588ea56f58b19c7" providerId="LiveId" clId="{774C7CDD-8B60-419F-A773-E1B9126FB4F0}" dt="2026-09-15T08:10:52.312" v="407"/>
          <ac:graphicFrameMkLst>
            <pc:docMk/>
            <pc:sldMk cId="1330227554" sldId="378"/>
            <ac:graphicFrameMk id="4" creationId="{83CD1799-26A5-A390-6C34-CA6420717D7E}"/>
          </ac:graphicFrameMkLst>
        </pc:graphicFrameChg>
      </pc:sldChg>
      <pc:sldChg chg="modSp">
        <pc:chgData name="Zhi Wang" userId="7588ea56f58b19c7" providerId="LiveId" clId="{774C7CDD-8B60-419F-A773-E1B9126FB4F0}" dt="2026-09-15T08:10:52.312" v="407"/>
        <pc:sldMkLst>
          <pc:docMk/>
          <pc:sldMk cId="0" sldId="379"/>
        </pc:sldMkLst>
        <pc:graphicFrameChg chg="mod">
          <ac:chgData name="Zhi Wang" userId="7588ea56f58b19c7" providerId="LiveId" clId="{774C7CDD-8B60-419F-A773-E1B9126FB4F0}" dt="2026-09-15T08:10:52.312" v="407"/>
          <ac:graphicFrameMkLst>
            <pc:docMk/>
            <pc:sldMk cId="0" sldId="379"/>
            <ac:graphicFrameMk id="4" creationId="{2EFAC95D-DA8D-7E20-4708-321F9AF0FEE5}"/>
          </ac:graphicFrameMkLst>
        </pc:graphicFrameChg>
      </pc:sldChg>
      <pc:sldChg chg="modSp mod">
        <pc:chgData name="Zhi Wang" userId="7588ea56f58b19c7" providerId="LiveId" clId="{774C7CDD-8B60-419F-A773-E1B9126FB4F0}" dt="2026-09-15T08:14:42.707" v="442" actId="207"/>
        <pc:sldMkLst>
          <pc:docMk/>
          <pc:sldMk cId="1655875219" sldId="380"/>
        </pc:sldMkLst>
        <pc:spChg chg="mod">
          <ac:chgData name="Zhi Wang" userId="7588ea56f58b19c7" providerId="LiveId" clId="{774C7CDD-8B60-419F-A773-E1B9126FB4F0}" dt="2026-09-15T08:14:42.707" v="442" actId="207"/>
          <ac:spMkLst>
            <pc:docMk/>
            <pc:sldMk cId="1655875219" sldId="380"/>
            <ac:spMk id="88" creationId="{3F5CB320-B232-B812-0342-44F768B30D24}"/>
          </ac:spMkLst>
        </pc:spChg>
        <pc:graphicFrameChg chg="mod">
          <ac:chgData name="Zhi Wang" userId="7588ea56f58b19c7" providerId="LiveId" clId="{774C7CDD-8B60-419F-A773-E1B9126FB4F0}" dt="2026-09-15T08:10:52.312" v="407"/>
          <ac:graphicFrameMkLst>
            <pc:docMk/>
            <pc:sldMk cId="1655875219" sldId="380"/>
            <ac:graphicFrameMk id="3" creationId="{1626938E-FC4C-A7CA-31AD-B90F9F44E292}"/>
          </ac:graphicFrameMkLst>
        </pc:graphicFrameChg>
        <pc:cxnChg chg="mod">
          <ac:chgData name="Zhi Wang" userId="7588ea56f58b19c7" providerId="LiveId" clId="{774C7CDD-8B60-419F-A773-E1B9126FB4F0}" dt="2026-09-15T08:14:38.984" v="441" actId="208"/>
          <ac:cxnSpMkLst>
            <pc:docMk/>
            <pc:sldMk cId="1655875219" sldId="380"/>
            <ac:cxnSpMk id="22" creationId="{1F0F1DB1-B706-B5EA-038B-6BA99065EA51}"/>
          </ac:cxnSpMkLst>
        </pc:cxnChg>
      </pc:sldChg>
      <pc:sldChg chg="modSp mod">
        <pc:chgData name="Zhi Wang" userId="7588ea56f58b19c7" providerId="LiveId" clId="{774C7CDD-8B60-419F-A773-E1B9126FB4F0}" dt="2026-09-15T08:14:30.340" v="440" actId="208"/>
        <pc:sldMkLst>
          <pc:docMk/>
          <pc:sldMk cId="646135344" sldId="381"/>
        </pc:sldMkLst>
        <pc:spChg chg="mod">
          <ac:chgData name="Zhi Wang" userId="7588ea56f58b19c7" providerId="LiveId" clId="{774C7CDD-8B60-419F-A773-E1B9126FB4F0}" dt="2026-09-15T08:14:26.402" v="439" actId="207"/>
          <ac:spMkLst>
            <pc:docMk/>
            <pc:sldMk cId="646135344" sldId="381"/>
            <ac:spMk id="88" creationId="{A8B04139-A2AE-98ED-5122-6134E7517CED}"/>
          </ac:spMkLst>
        </pc:spChg>
        <pc:graphicFrameChg chg="mod">
          <ac:chgData name="Zhi Wang" userId="7588ea56f58b19c7" providerId="LiveId" clId="{774C7CDD-8B60-419F-A773-E1B9126FB4F0}" dt="2026-09-15T08:10:52.312" v="407"/>
          <ac:graphicFrameMkLst>
            <pc:docMk/>
            <pc:sldMk cId="646135344" sldId="381"/>
            <ac:graphicFrameMk id="3" creationId="{6A9862E8-7C7C-2DBB-E834-1402F9FA7F97}"/>
          </ac:graphicFrameMkLst>
        </pc:graphicFrameChg>
        <pc:cxnChg chg="mod">
          <ac:chgData name="Zhi Wang" userId="7588ea56f58b19c7" providerId="LiveId" clId="{774C7CDD-8B60-419F-A773-E1B9126FB4F0}" dt="2026-09-15T08:14:30.340" v="440" actId="208"/>
          <ac:cxnSpMkLst>
            <pc:docMk/>
            <pc:sldMk cId="646135344" sldId="381"/>
            <ac:cxnSpMk id="22" creationId="{1EDFBB7B-1A23-FC82-2CC8-B5D64E1F56B0}"/>
          </ac:cxnSpMkLst>
        </pc:cxnChg>
      </pc:sldChg>
      <pc:sldChg chg="addSp delSp modSp mod">
        <pc:chgData name="Zhi Wang" userId="7588ea56f58b19c7" providerId="LiveId" clId="{774C7CDD-8B60-419F-A773-E1B9126FB4F0}" dt="2026-09-15T08:15:14.382" v="450" actId="207"/>
        <pc:sldMkLst>
          <pc:docMk/>
          <pc:sldMk cId="1430619061" sldId="382"/>
        </pc:sldMkLst>
        <pc:spChg chg="mod">
          <ac:chgData name="Zhi Wang" userId="7588ea56f58b19c7" providerId="LiveId" clId="{774C7CDD-8B60-419F-A773-E1B9126FB4F0}" dt="2026-09-15T08:13:32.236" v="424"/>
          <ac:spMkLst>
            <pc:docMk/>
            <pc:sldMk cId="1430619061" sldId="382"/>
            <ac:spMk id="12" creationId="{B26F1582-9F80-5ECA-384B-48DA5F2132DA}"/>
          </ac:spMkLst>
        </pc:spChg>
        <pc:spChg chg="mod">
          <ac:chgData name="Zhi Wang" userId="7588ea56f58b19c7" providerId="LiveId" clId="{774C7CDD-8B60-419F-A773-E1B9126FB4F0}" dt="2026-09-15T08:13:32.236" v="424"/>
          <ac:spMkLst>
            <pc:docMk/>
            <pc:sldMk cId="1430619061" sldId="382"/>
            <ac:spMk id="14" creationId="{7DFABD3C-C0F8-3492-540A-6C35A163AA5A}"/>
          </ac:spMkLst>
        </pc:spChg>
        <pc:spChg chg="mod">
          <ac:chgData name="Zhi Wang" userId="7588ea56f58b19c7" providerId="LiveId" clId="{774C7CDD-8B60-419F-A773-E1B9126FB4F0}" dt="2026-09-15T08:13:32.236" v="424"/>
          <ac:spMkLst>
            <pc:docMk/>
            <pc:sldMk cId="1430619061" sldId="382"/>
            <ac:spMk id="15" creationId="{94B477FE-CA1C-8863-EB05-603D5DB7B241}"/>
          </ac:spMkLst>
        </pc:spChg>
        <pc:spChg chg="mod">
          <ac:chgData name="Zhi Wang" userId="7588ea56f58b19c7" providerId="LiveId" clId="{774C7CDD-8B60-419F-A773-E1B9126FB4F0}" dt="2026-09-15T08:13:32.236" v="424"/>
          <ac:spMkLst>
            <pc:docMk/>
            <pc:sldMk cId="1430619061" sldId="382"/>
            <ac:spMk id="16" creationId="{C7110A3E-1DF8-7649-B6CD-502448E83EFF}"/>
          </ac:spMkLst>
        </pc:spChg>
        <pc:spChg chg="mod">
          <ac:chgData name="Zhi Wang" userId="7588ea56f58b19c7" providerId="LiveId" clId="{774C7CDD-8B60-419F-A773-E1B9126FB4F0}" dt="2026-09-15T08:13:32.236" v="424"/>
          <ac:spMkLst>
            <pc:docMk/>
            <pc:sldMk cId="1430619061" sldId="382"/>
            <ac:spMk id="24" creationId="{5B11A472-3346-B260-8EAB-720ACD8C57E5}"/>
          </ac:spMkLst>
        </pc:spChg>
        <pc:spChg chg="mod">
          <ac:chgData name="Zhi Wang" userId="7588ea56f58b19c7" providerId="LiveId" clId="{774C7CDD-8B60-419F-A773-E1B9126FB4F0}" dt="2026-09-15T08:13:32.236" v="424"/>
          <ac:spMkLst>
            <pc:docMk/>
            <pc:sldMk cId="1430619061" sldId="382"/>
            <ac:spMk id="28" creationId="{F9253F93-42E5-9FA5-ABCB-096A6E64D725}"/>
          </ac:spMkLst>
        </pc:spChg>
        <pc:spChg chg="mod">
          <ac:chgData name="Zhi Wang" userId="7588ea56f58b19c7" providerId="LiveId" clId="{774C7CDD-8B60-419F-A773-E1B9126FB4F0}" dt="2026-09-15T08:13:32.236" v="424"/>
          <ac:spMkLst>
            <pc:docMk/>
            <pc:sldMk cId="1430619061" sldId="382"/>
            <ac:spMk id="32" creationId="{BBBBD021-F130-7F0D-357C-9C3B54944B69}"/>
          </ac:spMkLst>
        </pc:spChg>
        <pc:spChg chg="mod">
          <ac:chgData name="Zhi Wang" userId="7588ea56f58b19c7" providerId="LiveId" clId="{774C7CDD-8B60-419F-A773-E1B9126FB4F0}" dt="2026-09-15T08:13:32.236" v="424"/>
          <ac:spMkLst>
            <pc:docMk/>
            <pc:sldMk cId="1430619061" sldId="382"/>
            <ac:spMk id="35" creationId="{AB422AC4-A5C5-B02A-AEB8-D66140A4EF3A}"/>
          </ac:spMkLst>
        </pc:spChg>
        <pc:spChg chg="mod">
          <ac:chgData name="Zhi Wang" userId="7588ea56f58b19c7" providerId="LiveId" clId="{774C7CDD-8B60-419F-A773-E1B9126FB4F0}" dt="2026-09-15T08:13:32.236" v="424"/>
          <ac:spMkLst>
            <pc:docMk/>
            <pc:sldMk cId="1430619061" sldId="382"/>
            <ac:spMk id="38" creationId="{928BA017-B21F-CFAE-19C1-A92282229225}"/>
          </ac:spMkLst>
        </pc:spChg>
        <pc:spChg chg="mod">
          <ac:chgData name="Zhi Wang" userId="7588ea56f58b19c7" providerId="LiveId" clId="{774C7CDD-8B60-419F-A773-E1B9126FB4F0}" dt="2026-09-15T08:13:32.236" v="424"/>
          <ac:spMkLst>
            <pc:docMk/>
            <pc:sldMk cId="1430619061" sldId="382"/>
            <ac:spMk id="39" creationId="{575E11F8-622D-3B86-1F2D-94A8D508956C}"/>
          </ac:spMkLst>
        </pc:spChg>
        <pc:spChg chg="add mod">
          <ac:chgData name="Zhi Wang" userId="7588ea56f58b19c7" providerId="LiveId" clId="{774C7CDD-8B60-419F-A773-E1B9126FB4F0}" dt="2026-09-15T08:15:14.382" v="450" actId="207"/>
          <ac:spMkLst>
            <pc:docMk/>
            <pc:sldMk cId="1430619061" sldId="382"/>
            <ac:spMk id="43" creationId="{C9638D54-636D-1327-39FD-33582C5E8369}"/>
          </ac:spMkLst>
        </pc:spChg>
        <pc:spChg chg="add mod">
          <ac:chgData name="Zhi Wang" userId="7588ea56f58b19c7" providerId="LiveId" clId="{774C7CDD-8B60-419F-A773-E1B9126FB4F0}" dt="2026-09-15T08:14:10.454" v="436" actId="207"/>
          <ac:spMkLst>
            <pc:docMk/>
            <pc:sldMk cId="1430619061" sldId="382"/>
            <ac:spMk id="45" creationId="{AC850384-6EF5-D42F-C662-E9D71F0F6552}"/>
          </ac:spMkLst>
        </pc:spChg>
        <pc:spChg chg="add del mod">
          <ac:chgData name="Zhi Wang" userId="7588ea56f58b19c7" providerId="LiveId" clId="{774C7CDD-8B60-419F-A773-E1B9126FB4F0}" dt="2026-09-15T08:15:01.749" v="446" actId="478"/>
          <ac:spMkLst>
            <pc:docMk/>
            <pc:sldMk cId="1430619061" sldId="382"/>
            <ac:spMk id="47" creationId="{FCE2C6D7-9CD6-A6E5-611C-F42D951AB527}"/>
          </ac:spMkLst>
        </pc:spChg>
        <pc:spChg chg="del">
          <ac:chgData name="Zhi Wang" userId="7588ea56f58b19c7" providerId="LiveId" clId="{774C7CDD-8B60-419F-A773-E1B9126FB4F0}" dt="2026-09-15T08:13:25.038" v="421" actId="478"/>
          <ac:spMkLst>
            <pc:docMk/>
            <pc:sldMk cId="1430619061" sldId="382"/>
            <ac:spMk id="49" creationId="{13BA16AE-4FE9-79DC-469C-F845F681425A}"/>
          </ac:spMkLst>
        </pc:spChg>
        <pc:spChg chg="del">
          <ac:chgData name="Zhi Wang" userId="7588ea56f58b19c7" providerId="LiveId" clId="{774C7CDD-8B60-419F-A773-E1B9126FB4F0}" dt="2026-09-15T08:13:18.054" v="420" actId="478"/>
          <ac:spMkLst>
            <pc:docMk/>
            <pc:sldMk cId="1430619061" sldId="382"/>
            <ac:spMk id="50" creationId="{2DD3208D-DF5F-0090-2E31-9D4A58ED8FF5}"/>
          </ac:spMkLst>
        </pc:spChg>
        <pc:spChg chg="del">
          <ac:chgData name="Zhi Wang" userId="7588ea56f58b19c7" providerId="LiveId" clId="{774C7CDD-8B60-419F-A773-E1B9126FB4F0}" dt="2026-09-15T08:13:18.054" v="420" actId="478"/>
          <ac:spMkLst>
            <pc:docMk/>
            <pc:sldMk cId="1430619061" sldId="382"/>
            <ac:spMk id="51" creationId="{B0948E40-0D68-1506-8EC6-2AC7F7B6C404}"/>
          </ac:spMkLst>
        </pc:spChg>
        <pc:spChg chg="del">
          <ac:chgData name="Zhi Wang" userId="7588ea56f58b19c7" providerId="LiveId" clId="{774C7CDD-8B60-419F-A773-E1B9126FB4F0}" dt="2026-09-15T08:13:18.054" v="420" actId="478"/>
          <ac:spMkLst>
            <pc:docMk/>
            <pc:sldMk cId="1430619061" sldId="382"/>
            <ac:spMk id="52" creationId="{711BF08C-5E7A-38CC-CB1E-033BFF0F7D9F}"/>
          </ac:spMkLst>
        </pc:spChg>
        <pc:spChg chg="del">
          <ac:chgData name="Zhi Wang" userId="7588ea56f58b19c7" providerId="LiveId" clId="{774C7CDD-8B60-419F-A773-E1B9126FB4F0}" dt="2026-09-15T08:13:18.054" v="420" actId="478"/>
          <ac:spMkLst>
            <pc:docMk/>
            <pc:sldMk cId="1430619061" sldId="382"/>
            <ac:spMk id="53" creationId="{FB6AA868-F59A-8391-9584-AEFB21A484A4}"/>
          </ac:spMkLst>
        </pc:spChg>
        <pc:spChg chg="del">
          <ac:chgData name="Zhi Wang" userId="7588ea56f58b19c7" providerId="LiveId" clId="{774C7CDD-8B60-419F-A773-E1B9126FB4F0}" dt="2026-09-15T08:13:18.054" v="420" actId="478"/>
          <ac:spMkLst>
            <pc:docMk/>
            <pc:sldMk cId="1430619061" sldId="382"/>
            <ac:spMk id="56" creationId="{B16BA6A1-9F14-FB78-30D7-F4E93999BAFD}"/>
          </ac:spMkLst>
        </pc:spChg>
        <pc:spChg chg="del">
          <ac:chgData name="Zhi Wang" userId="7588ea56f58b19c7" providerId="LiveId" clId="{774C7CDD-8B60-419F-A773-E1B9126FB4F0}" dt="2026-09-15T08:13:18.054" v="420" actId="478"/>
          <ac:spMkLst>
            <pc:docMk/>
            <pc:sldMk cId="1430619061" sldId="382"/>
            <ac:spMk id="57" creationId="{DEC2D58F-9033-48FE-584C-8254FD08AF36}"/>
          </ac:spMkLst>
        </pc:spChg>
        <pc:spChg chg="del">
          <ac:chgData name="Zhi Wang" userId="7588ea56f58b19c7" providerId="LiveId" clId="{774C7CDD-8B60-419F-A773-E1B9126FB4F0}" dt="2026-09-15T08:13:18.054" v="420" actId="478"/>
          <ac:spMkLst>
            <pc:docMk/>
            <pc:sldMk cId="1430619061" sldId="382"/>
            <ac:spMk id="59" creationId="{C7C98DF1-A332-FBC5-6A99-B31381926041}"/>
          </ac:spMkLst>
        </pc:spChg>
        <pc:spChg chg="del">
          <ac:chgData name="Zhi Wang" userId="7588ea56f58b19c7" providerId="LiveId" clId="{774C7CDD-8B60-419F-A773-E1B9126FB4F0}" dt="2026-09-15T08:13:18.054" v="420" actId="478"/>
          <ac:spMkLst>
            <pc:docMk/>
            <pc:sldMk cId="1430619061" sldId="382"/>
            <ac:spMk id="64" creationId="{A2453312-A426-9E31-A838-AA8133B1CAE6}"/>
          </ac:spMkLst>
        </pc:spChg>
        <pc:spChg chg="del">
          <ac:chgData name="Zhi Wang" userId="7588ea56f58b19c7" providerId="LiveId" clId="{774C7CDD-8B60-419F-A773-E1B9126FB4F0}" dt="2026-09-15T08:13:18.054" v="420" actId="478"/>
          <ac:spMkLst>
            <pc:docMk/>
            <pc:sldMk cId="1430619061" sldId="382"/>
            <ac:spMk id="65" creationId="{D517E235-6270-9105-44B1-F94AB94AC974}"/>
          </ac:spMkLst>
        </pc:spChg>
        <pc:spChg chg="del">
          <ac:chgData name="Zhi Wang" userId="7588ea56f58b19c7" providerId="LiveId" clId="{774C7CDD-8B60-419F-A773-E1B9126FB4F0}" dt="2026-09-15T08:13:18.054" v="420" actId="478"/>
          <ac:spMkLst>
            <pc:docMk/>
            <pc:sldMk cId="1430619061" sldId="382"/>
            <ac:spMk id="66" creationId="{BE56999A-A0E3-6DB0-EAA6-154A3F5E86AB}"/>
          </ac:spMkLst>
        </pc:spChg>
        <pc:spChg chg="mod">
          <ac:chgData name="Zhi Wang" userId="7588ea56f58b19c7" providerId="LiveId" clId="{774C7CDD-8B60-419F-A773-E1B9126FB4F0}" dt="2026-09-15T08:13:51.614" v="428" actId="1076"/>
          <ac:spMkLst>
            <pc:docMk/>
            <pc:sldMk cId="1430619061" sldId="382"/>
            <ac:spMk id="67" creationId="{1CB3C446-CE6B-6954-BB53-BF7D18C7202E}"/>
          </ac:spMkLst>
        </pc:spChg>
        <pc:spChg chg="mod">
          <ac:chgData name="Zhi Wang" userId="7588ea56f58b19c7" providerId="LiveId" clId="{774C7CDD-8B60-419F-A773-E1B9126FB4F0}" dt="2026-09-15T08:14:13.881" v="437" actId="207"/>
          <ac:spMkLst>
            <pc:docMk/>
            <pc:sldMk cId="1430619061" sldId="382"/>
            <ac:spMk id="88" creationId="{28D8E427-A3CC-2D8E-531B-DE8FC8168835}"/>
          </ac:spMkLst>
        </pc:spChg>
        <pc:graphicFrameChg chg="mod">
          <ac:chgData name="Zhi Wang" userId="7588ea56f58b19c7" providerId="LiveId" clId="{774C7CDD-8B60-419F-A773-E1B9126FB4F0}" dt="2026-09-15T08:10:52.312" v="407"/>
          <ac:graphicFrameMkLst>
            <pc:docMk/>
            <pc:sldMk cId="1430619061" sldId="382"/>
            <ac:graphicFrameMk id="41" creationId="{323CE8A4-3C7A-61BF-A0F5-BA68EFEBD823}"/>
          </ac:graphicFrameMkLst>
        </pc:graphicFrameChg>
        <pc:cxnChg chg="mod">
          <ac:chgData name="Zhi Wang" userId="7588ea56f58b19c7" providerId="LiveId" clId="{774C7CDD-8B60-419F-A773-E1B9126FB4F0}" dt="2026-09-15T08:14:20.007" v="438" actId="208"/>
          <ac:cxnSpMkLst>
            <pc:docMk/>
            <pc:sldMk cId="1430619061" sldId="382"/>
            <ac:cxnSpMk id="22" creationId="{CCE5B87F-923E-0BB7-DB59-FD3A79BCC8D0}"/>
          </ac:cxnSpMkLst>
        </pc:cxnChg>
      </pc:sldChg>
      <pc:sldChg chg="addSp delSp modSp mod">
        <pc:chgData name="Zhi Wang" userId="7588ea56f58b19c7" providerId="LiveId" clId="{774C7CDD-8B60-419F-A773-E1B9126FB4F0}" dt="2026-09-15T08:17:41.233" v="511" actId="478"/>
        <pc:sldMkLst>
          <pc:docMk/>
          <pc:sldMk cId="505624874" sldId="383"/>
        </pc:sldMkLst>
        <pc:spChg chg="add mod">
          <ac:chgData name="Zhi Wang" userId="7588ea56f58b19c7" providerId="LiveId" clId="{774C7CDD-8B60-419F-A773-E1B9126FB4F0}" dt="2026-09-15T08:16:07.305" v="480" actId="1076"/>
          <ac:spMkLst>
            <pc:docMk/>
            <pc:sldMk cId="505624874" sldId="383"/>
            <ac:spMk id="5" creationId="{04460596-2257-A55F-7091-5BB8AFFCE807}"/>
          </ac:spMkLst>
        </pc:spChg>
        <pc:spChg chg="add mod">
          <ac:chgData name="Zhi Wang" userId="7588ea56f58b19c7" providerId="LiveId" clId="{774C7CDD-8B60-419F-A773-E1B9126FB4F0}" dt="2026-09-15T08:17:18.590" v="500"/>
          <ac:spMkLst>
            <pc:docMk/>
            <pc:sldMk cId="505624874" sldId="383"/>
            <ac:spMk id="10" creationId="{B48D0018-1141-A91A-1A97-BBE4CC6EB9B5}"/>
          </ac:spMkLst>
        </pc:spChg>
        <pc:spChg chg="add mod">
          <ac:chgData name="Zhi Wang" userId="7588ea56f58b19c7" providerId="LiveId" clId="{774C7CDD-8B60-419F-A773-E1B9126FB4F0}" dt="2026-09-15T08:17:39.824" v="510" actId="1076"/>
          <ac:spMkLst>
            <pc:docMk/>
            <pc:sldMk cId="505624874" sldId="383"/>
            <ac:spMk id="13" creationId="{20A72775-4672-5322-980C-763F7698C25A}"/>
          </ac:spMkLst>
        </pc:spChg>
        <pc:spChg chg="del">
          <ac:chgData name="Zhi Wang" userId="7588ea56f58b19c7" providerId="LiveId" clId="{774C7CDD-8B60-419F-A773-E1B9126FB4F0}" dt="2026-09-15T08:17:33.096" v="507" actId="478"/>
          <ac:spMkLst>
            <pc:docMk/>
            <pc:sldMk cId="505624874" sldId="383"/>
            <ac:spMk id="19" creationId="{B47DD0D9-ABC3-DB99-3731-2F890800EEC1}"/>
          </ac:spMkLst>
        </pc:spChg>
        <pc:spChg chg="del">
          <ac:chgData name="Zhi Wang" userId="7588ea56f58b19c7" providerId="LiveId" clId="{774C7CDD-8B60-419F-A773-E1B9126FB4F0}" dt="2026-09-15T08:17:37.232" v="509" actId="478"/>
          <ac:spMkLst>
            <pc:docMk/>
            <pc:sldMk cId="505624874" sldId="383"/>
            <ac:spMk id="20" creationId="{2BC9D34C-1DA3-6C09-F5F4-55A375F68049}"/>
          </ac:spMkLst>
        </pc:spChg>
        <pc:spChg chg="del">
          <ac:chgData name="Zhi Wang" userId="7588ea56f58b19c7" providerId="LiveId" clId="{774C7CDD-8B60-419F-A773-E1B9126FB4F0}" dt="2026-09-15T08:17:41.233" v="511" actId="478"/>
          <ac:spMkLst>
            <pc:docMk/>
            <pc:sldMk cId="505624874" sldId="383"/>
            <ac:spMk id="21" creationId="{9B870085-694D-F29E-BDED-B26911EEF44F}"/>
          </ac:spMkLst>
        </pc:spChg>
        <pc:spChg chg="del mod">
          <ac:chgData name="Zhi Wang" userId="7588ea56f58b19c7" providerId="LiveId" clId="{774C7CDD-8B60-419F-A773-E1B9126FB4F0}" dt="2026-09-15T08:15:38.575" v="452" actId="478"/>
          <ac:spMkLst>
            <pc:docMk/>
            <pc:sldMk cId="505624874" sldId="383"/>
            <ac:spMk id="66" creationId="{1C93C8FD-9E0A-758F-0005-95AF60161F64}"/>
          </ac:spMkLst>
        </pc:spChg>
        <pc:spChg chg="mod">
          <ac:chgData name="Zhi Wang" userId="7588ea56f58b19c7" providerId="LiveId" clId="{774C7CDD-8B60-419F-A773-E1B9126FB4F0}" dt="2026-09-15T08:15:34.519" v="451" actId="20577"/>
          <ac:spMkLst>
            <pc:docMk/>
            <pc:sldMk cId="505624874" sldId="383"/>
            <ac:spMk id="69" creationId="{D9E45813-1A28-213D-446A-246526E6C134}"/>
          </ac:spMkLst>
        </pc:spChg>
        <pc:spChg chg="mod">
          <ac:chgData name="Zhi Wang" userId="7588ea56f58b19c7" providerId="LiveId" clId="{774C7CDD-8B60-419F-A773-E1B9126FB4F0}" dt="2026-09-15T08:16:24.415" v="485" actId="1076"/>
          <ac:spMkLst>
            <pc:docMk/>
            <pc:sldMk cId="505624874" sldId="383"/>
            <ac:spMk id="88" creationId="{1748239F-8745-FB33-45DE-3714D15BC975}"/>
          </ac:spMkLst>
        </pc:spChg>
        <pc:graphicFrameChg chg="mod">
          <ac:chgData name="Zhi Wang" userId="7588ea56f58b19c7" providerId="LiveId" clId="{774C7CDD-8B60-419F-A773-E1B9126FB4F0}" dt="2026-09-15T08:10:52.312" v="407"/>
          <ac:graphicFrameMkLst>
            <pc:docMk/>
            <pc:sldMk cId="505624874" sldId="383"/>
            <ac:graphicFrameMk id="70" creationId="{1313CAED-1596-9A0A-38BB-35815A21412D}"/>
          </ac:graphicFrameMkLst>
        </pc:graphicFrameChg>
        <pc:cxnChg chg="mod">
          <ac:chgData name="Zhi Wang" userId="7588ea56f58b19c7" providerId="LiveId" clId="{774C7CDD-8B60-419F-A773-E1B9126FB4F0}" dt="2026-09-15T08:16:21.901" v="484" actId="208"/>
          <ac:cxnSpMkLst>
            <pc:docMk/>
            <pc:sldMk cId="505624874" sldId="383"/>
            <ac:cxnSpMk id="22" creationId="{2495A5C3-7A50-E325-6522-8C1454EB0865}"/>
          </ac:cxnSpMkLst>
        </pc:cxnChg>
      </pc:sldChg>
      <pc:sldChg chg="delSp modSp mod">
        <pc:chgData name="Zhi Wang" userId="7588ea56f58b19c7" providerId="LiveId" clId="{774C7CDD-8B60-419F-A773-E1B9126FB4F0}" dt="2026-09-15T08:18:56.391" v="538"/>
        <pc:sldMkLst>
          <pc:docMk/>
          <pc:sldMk cId="2799253064" sldId="384"/>
        </pc:sldMkLst>
        <pc:spChg chg="mod">
          <ac:chgData name="Zhi Wang" userId="7588ea56f58b19c7" providerId="LiveId" clId="{774C7CDD-8B60-419F-A773-E1B9126FB4F0}" dt="2026-09-15T08:18:56.391" v="538"/>
          <ac:spMkLst>
            <pc:docMk/>
            <pc:sldMk cId="2799253064" sldId="384"/>
            <ac:spMk id="13" creationId="{5702782B-7535-4A06-F79F-D075A4B44959}"/>
          </ac:spMkLst>
        </pc:spChg>
        <pc:spChg chg="del">
          <ac:chgData name="Zhi Wang" userId="7588ea56f58b19c7" providerId="LiveId" clId="{774C7CDD-8B60-419F-A773-E1B9126FB4F0}" dt="2026-09-15T08:18:14.139" v="515" actId="478"/>
          <ac:spMkLst>
            <pc:docMk/>
            <pc:sldMk cId="2799253064" sldId="384"/>
            <ac:spMk id="14" creationId="{3F04050C-51C3-B4CA-CDA0-AC6EC355F5FC}"/>
          </ac:spMkLst>
        </pc:spChg>
        <pc:spChg chg="del">
          <ac:chgData name="Zhi Wang" userId="7588ea56f58b19c7" providerId="LiveId" clId="{774C7CDD-8B60-419F-A773-E1B9126FB4F0}" dt="2026-09-15T08:18:08.230" v="512" actId="478"/>
          <ac:spMkLst>
            <pc:docMk/>
            <pc:sldMk cId="2799253064" sldId="384"/>
            <ac:spMk id="19" creationId="{79EF8CA3-8806-D731-604F-F97329ECB1F8}"/>
          </ac:spMkLst>
        </pc:spChg>
        <pc:spChg chg="del">
          <ac:chgData name="Zhi Wang" userId="7588ea56f58b19c7" providerId="LiveId" clId="{774C7CDD-8B60-419F-A773-E1B9126FB4F0}" dt="2026-09-15T08:18:09.825" v="513" actId="478"/>
          <ac:spMkLst>
            <pc:docMk/>
            <pc:sldMk cId="2799253064" sldId="384"/>
            <ac:spMk id="20" creationId="{3A37E731-70C8-2543-11B9-52F8337B7A49}"/>
          </ac:spMkLst>
        </pc:spChg>
        <pc:spChg chg="del">
          <ac:chgData name="Zhi Wang" userId="7588ea56f58b19c7" providerId="LiveId" clId="{774C7CDD-8B60-419F-A773-E1B9126FB4F0}" dt="2026-09-15T08:18:11.662" v="514" actId="478"/>
          <ac:spMkLst>
            <pc:docMk/>
            <pc:sldMk cId="2799253064" sldId="384"/>
            <ac:spMk id="21" creationId="{CFE9C27A-389F-0737-94E9-AB29037B1F24}"/>
          </ac:spMkLst>
        </pc:spChg>
        <pc:graphicFrameChg chg="mod">
          <ac:chgData name="Zhi Wang" userId="7588ea56f58b19c7" providerId="LiveId" clId="{774C7CDD-8B60-419F-A773-E1B9126FB4F0}" dt="2026-09-15T08:10:52.312" v="407"/>
          <ac:graphicFrameMkLst>
            <pc:docMk/>
            <pc:sldMk cId="2799253064" sldId="384"/>
            <ac:graphicFrameMk id="15" creationId="{4956046E-A9D9-F313-4ECF-BE8BE6E3DE1C}"/>
          </ac:graphicFrameMkLst>
        </pc:graphicFrameChg>
      </pc:sldChg>
      <pc:sldChg chg="addSp modSp mod">
        <pc:chgData name="Zhi Wang" userId="7588ea56f58b19c7" providerId="LiveId" clId="{774C7CDD-8B60-419F-A773-E1B9126FB4F0}" dt="2026-09-15T08:21:49.243" v="559"/>
        <pc:sldMkLst>
          <pc:docMk/>
          <pc:sldMk cId="2409158120" sldId="385"/>
        </pc:sldMkLst>
        <pc:spChg chg="mod">
          <ac:chgData name="Zhi Wang" userId="7588ea56f58b19c7" providerId="LiveId" clId="{774C7CDD-8B60-419F-A773-E1B9126FB4F0}" dt="2026-09-15T08:21:49.243" v="559"/>
          <ac:spMkLst>
            <pc:docMk/>
            <pc:sldMk cId="2409158120" sldId="385"/>
            <ac:spMk id="3" creationId="{7989CAE4-85D7-A2D1-9F9B-C187CC9F6177}"/>
          </ac:spMkLst>
        </pc:spChg>
        <pc:spChg chg="add mod">
          <ac:chgData name="Zhi Wang" userId="7588ea56f58b19c7" providerId="LiveId" clId="{774C7CDD-8B60-419F-A773-E1B9126FB4F0}" dt="2026-09-15T08:21:02.544" v="548" actId="1582"/>
          <ac:spMkLst>
            <pc:docMk/>
            <pc:sldMk cId="2409158120" sldId="385"/>
            <ac:spMk id="4" creationId="{8C1FEE0A-FFF9-4DCD-416F-B7F3E196AB89}"/>
          </ac:spMkLst>
        </pc:spChg>
        <pc:graphicFrameChg chg="mod">
          <ac:chgData name="Zhi Wang" userId="7588ea56f58b19c7" providerId="LiveId" clId="{774C7CDD-8B60-419F-A773-E1B9126FB4F0}" dt="2026-09-15T08:10:52.312" v="407"/>
          <ac:graphicFrameMkLst>
            <pc:docMk/>
            <pc:sldMk cId="2409158120" sldId="385"/>
            <ac:graphicFrameMk id="10" creationId="{31E2BED0-E4A7-1955-4CB7-0C714D8F47D2}"/>
          </ac:graphicFrameMkLst>
        </pc:graphicFrameChg>
        <pc:cxnChg chg="add mod">
          <ac:chgData name="Zhi Wang" userId="7588ea56f58b19c7" providerId="LiveId" clId="{774C7CDD-8B60-419F-A773-E1B9126FB4F0}" dt="2026-09-15T08:21:23.242" v="554" actId="14100"/>
          <ac:cxnSpMkLst>
            <pc:docMk/>
            <pc:sldMk cId="2409158120" sldId="385"/>
            <ac:cxnSpMk id="12" creationId="{79A9E22B-23AF-577A-F46F-1AC669F6B278}"/>
          </ac:cxnSpMkLst>
        </pc:cxnChg>
      </pc:sldChg>
      <pc:sldChg chg="modSp">
        <pc:chgData name="Zhi Wang" userId="7588ea56f58b19c7" providerId="LiveId" clId="{774C7CDD-8B60-419F-A773-E1B9126FB4F0}" dt="2026-09-15T08:10:52.312" v="407"/>
        <pc:sldMkLst>
          <pc:docMk/>
          <pc:sldMk cId="2353652809" sldId="386"/>
        </pc:sldMkLst>
        <pc:graphicFrameChg chg="mod">
          <ac:chgData name="Zhi Wang" userId="7588ea56f58b19c7" providerId="LiveId" clId="{774C7CDD-8B60-419F-A773-E1B9126FB4F0}" dt="2026-09-15T08:10:52.312" v="407"/>
          <ac:graphicFrameMkLst>
            <pc:docMk/>
            <pc:sldMk cId="2353652809" sldId="386"/>
            <ac:graphicFrameMk id="4" creationId="{778E95FD-7048-4A77-BDC4-152A573797C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A8AB4-FF85-49A2-94B2-3E9D0526FCD7}" type="datetimeFigureOut">
              <a:rPr lang="en-US" smtClean="0"/>
              <a:t>9/15/2026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0AD85C-B42F-45E2-A64D-6FEB1CCFF0C3}" type="slidenum">
              <a:rPr lang="en-US" smtClean="0"/>
              <a:t>‹#›</a:t>
            </a:fld>
            <a:endParaRPr lang="en-US"/>
          </a:p>
        </p:txBody>
      </p:sp>
    </p:spTree>
    <p:extLst>
      <p:ext uri="{BB962C8B-B14F-4D97-AF65-F5344CB8AC3E}">
        <p14:creationId xmlns:p14="http://schemas.microsoft.com/office/powerpoint/2010/main" val="282264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2A6E1F-410B-44CA-9071-CB362EFAAA03}" type="slidenum">
              <a:rPr lang="zh-CN" altLang="en-US" smtClean="0"/>
              <a:t>1</a:t>
            </a:fld>
            <a:endParaRPr lang="zh-CN" altLang="en-US"/>
          </a:p>
        </p:txBody>
      </p:sp>
    </p:spTree>
    <p:extLst>
      <p:ext uri="{BB962C8B-B14F-4D97-AF65-F5344CB8AC3E}">
        <p14:creationId xmlns:p14="http://schemas.microsoft.com/office/powerpoint/2010/main" val="1208213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）原子并不是一个个小球，而是原子核与电子组成的</a:t>
            </a:r>
            <a:endParaRPr lang="en-US" altLang="zh-CN" dirty="0"/>
          </a:p>
          <a:p>
            <a:r>
              <a:rPr lang="zh-CN" altLang="en-US" dirty="0"/>
              <a:t>（</a:t>
            </a:r>
            <a:r>
              <a:rPr lang="en-US" altLang="zh-CN" dirty="0"/>
              <a:t>2</a:t>
            </a:r>
            <a:r>
              <a:rPr lang="zh-CN" altLang="en-US" dirty="0"/>
              <a:t>）原子核有规律的排列，电子云弥漫在周边，</a:t>
            </a:r>
            <a:endParaRPr lang="en-US" altLang="zh-CN" dirty="0"/>
          </a:p>
          <a:p>
            <a:r>
              <a:rPr lang="zh-CN" altLang="en-US" dirty="0"/>
              <a:t>（</a:t>
            </a:r>
            <a:r>
              <a:rPr lang="en-US" altLang="zh-CN" dirty="0"/>
              <a:t>3</a:t>
            </a:r>
            <a:r>
              <a:rPr lang="zh-CN" altLang="en-US" dirty="0"/>
              <a:t>）</a:t>
            </a:r>
            <a:r>
              <a:rPr lang="en-US" altLang="zh-CN" dirty="0"/>
              <a:t>X</a:t>
            </a:r>
            <a:r>
              <a:rPr lang="zh-CN" altLang="en-US" dirty="0"/>
              <a:t>射线主要与晶体中原子的电子云相互作用，一般无法穿透电子云，到达原子核</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4</a:t>
            </a:fld>
            <a:endParaRPr lang="zh-CN" altLang="en-US"/>
          </a:p>
        </p:txBody>
      </p:sp>
    </p:spTree>
    <p:extLst>
      <p:ext uri="{BB962C8B-B14F-4D97-AF65-F5344CB8AC3E}">
        <p14:creationId xmlns:p14="http://schemas.microsoft.com/office/powerpoint/2010/main" val="2845819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是结构，</a:t>
            </a:r>
            <a:r>
              <a:rPr lang="en-US" altLang="zh-CN" dirty="0"/>
              <a:t>B</a:t>
            </a:r>
            <a:r>
              <a:rPr lang="zh-CN" altLang="en-US" dirty="0"/>
              <a:t>是</a:t>
            </a:r>
            <a:r>
              <a:rPr lang="en-US" altLang="zh-CN" dirty="0"/>
              <a:t>STM</a:t>
            </a:r>
            <a:r>
              <a:rPr lang="zh-CN" altLang="en-US" dirty="0"/>
              <a:t>，</a:t>
            </a:r>
            <a:r>
              <a:rPr lang="en-US" altLang="zh-CN" dirty="0"/>
              <a:t>C</a:t>
            </a:r>
            <a:r>
              <a:rPr lang="zh-CN" altLang="en-US" dirty="0"/>
              <a:t>是</a:t>
            </a:r>
            <a:r>
              <a:rPr lang="en-US" altLang="zh-CN" dirty="0"/>
              <a:t>AFM</a:t>
            </a:r>
            <a:endParaRPr lang="zh-CN" altLang="en-US" dirty="0"/>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52</a:t>
            </a:fld>
            <a:endParaRPr lang="zh-CN" altLang="en-US"/>
          </a:p>
        </p:txBody>
      </p:sp>
    </p:spTree>
    <p:extLst>
      <p:ext uri="{BB962C8B-B14F-4D97-AF65-F5344CB8AC3E}">
        <p14:creationId xmlns:p14="http://schemas.microsoft.com/office/powerpoint/2010/main" val="2466168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a:t>
            </a:r>
            <a:r>
              <a:rPr lang="en-US" altLang="zh-CN" dirty="0"/>
              <a:t>CO</a:t>
            </a:r>
            <a:r>
              <a:rPr lang="zh-CN" altLang="en-US" dirty="0"/>
              <a:t>分子放在针尖</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53</a:t>
            </a:fld>
            <a:endParaRPr lang="zh-CN" altLang="en-US"/>
          </a:p>
        </p:txBody>
      </p:sp>
    </p:spTree>
    <p:extLst>
      <p:ext uri="{BB962C8B-B14F-4D97-AF65-F5344CB8AC3E}">
        <p14:creationId xmlns:p14="http://schemas.microsoft.com/office/powerpoint/2010/main" val="2408150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A-D</a:t>
            </a:r>
            <a:r>
              <a:rPr lang="zh-CN" altLang="en-US" dirty="0"/>
              <a:t>为</a:t>
            </a:r>
            <a:r>
              <a:rPr lang="en-US" altLang="zh-CN" dirty="0"/>
              <a:t>STM</a:t>
            </a:r>
            <a:r>
              <a:rPr lang="zh-CN" altLang="en-US" dirty="0"/>
              <a:t>图像，</a:t>
            </a:r>
            <a:r>
              <a:rPr lang="en-US" altLang="zh-CN" dirty="0"/>
              <a:t>E-H</a:t>
            </a:r>
            <a:r>
              <a:rPr lang="zh-CN" altLang="en-US" dirty="0"/>
              <a:t>为</a:t>
            </a:r>
            <a:r>
              <a:rPr lang="en-US" altLang="zh-CN" dirty="0"/>
              <a:t>AFM</a:t>
            </a:r>
            <a:r>
              <a:rPr lang="zh-CN" altLang="en-US" dirty="0"/>
              <a:t>图像</a:t>
            </a:r>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55</a:t>
            </a:fld>
            <a:endParaRPr lang="zh-CN" altLang="en-US"/>
          </a:p>
        </p:txBody>
      </p:sp>
    </p:spTree>
    <p:extLst>
      <p:ext uri="{BB962C8B-B14F-4D97-AF65-F5344CB8AC3E}">
        <p14:creationId xmlns:p14="http://schemas.microsoft.com/office/powerpoint/2010/main" val="811460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85E976-D945-4D61-83D1-E81B7DD2DB85}" type="slidenum">
              <a:rPr lang="zh-CN" altLang="en-US" smtClean="0"/>
              <a:pPr/>
              <a:t>57</a:t>
            </a:fld>
            <a:endParaRPr lang="zh-CN" altLang="en-US"/>
          </a:p>
        </p:txBody>
      </p:sp>
    </p:spTree>
    <p:extLst>
      <p:ext uri="{BB962C8B-B14F-4D97-AF65-F5344CB8AC3E}">
        <p14:creationId xmlns:p14="http://schemas.microsoft.com/office/powerpoint/2010/main" val="3204498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190940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79536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364CCB1-2560-4683-9A9D-B49D145F2CC1}"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5332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364CCB1-2560-4683-9A9D-B49D145F2CC1}"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4196787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364CCB1-2560-4683-9A9D-B49D145F2CC1}"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098289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364CCB1-2560-4683-9A9D-B49D145F2CC1}"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609975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64CCB1-2560-4683-9A9D-B49D145F2CC1}"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849611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364CCB1-2560-4683-9A9D-B49D145F2CC1}"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83686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364CCB1-2560-4683-9A9D-B49D145F2CC1}"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65480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438704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4CCB1-2560-4683-9A9D-B49D145F2CC1}"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8186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4CCB1-2560-4683-9A9D-B49D145F2CC1}" type="datetimeFigureOut">
              <a:rPr lang="en-US" smtClean="0"/>
              <a:t>9/15/2026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28AEA-04F8-4985-BB48-C19B691D1D80}" type="slidenum">
              <a:rPr lang="en-US" smtClean="0"/>
              <a:t>‹#›</a:t>
            </a:fld>
            <a:endParaRPr lang="en-US"/>
          </a:p>
        </p:txBody>
      </p:sp>
    </p:spTree>
    <p:extLst>
      <p:ext uri="{BB962C8B-B14F-4D97-AF65-F5344CB8AC3E}">
        <p14:creationId xmlns:p14="http://schemas.microsoft.com/office/powerpoint/2010/main" val="21737764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0.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6.gi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g"/><Relationship Id="rId1" Type="http://schemas.openxmlformats.org/officeDocument/2006/relationships/slideLayout" Target="../slideLayouts/slideLayout7.xml"/><Relationship Id="rId4" Type="http://schemas.openxmlformats.org/officeDocument/2006/relationships/image" Target="../media/image51.jpg"/></Relationships>
</file>

<file path=ppt/slides/_rels/slide3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image" Target="../media/image75.gi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www.physics.byu.edu/faculty/campbell/animations/x-ray_diffraction.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xtal.iqfr.csic.es/Cristalografia/parte_06-en.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背景图案&#10;&#10;描述已自动生成">
            <a:extLst>
              <a:ext uri="{FF2B5EF4-FFF2-40B4-BE49-F238E27FC236}">
                <a16:creationId xmlns:a16="http://schemas.microsoft.com/office/drawing/2014/main" id="{40966F33-00AC-0962-30D1-0024E93CD20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5400000">
            <a:off x="6834187" y="1500187"/>
            <a:ext cx="6858000" cy="3857626"/>
          </a:xfrm>
          <a:prstGeom prst="rect">
            <a:avLst/>
          </a:prstGeom>
        </p:spPr>
      </p:pic>
      <p:sp>
        <p:nvSpPr>
          <p:cNvPr id="2" name="标题 1">
            <a:extLst>
              <a:ext uri="{FF2B5EF4-FFF2-40B4-BE49-F238E27FC236}">
                <a16:creationId xmlns:a16="http://schemas.microsoft.com/office/drawing/2014/main" id="{0E9BF14C-4FC7-5CBF-3D37-DA31CA5A4A8C}"/>
              </a:ext>
            </a:extLst>
          </p:cNvPr>
          <p:cNvSpPr>
            <a:spLocks noGrp="1"/>
          </p:cNvSpPr>
          <p:nvPr>
            <p:ph type="ctrTitle"/>
          </p:nvPr>
        </p:nvSpPr>
        <p:spPr>
          <a:xfrm>
            <a:off x="1934887" y="864268"/>
            <a:ext cx="9001462" cy="1660594"/>
          </a:xfrm>
        </p:spPr>
        <p:txBody>
          <a:bodyPr/>
          <a:lstStyle/>
          <a:p>
            <a:pPr algn="l"/>
            <a:r>
              <a:rPr lang="zh-CN" altLang="en-US" b="1" dirty="0"/>
              <a:t>固体物理（</a:t>
            </a:r>
            <a:r>
              <a:rPr lang="en-US" altLang="zh-CN" b="1" dirty="0"/>
              <a:t>2</a:t>
            </a:r>
            <a:r>
              <a:rPr lang="zh-CN" altLang="en-US" b="1" dirty="0"/>
              <a:t>班）</a:t>
            </a:r>
            <a:br>
              <a:rPr lang="en-US" altLang="zh-CN" b="1" dirty="0"/>
            </a:br>
            <a:r>
              <a:rPr lang="en-US" altLang="zh-CN" sz="4400" b="1" dirty="0"/>
              <a:t>Solid state physics</a:t>
            </a:r>
            <a:endParaRPr lang="zh-CN" altLang="en-US" b="1" dirty="0"/>
          </a:p>
        </p:txBody>
      </p:sp>
      <p:sp>
        <p:nvSpPr>
          <p:cNvPr id="3" name="副标题 2">
            <a:extLst>
              <a:ext uri="{FF2B5EF4-FFF2-40B4-BE49-F238E27FC236}">
                <a16:creationId xmlns:a16="http://schemas.microsoft.com/office/drawing/2014/main" id="{0FBC71C4-AAF9-252F-52C3-C8A1AD8C5C53}"/>
              </a:ext>
            </a:extLst>
          </p:cNvPr>
          <p:cNvSpPr>
            <a:spLocks noGrp="1"/>
          </p:cNvSpPr>
          <p:nvPr>
            <p:ph type="subTitle" idx="1"/>
          </p:nvPr>
        </p:nvSpPr>
        <p:spPr>
          <a:xfrm>
            <a:off x="1991509" y="2850727"/>
            <a:ext cx="5767639" cy="2475854"/>
          </a:xfrm>
        </p:spPr>
        <p:txBody>
          <a:bodyPr>
            <a:normAutofit/>
          </a:bodyPr>
          <a:lstStyle/>
          <a:p>
            <a:pPr algn="l"/>
            <a:r>
              <a:rPr lang="zh-CN" altLang="en-US" b="1" dirty="0"/>
              <a:t>学院（系）     材料科学与光电技术学院</a:t>
            </a:r>
            <a:endParaRPr lang="en-US" altLang="zh-CN" b="1" dirty="0"/>
          </a:p>
          <a:p>
            <a:pPr algn="l"/>
            <a:r>
              <a:rPr lang="zh-CN" altLang="en-US" b="1" dirty="0"/>
              <a:t>授课教师         </a:t>
            </a:r>
            <a:r>
              <a:rPr lang="zh-CN" altLang="en-US" b="1" dirty="0">
                <a:solidFill>
                  <a:srgbClr val="FF0000"/>
                </a:solidFill>
              </a:rPr>
              <a:t>王峙</a:t>
            </a:r>
            <a:r>
              <a:rPr lang="zh-CN" altLang="en-US" b="1" dirty="0"/>
              <a:t>，魏大海</a:t>
            </a:r>
            <a:endParaRPr lang="en-US" altLang="zh-CN" b="1" dirty="0"/>
          </a:p>
          <a:p>
            <a:pPr algn="l"/>
            <a:r>
              <a:rPr lang="zh-CN" altLang="en-US" b="1" dirty="0"/>
              <a:t>                           中科院半导体所</a:t>
            </a:r>
            <a:endParaRPr lang="en-US" altLang="zh-CN" b="1" dirty="0"/>
          </a:p>
          <a:p>
            <a:pPr algn="l"/>
            <a:r>
              <a:rPr lang="en-US" altLang="zh-CN" b="1" dirty="0"/>
              <a:t>Email                 </a:t>
            </a:r>
            <a:r>
              <a:rPr lang="en-US" altLang="zh-CN" b="1" dirty="0">
                <a:solidFill>
                  <a:srgbClr val="FF0000"/>
                </a:solidFill>
              </a:rPr>
              <a:t>wangzhi@semi.ac.cn</a:t>
            </a:r>
          </a:p>
          <a:p>
            <a:pPr algn="l"/>
            <a:r>
              <a:rPr lang="en-US" altLang="zh-CN" b="1" dirty="0"/>
              <a:t>Tel                      010-82304043</a:t>
            </a:r>
            <a:endParaRPr lang="zh-CN" altLang="en-US" b="1" dirty="0"/>
          </a:p>
        </p:txBody>
      </p:sp>
      <p:sp>
        <p:nvSpPr>
          <p:cNvPr id="7" name="文本框 6">
            <a:extLst>
              <a:ext uri="{FF2B5EF4-FFF2-40B4-BE49-F238E27FC236}">
                <a16:creationId xmlns:a16="http://schemas.microsoft.com/office/drawing/2014/main" id="{DFFC7264-F22F-376E-05E6-028D55E09392}"/>
              </a:ext>
            </a:extLst>
          </p:cNvPr>
          <p:cNvSpPr txBox="1"/>
          <p:nvPr/>
        </p:nvSpPr>
        <p:spPr>
          <a:xfrm>
            <a:off x="9442175" y="6550223"/>
            <a:ext cx="2795928" cy="307777"/>
          </a:xfrm>
          <a:prstGeom prst="rect">
            <a:avLst/>
          </a:prstGeom>
          <a:noFill/>
        </p:spPr>
        <p:txBody>
          <a:bodyPr wrap="square" rtlCol="0">
            <a:spAutoFit/>
          </a:bodyPr>
          <a:lstStyle/>
          <a:p>
            <a:r>
              <a:rPr lang="en-US" altLang="zh-CN" sz="1400" b="1" dirty="0">
                <a:solidFill>
                  <a:schemeClr val="bg1"/>
                </a:solidFill>
                <a:effectLst>
                  <a:outerShdw blurRad="50800" dist="38100" algn="l" rotWithShape="0">
                    <a:prstClr val="black">
                      <a:alpha val="40000"/>
                    </a:prstClr>
                  </a:outerShdw>
                </a:effectLst>
              </a:rPr>
              <a:t>Samuel Velasco/Quanta Magazine</a:t>
            </a:r>
            <a:endParaRPr lang="zh-CN" altLang="en-US" sz="1400" b="1" dirty="0">
              <a:solidFill>
                <a:schemeClr val="bg1"/>
              </a:solidFill>
              <a:effectLst>
                <a:outerShdw blurRad="50800" dist="38100" algn="l" rotWithShape="0">
                  <a:prstClr val="black">
                    <a:alpha val="40000"/>
                  </a:prstClr>
                </a:outerShdw>
              </a:effectLst>
            </a:endParaRPr>
          </a:p>
        </p:txBody>
      </p:sp>
      <p:pic>
        <p:nvPicPr>
          <p:cNvPr id="9" name="图片 8" descr="国科大">
            <a:extLst>
              <a:ext uri="{FF2B5EF4-FFF2-40B4-BE49-F238E27FC236}">
                <a16:creationId xmlns:a16="http://schemas.microsoft.com/office/drawing/2014/main" id="{8B5A9827-8F2B-56F1-10E5-A2DA9F8F4B35}"/>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259079" y="5634718"/>
            <a:ext cx="975361" cy="981731"/>
          </a:xfrm>
          <a:prstGeom prst="rect">
            <a:avLst/>
          </a:prstGeom>
        </p:spPr>
      </p:pic>
      <p:pic>
        <p:nvPicPr>
          <p:cNvPr id="11" name="图片 10" descr="半导体所">
            <a:extLst>
              <a:ext uri="{FF2B5EF4-FFF2-40B4-BE49-F238E27FC236}">
                <a16:creationId xmlns:a16="http://schemas.microsoft.com/office/drawing/2014/main" id="{53B3A381-6BB4-CE19-645E-ABF72690091A}"/>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424940" y="5634717"/>
            <a:ext cx="1019895" cy="985283"/>
          </a:xfrm>
          <a:prstGeom prst="rect">
            <a:avLst/>
          </a:prstGeom>
        </p:spPr>
      </p:pic>
    </p:spTree>
    <p:extLst>
      <p:ext uri="{BB962C8B-B14F-4D97-AF65-F5344CB8AC3E}">
        <p14:creationId xmlns:p14="http://schemas.microsoft.com/office/powerpoint/2010/main" val="43165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94023-2813-CCE3-975A-DD9AC6D9DAF9}"/>
              </a:ext>
            </a:extLst>
          </p:cNvPr>
          <p:cNvSpPr>
            <a:spLocks noGrp="1"/>
          </p:cNvSpPr>
          <p:nvPr>
            <p:ph type="title"/>
          </p:nvPr>
        </p:nvSpPr>
        <p:spPr>
          <a:xfrm>
            <a:off x="1282703" y="1289888"/>
            <a:ext cx="5854698" cy="4278224"/>
          </a:xfrm>
        </p:spPr>
        <p:txBody>
          <a:bodyPr vert="horz" lIns="91440" tIns="45720" rIns="91440" bIns="45720" rtlCol="0" anchor="ctr">
            <a:normAutofit/>
          </a:bodyPr>
          <a:lstStyle/>
          <a:p>
            <a:pPr algn="r"/>
            <a:r>
              <a:rPr lang="zh-CN" altLang="en-US" sz="5400" dirty="0"/>
              <a:t>第一章 晶体结构</a:t>
            </a:r>
          </a:p>
        </p:txBody>
      </p:sp>
      <p:sp>
        <p:nvSpPr>
          <p:cNvPr id="4" name="文本占位符 3">
            <a:extLst>
              <a:ext uri="{FF2B5EF4-FFF2-40B4-BE49-F238E27FC236}">
                <a16:creationId xmlns:a16="http://schemas.microsoft.com/office/drawing/2014/main" id="{D2AAE2FF-96E1-56DE-7288-65B63ACD3916}"/>
              </a:ext>
            </a:extLst>
          </p:cNvPr>
          <p:cNvSpPr>
            <a:spLocks noGrp="1"/>
          </p:cNvSpPr>
          <p:nvPr>
            <p:ph type="body" idx="1"/>
          </p:nvPr>
        </p:nvSpPr>
        <p:spPr>
          <a:xfrm>
            <a:off x="7918221" y="1289889"/>
            <a:ext cx="3584300" cy="4278223"/>
          </a:xfrm>
        </p:spPr>
        <p:txBody>
          <a:bodyPr vert="horz" lIns="91440" tIns="45720" rIns="91440" bIns="45720" rtlCol="0" anchor="ctr">
            <a:normAutofit/>
          </a:bodyPr>
          <a:lstStyle/>
          <a:p>
            <a:pPr algn="l"/>
            <a:r>
              <a:rPr lang="zh-CN" altLang="en-US" dirty="0">
                <a:solidFill>
                  <a:schemeClr val="tx1"/>
                </a:solidFill>
              </a:rPr>
              <a:t>晶体结构的实验研究方法</a:t>
            </a:r>
          </a:p>
        </p:txBody>
      </p:sp>
      <p:graphicFrame>
        <p:nvGraphicFramePr>
          <p:cNvPr id="3" name="表格 2">
            <a:extLst>
              <a:ext uri="{FF2B5EF4-FFF2-40B4-BE49-F238E27FC236}">
                <a16:creationId xmlns:a16="http://schemas.microsoft.com/office/drawing/2014/main" id="{AA87D7F4-4E29-B7D7-3920-B45A63E5C6D1}"/>
              </a:ext>
            </a:extLst>
          </p:cNvPr>
          <p:cNvGraphicFramePr>
            <a:graphicFrameLocks noGrp="1"/>
          </p:cNvGraphicFramePr>
          <p:nvPr>
            <p:extLst>
              <p:ext uri="{D42A27DB-BD31-4B8C-83A1-F6EECF244321}">
                <p14:modId xmlns:p14="http://schemas.microsoft.com/office/powerpoint/2010/main" val="408323043"/>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1332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FD4D31B-D16F-7E98-0C6D-93DCB8CBBB79}"/>
              </a:ext>
            </a:extLst>
          </p:cNvPr>
          <p:cNvSpPr>
            <a:spLocks noGrp="1"/>
          </p:cNvSpPr>
          <p:nvPr>
            <p:ph type="title"/>
          </p:nvPr>
        </p:nvSpPr>
        <p:spPr/>
        <p:txBody>
          <a:bodyPr/>
          <a:lstStyle/>
          <a:p>
            <a:r>
              <a:rPr lang="en-US" dirty="0"/>
              <a:t>X</a:t>
            </a:r>
            <a:r>
              <a:rPr lang="zh-CN" altLang="en-US" dirty="0"/>
              <a:t>射线衍射（</a:t>
            </a:r>
            <a:r>
              <a:rPr lang="en-US" altLang="zh-CN" dirty="0"/>
              <a:t>X-Ray Diffraction, XRD</a:t>
            </a:r>
            <a:r>
              <a:rPr lang="zh-CN" altLang="en-US" dirty="0"/>
              <a:t>）</a:t>
            </a:r>
            <a:endParaRPr lang="en-US" dirty="0"/>
          </a:p>
        </p:txBody>
      </p:sp>
      <p:pic>
        <p:nvPicPr>
          <p:cNvPr id="8" name="图片 7">
            <a:extLst>
              <a:ext uri="{FF2B5EF4-FFF2-40B4-BE49-F238E27FC236}">
                <a16:creationId xmlns:a16="http://schemas.microsoft.com/office/drawing/2014/main" id="{017E4FF2-0F20-0ED8-1E81-D354426768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814547" y="2223933"/>
            <a:ext cx="1872616" cy="2410130"/>
          </a:xfrm>
          <a:prstGeom prst="rect">
            <a:avLst/>
          </a:prstGeom>
        </p:spPr>
      </p:pic>
      <p:pic>
        <p:nvPicPr>
          <p:cNvPr id="10" name="图片 9">
            <a:extLst>
              <a:ext uri="{FF2B5EF4-FFF2-40B4-BE49-F238E27FC236}">
                <a16:creationId xmlns:a16="http://schemas.microsoft.com/office/drawing/2014/main" id="{B9E78E22-D70F-5D98-5C38-23CEE361AA21}"/>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5159692" y="2223935"/>
            <a:ext cx="1872616" cy="2410130"/>
          </a:xfrm>
          <a:prstGeom prst="rect">
            <a:avLst/>
          </a:prstGeom>
        </p:spPr>
      </p:pic>
      <p:pic>
        <p:nvPicPr>
          <p:cNvPr id="12" name="图片 11">
            <a:extLst>
              <a:ext uri="{FF2B5EF4-FFF2-40B4-BE49-F238E27FC236}">
                <a16:creationId xmlns:a16="http://schemas.microsoft.com/office/drawing/2014/main" id="{B8011404-C3B4-EEAB-9E5E-62A12F9E3B9B}"/>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8504837" y="2223933"/>
            <a:ext cx="1872616" cy="2410130"/>
          </a:xfrm>
          <a:prstGeom prst="rect">
            <a:avLst/>
          </a:prstGeom>
        </p:spPr>
      </p:pic>
      <p:sp>
        <p:nvSpPr>
          <p:cNvPr id="15" name="文本框 14">
            <a:extLst>
              <a:ext uri="{FF2B5EF4-FFF2-40B4-BE49-F238E27FC236}">
                <a16:creationId xmlns:a16="http://schemas.microsoft.com/office/drawing/2014/main" id="{2BA666F1-1647-6637-4899-9000BD50989B}"/>
              </a:ext>
            </a:extLst>
          </p:cNvPr>
          <p:cNvSpPr txBox="1"/>
          <p:nvPr/>
        </p:nvSpPr>
        <p:spPr>
          <a:xfrm>
            <a:off x="1608082" y="1586053"/>
            <a:ext cx="9200756" cy="584775"/>
          </a:xfrm>
          <a:prstGeom prst="rect">
            <a:avLst/>
          </a:prstGeom>
          <a:noFill/>
        </p:spPr>
        <p:txBody>
          <a:bodyPr wrap="square">
            <a:spAutoFit/>
          </a:bodyPr>
          <a:lstStyle/>
          <a:p>
            <a:pPr algn="ctr"/>
            <a:r>
              <a:rPr lang="en-US" altLang="zh-CN" sz="3200" dirty="0">
                <a:latin typeface="+mj-ea"/>
                <a:ea typeface="+mj-ea"/>
              </a:rPr>
              <a:t>X</a:t>
            </a:r>
            <a:r>
              <a:rPr lang="zh-CN" altLang="en-US" sz="3200" dirty="0">
                <a:latin typeface="+mj-ea"/>
                <a:ea typeface="+mj-ea"/>
              </a:rPr>
              <a:t>射线衍射相关研究两次获得</a:t>
            </a:r>
            <a:r>
              <a:rPr lang="en-US" altLang="zh-CN" sz="3200" dirty="0">
                <a:latin typeface="+mj-ea"/>
                <a:ea typeface="+mj-ea"/>
              </a:rPr>
              <a:t>Nobel</a:t>
            </a:r>
            <a:r>
              <a:rPr lang="zh-CN" altLang="en-US" sz="3200" dirty="0">
                <a:latin typeface="+mj-ea"/>
                <a:ea typeface="+mj-ea"/>
              </a:rPr>
              <a:t>物理学奖</a:t>
            </a:r>
            <a:endParaRPr lang="en-US" altLang="zh-CN" sz="3200" dirty="0">
              <a:latin typeface="+mj-ea"/>
              <a:ea typeface="+mj-ea"/>
            </a:endParaRPr>
          </a:p>
        </p:txBody>
      </p:sp>
      <p:sp>
        <p:nvSpPr>
          <p:cNvPr id="16" name="Text Box 10">
            <a:extLst>
              <a:ext uri="{FF2B5EF4-FFF2-40B4-BE49-F238E27FC236}">
                <a16:creationId xmlns:a16="http://schemas.microsoft.com/office/drawing/2014/main" id="{37A74CA0-33B8-E72F-84E0-E66371EB922A}"/>
              </a:ext>
            </a:extLst>
          </p:cNvPr>
          <p:cNvSpPr txBox="1">
            <a:spLocks noChangeArrowheads="1"/>
          </p:cNvSpPr>
          <p:nvPr/>
        </p:nvSpPr>
        <p:spPr bwMode="auto">
          <a:xfrm>
            <a:off x="1706280" y="4740272"/>
            <a:ext cx="2089150" cy="8540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solidFill>
                  <a:srgbClr val="FF3300"/>
                </a:solidFill>
              </a:rPr>
              <a:t>Max von Laue</a:t>
            </a:r>
          </a:p>
          <a:p>
            <a:pPr algn="ctr">
              <a:spcBef>
                <a:spcPct val="50000"/>
              </a:spcBef>
            </a:pPr>
            <a:r>
              <a:rPr lang="en-US" altLang="zh-CN" sz="2000" b="1" dirty="0">
                <a:solidFill>
                  <a:srgbClr val="0033CC"/>
                </a:solidFill>
              </a:rPr>
              <a:t>(1879-1960)</a:t>
            </a:r>
          </a:p>
        </p:txBody>
      </p:sp>
      <p:sp>
        <p:nvSpPr>
          <p:cNvPr id="17" name="Text Box 11">
            <a:extLst>
              <a:ext uri="{FF2B5EF4-FFF2-40B4-BE49-F238E27FC236}">
                <a16:creationId xmlns:a16="http://schemas.microsoft.com/office/drawing/2014/main" id="{4EF9985F-2F2D-37B1-D4E5-17015194806F}"/>
              </a:ext>
            </a:extLst>
          </p:cNvPr>
          <p:cNvSpPr txBox="1">
            <a:spLocks noChangeArrowheads="1"/>
          </p:cNvSpPr>
          <p:nvPr/>
        </p:nvSpPr>
        <p:spPr bwMode="auto">
          <a:xfrm>
            <a:off x="4727575" y="4740270"/>
            <a:ext cx="2736850" cy="8540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solidFill>
                  <a:srgbClr val="FF3300"/>
                </a:solidFill>
              </a:rPr>
              <a:t>William Henry Bragg</a:t>
            </a:r>
          </a:p>
          <a:p>
            <a:pPr algn="ctr">
              <a:spcBef>
                <a:spcPct val="50000"/>
              </a:spcBef>
            </a:pPr>
            <a:r>
              <a:rPr lang="en-US" altLang="zh-CN" sz="2000" b="1" dirty="0">
                <a:solidFill>
                  <a:srgbClr val="0033CC"/>
                </a:solidFill>
              </a:rPr>
              <a:t>(1862-1942)</a:t>
            </a:r>
          </a:p>
        </p:txBody>
      </p:sp>
      <p:sp>
        <p:nvSpPr>
          <p:cNvPr id="18" name="Text Box 12">
            <a:extLst>
              <a:ext uri="{FF2B5EF4-FFF2-40B4-BE49-F238E27FC236}">
                <a16:creationId xmlns:a16="http://schemas.microsoft.com/office/drawing/2014/main" id="{B03B567C-FF1E-7EBD-4333-6A15F6BFE397}"/>
              </a:ext>
            </a:extLst>
          </p:cNvPr>
          <p:cNvSpPr txBox="1">
            <a:spLocks noChangeArrowheads="1"/>
          </p:cNvSpPr>
          <p:nvPr/>
        </p:nvSpPr>
        <p:spPr bwMode="auto">
          <a:xfrm>
            <a:off x="7821101" y="4740270"/>
            <a:ext cx="3240088" cy="8540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dirty="0">
                <a:solidFill>
                  <a:srgbClr val="FF3300"/>
                </a:solidFill>
              </a:rPr>
              <a:t>William Lawrence Bragg</a:t>
            </a:r>
          </a:p>
          <a:p>
            <a:pPr algn="ctr">
              <a:spcBef>
                <a:spcPct val="50000"/>
              </a:spcBef>
            </a:pPr>
            <a:r>
              <a:rPr lang="en-US" altLang="zh-CN" sz="2000" b="1" dirty="0">
                <a:solidFill>
                  <a:srgbClr val="0033CC"/>
                </a:solidFill>
              </a:rPr>
              <a:t>(1890-1971)</a:t>
            </a:r>
          </a:p>
        </p:txBody>
      </p:sp>
      <p:sp>
        <p:nvSpPr>
          <p:cNvPr id="19" name="矩形 18">
            <a:extLst>
              <a:ext uri="{FF2B5EF4-FFF2-40B4-BE49-F238E27FC236}">
                <a16:creationId xmlns:a16="http://schemas.microsoft.com/office/drawing/2014/main" id="{6C3F8766-2AF6-4328-CAE6-550491B2ADCC}"/>
              </a:ext>
            </a:extLst>
          </p:cNvPr>
          <p:cNvSpPr/>
          <p:nvPr/>
        </p:nvSpPr>
        <p:spPr>
          <a:xfrm>
            <a:off x="2156367" y="5850332"/>
            <a:ext cx="8104187" cy="64633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r>
              <a:rPr lang="en-US" altLang="zh-CN" b="1" dirty="0">
                <a:solidFill>
                  <a:srgbClr val="FF3300"/>
                </a:solidFill>
                <a:latin typeface="Calibri" panose="020F0502020204030204" pitchFamily="34" charset="0"/>
                <a:cs typeface="Calibri" panose="020F0502020204030204" pitchFamily="34" charset="0"/>
              </a:rPr>
              <a:t>1914</a:t>
            </a:r>
            <a:r>
              <a:rPr lang="en-US" altLang="zh-CN" b="1" dirty="0">
                <a:latin typeface="Calibri" panose="020F0502020204030204" pitchFamily="34" charset="0"/>
                <a:cs typeface="Calibri" panose="020F0502020204030204" pitchFamily="34" charset="0"/>
              </a:rPr>
              <a:t>   </a:t>
            </a:r>
            <a:r>
              <a:rPr lang="en-US" altLang="zh-CN" b="1" dirty="0">
                <a:solidFill>
                  <a:srgbClr val="0033CC"/>
                </a:solidFill>
                <a:latin typeface="Calibri" panose="020F0502020204030204" pitchFamily="34" charset="0"/>
                <a:cs typeface="Calibri" panose="020F0502020204030204" pitchFamily="34" charset="0"/>
              </a:rPr>
              <a:t>Laue</a:t>
            </a:r>
            <a:r>
              <a:rPr lang="en-US" altLang="zh-CN" b="1" dirty="0">
                <a:latin typeface="Calibri" panose="020F0502020204030204" pitchFamily="34" charset="0"/>
                <a:cs typeface="Calibri" panose="020F0502020204030204" pitchFamily="34" charset="0"/>
              </a:rPr>
              <a:t>, for his discovery of the diffraction of X-rays by crystals.</a:t>
            </a:r>
          </a:p>
          <a:p>
            <a:r>
              <a:rPr lang="en-US" altLang="zh-CN" b="1" dirty="0">
                <a:solidFill>
                  <a:srgbClr val="FF3300"/>
                </a:solidFill>
                <a:latin typeface="Calibri" panose="020F0502020204030204" pitchFamily="34" charset="0"/>
                <a:cs typeface="Calibri" panose="020F0502020204030204" pitchFamily="34" charset="0"/>
              </a:rPr>
              <a:t>1915</a:t>
            </a:r>
            <a:r>
              <a:rPr lang="en-US" altLang="zh-CN" b="1" dirty="0">
                <a:latin typeface="Calibri" panose="020F0502020204030204" pitchFamily="34" charset="0"/>
                <a:cs typeface="Calibri" panose="020F0502020204030204" pitchFamily="34" charset="0"/>
              </a:rPr>
              <a:t>   </a:t>
            </a:r>
            <a:r>
              <a:rPr lang="en-US" altLang="zh-CN" b="1" dirty="0">
                <a:solidFill>
                  <a:srgbClr val="0033CC"/>
                </a:solidFill>
                <a:latin typeface="Calibri" panose="020F0502020204030204" pitchFamily="34" charset="0"/>
                <a:cs typeface="Calibri" panose="020F0502020204030204" pitchFamily="34" charset="0"/>
              </a:rPr>
              <a:t>Bragg</a:t>
            </a:r>
            <a:r>
              <a:rPr lang="en-US" altLang="zh-CN" b="1" dirty="0">
                <a:latin typeface="Calibri" panose="020F0502020204030204" pitchFamily="34" charset="0"/>
                <a:cs typeface="Calibri" panose="020F0502020204030204" pitchFamily="34" charset="0"/>
              </a:rPr>
              <a:t>, for their services in the analysis of crystal structure by means of X-rays.</a:t>
            </a:r>
          </a:p>
        </p:txBody>
      </p:sp>
      <p:graphicFrame>
        <p:nvGraphicFramePr>
          <p:cNvPr id="2" name="表格 1">
            <a:extLst>
              <a:ext uri="{FF2B5EF4-FFF2-40B4-BE49-F238E27FC236}">
                <a16:creationId xmlns:a16="http://schemas.microsoft.com/office/drawing/2014/main" id="{B765F6DB-8C6E-4381-6AD0-1F76EEAA3DD6}"/>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95300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X</a:t>
            </a:r>
            <a:r>
              <a:rPr lang="zh-CN" altLang="en-US" dirty="0"/>
              <a:t>射线衍射（</a:t>
            </a:r>
            <a:r>
              <a:rPr lang="en-US" altLang="zh-CN" dirty="0"/>
              <a:t>X-Ray Diffraction, XRD</a:t>
            </a:r>
            <a:r>
              <a:rPr lang="zh-CN" altLang="en-US" dirty="0"/>
              <a:t>）</a:t>
            </a:r>
          </a:p>
        </p:txBody>
      </p:sp>
      <p:pic>
        <p:nvPicPr>
          <p:cNvPr id="4" name="内容占位符 3" descr="solid-electron.GIF"/>
          <p:cNvPicPr>
            <a:picLocks noGrp="1" noChangeAspect="1"/>
          </p:cNvPicPr>
          <p:nvPr>
            <p:ph idx="1"/>
          </p:nvPr>
        </p:nvPicPr>
        <p:blipFill>
          <a:blip r:embed="rId3"/>
          <a:stretch>
            <a:fillRect/>
          </a:stretch>
        </p:blipFill>
        <p:spPr>
          <a:xfrm>
            <a:off x="577281" y="2138844"/>
            <a:ext cx="5715000" cy="3810000"/>
          </a:xfrm>
        </p:spPr>
      </p:pic>
      <mc:AlternateContent xmlns:mc="http://schemas.openxmlformats.org/markup-compatibility/2006">
        <mc:Choice xmlns:a14="http://schemas.microsoft.com/office/drawing/2010/main" Requires="a14">
          <p:sp>
            <p:nvSpPr>
              <p:cNvPr id="5" name="内容占位符 2"/>
              <p:cNvSpPr txBox="1">
                <a:spLocks/>
              </p:cNvSpPr>
              <p:nvPr/>
            </p:nvSpPr>
            <p:spPr>
              <a:xfrm>
                <a:off x="6033440" y="2545583"/>
                <a:ext cx="6043626" cy="1547146"/>
              </a:xfrm>
              <a:prstGeom prst="rect">
                <a:avLst/>
              </a:prstGeom>
            </p:spPr>
            <p:txBody>
              <a:bodyPr vert="horz" rtlCol="0">
                <a:normAutofit fontScale="92500" lnSpcReduction="10000"/>
              </a:bodyPr>
              <a:lstStyle/>
              <a:p>
                <a:pPr marL="342900" indent="-342900">
                  <a:spcBef>
                    <a:spcPct val="20000"/>
                  </a:spcBef>
                  <a:buClr>
                    <a:schemeClr val="accent1"/>
                  </a:buClr>
                  <a:buSzPct val="50000"/>
                  <a:buFont typeface="Wingdings 2"/>
                  <a:buChar char=""/>
                </a:pPr>
                <a:r>
                  <a:rPr lang="en-US" altLang="zh-CN" sz="2800" dirty="0"/>
                  <a:t>X</a:t>
                </a:r>
                <a:r>
                  <a:rPr lang="zh-CN" altLang="en-US" sz="2800" dirty="0"/>
                  <a:t>射线主要与电子云相互作用</a:t>
                </a:r>
              </a:p>
              <a:p>
                <a:pPr marL="342900" indent="-342900" defTabSz="914400">
                  <a:spcBef>
                    <a:spcPct val="20000"/>
                  </a:spcBef>
                  <a:buClr>
                    <a:schemeClr val="accent1"/>
                  </a:buClr>
                  <a:buSzPct val="50000"/>
                  <a:buFont typeface="Wingdings 2"/>
                  <a:buChar char=""/>
                  <a:defRPr/>
                </a:pPr>
                <a:r>
                  <a:rPr lang="zh-CN" altLang="en-US" sz="2800" dirty="0"/>
                  <a:t>只考虑</a:t>
                </a:r>
                <a:r>
                  <a:rPr lang="en-US" altLang="zh-CN" sz="2800" dirty="0"/>
                  <a:t>X</a:t>
                </a:r>
                <a:r>
                  <a:rPr lang="zh-CN" altLang="en-US" sz="2800" dirty="0"/>
                  <a:t>射线的弹性散射（</a:t>
                </a:r>
                <a14:m>
                  <m:oMath xmlns:m="http://schemas.openxmlformats.org/officeDocument/2006/math">
                    <m:r>
                      <a:rPr lang="zh-CN" altLang="en-US" sz="2800" i="1" dirty="0">
                        <a:solidFill>
                          <a:schemeClr val="tx1"/>
                        </a:solidFill>
                        <a:latin typeface="Cambria Math" panose="02040503050406030204" pitchFamily="18" charset="0"/>
                      </a:rPr>
                      <m:t>散射</m:t>
                    </m:r>
                    <m:r>
                      <a:rPr lang="zh-CN" altLang="en-US" sz="2800" i="1" dirty="0">
                        <a:solidFill>
                          <a:schemeClr val="tx1"/>
                        </a:solidFill>
                        <a:latin typeface="Cambria Math" panose="02040503050406030204" pitchFamily="18" charset="0"/>
                      </a:rPr>
                      <m:t>前后</m:t>
                    </m:r>
                    <m:r>
                      <a:rPr lang="zh-CN" altLang="en-US" sz="2800" i="1" dirty="0" smtClean="0">
                        <a:latin typeface="Cambria Math" panose="02040503050406030204" pitchFamily="18" charset="0"/>
                      </a:rPr>
                      <m:t>能量守恒</m:t>
                    </m:r>
                    <m:r>
                      <a:rPr lang="zh-CN" altLang="en-US" sz="2800" i="1" dirty="0">
                        <a:latin typeface="Cambria Math" panose="02040503050406030204" pitchFamily="18" charset="0"/>
                      </a:rPr>
                      <m:t>，</m:t>
                    </m:r>
                    <m:d>
                      <m:dPr>
                        <m:begChr m:val="|"/>
                        <m:endChr m:val="|"/>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𝑘</m:t>
                            </m:r>
                          </m:e>
                        </m:acc>
                      </m:e>
                    </m:d>
                    <m:r>
                      <a:rPr lang="en-US" altLang="zh-CN" sz="2800" i="1">
                        <a:latin typeface="Cambria Math" panose="02040503050406030204" pitchFamily="18" charset="0"/>
                      </a:rPr>
                      <m:t>=</m:t>
                    </m:r>
                    <m:d>
                      <m:dPr>
                        <m:begChr m:val="|"/>
                        <m:endChr m:val="|"/>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𝑘</m:t>
                            </m:r>
                            <m:r>
                              <a:rPr lang="en-US" altLang="zh-CN" sz="2800" b="0" i="1" smtClean="0">
                                <a:latin typeface="Cambria Math" panose="02040503050406030204" pitchFamily="18" charset="0"/>
                              </a:rPr>
                              <m:t>′</m:t>
                            </m:r>
                          </m:e>
                        </m:acc>
                      </m:e>
                    </m:d>
                  </m:oMath>
                </a14:m>
                <a:r>
                  <a:rPr lang="zh-CN" altLang="en-US" sz="2800" dirty="0"/>
                  <a:t>）</a:t>
                </a:r>
                <a:endParaRPr lang="en-US" altLang="zh-CN" sz="2800" dirty="0"/>
              </a:p>
            </p:txBody>
          </p:sp>
        </mc:Choice>
        <mc:Fallback>
          <p:sp>
            <p:nvSpPr>
              <p:cNvPr id="5" name="内容占位符 2"/>
              <p:cNvSpPr txBox="1">
                <a:spLocks noRot="1" noChangeAspect="1" noMove="1" noResize="1" noEditPoints="1" noAdjustHandles="1" noChangeArrowheads="1" noChangeShapeType="1" noTextEdit="1"/>
              </p:cNvSpPr>
              <p:nvPr/>
            </p:nvSpPr>
            <p:spPr>
              <a:xfrm>
                <a:off x="6033440" y="2545583"/>
                <a:ext cx="6043626" cy="1547146"/>
              </a:xfrm>
              <a:prstGeom prst="rect">
                <a:avLst/>
              </a:prstGeom>
              <a:blipFill>
                <a:blip r:embed="rId4"/>
                <a:stretch>
                  <a:fillRect t="-7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06266D6-9C83-8676-3E4B-4E3922F1544C}"/>
                  </a:ext>
                </a:extLst>
              </p:cNvPr>
              <p:cNvSpPr txBox="1"/>
              <p:nvPr/>
            </p:nvSpPr>
            <p:spPr>
              <a:xfrm>
                <a:off x="6130661" y="4162281"/>
                <a:ext cx="5223139" cy="858505"/>
              </a:xfrm>
              <a:prstGeom prst="rect">
                <a:avLst/>
              </a:prstGeom>
              <a:noFill/>
            </p:spPr>
            <p:txBody>
              <a:bodyPr wrap="square" rtlCol="0">
                <a:spAutoFit/>
              </a:bodyPr>
              <a:lstStyle/>
              <a:p>
                <a:r>
                  <a:rPr lang="zh-CN" altLang="en-US" sz="2000" dirty="0">
                    <a:highlight>
                      <a:srgbClr val="FFFF00"/>
                    </a:highlight>
                  </a:rPr>
                  <a:t>思考：</a:t>
                </a:r>
                <a:r>
                  <a:rPr lang="zh-CN" altLang="en-US" sz="2000" dirty="0"/>
                  <a:t>如果</a:t>
                </a:r>
                <a14:m>
                  <m:oMath xmlns:m="http://schemas.openxmlformats.org/officeDocument/2006/math">
                    <m:d>
                      <m:dPr>
                        <m:begChr m:val="|"/>
                        <m:endChr m:val="|"/>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𝑘</m:t>
                            </m:r>
                          </m:e>
                        </m:acc>
                      </m:e>
                    </m:d>
                    <m:r>
                      <a:rPr lang="en-US" altLang="zh-CN" sz="2000" i="1" smtClean="0">
                        <a:latin typeface="Cambria Math" panose="02040503050406030204" pitchFamily="18" charset="0"/>
                        <a:ea typeface="Cambria Math" panose="02040503050406030204" pitchFamily="18" charset="0"/>
                      </a:rPr>
                      <m:t>≠</m:t>
                    </m:r>
                    <m:d>
                      <m:dPr>
                        <m:begChr m:val="|"/>
                        <m:endChr m:val="|"/>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𝑘</m:t>
                            </m:r>
                            <m:r>
                              <a:rPr lang="en-US" altLang="zh-CN" sz="2000" b="0" i="1" smtClean="0">
                                <a:latin typeface="Cambria Math" panose="02040503050406030204" pitchFamily="18" charset="0"/>
                              </a:rPr>
                              <m:t>′</m:t>
                            </m:r>
                          </m:e>
                        </m:acc>
                      </m:e>
                    </m:d>
                  </m:oMath>
                </a14:m>
                <a:r>
                  <a:rPr lang="zh-CN" altLang="en-US" sz="2000" dirty="0"/>
                  <a:t>，射线损失的能量给了谁？通过损失的能量能确定什么性质？</a:t>
                </a:r>
                <a:endParaRPr lang="en-US" sz="2000" dirty="0"/>
              </a:p>
            </p:txBody>
          </p:sp>
        </mc:Choice>
        <mc:Fallback xmlns="">
          <p:sp>
            <p:nvSpPr>
              <p:cNvPr id="6" name="文本框 5">
                <a:extLst>
                  <a:ext uri="{FF2B5EF4-FFF2-40B4-BE49-F238E27FC236}">
                    <a16:creationId xmlns:a16="http://schemas.microsoft.com/office/drawing/2014/main" id="{A06266D6-9C83-8676-3E4B-4E3922F1544C}"/>
                  </a:ext>
                </a:extLst>
              </p:cNvPr>
              <p:cNvSpPr txBox="1">
                <a:spLocks noRot="1" noChangeAspect="1" noMove="1" noResize="1" noEditPoints="1" noAdjustHandles="1" noChangeArrowheads="1" noChangeShapeType="1" noTextEdit="1"/>
              </p:cNvSpPr>
              <p:nvPr/>
            </p:nvSpPr>
            <p:spPr>
              <a:xfrm>
                <a:off x="6130661" y="4162281"/>
                <a:ext cx="5223139" cy="858505"/>
              </a:xfrm>
              <a:prstGeom prst="rect">
                <a:avLst/>
              </a:prstGeom>
              <a:blipFill>
                <a:blip r:embed="rId5"/>
                <a:stretch>
                  <a:fillRect l="-1284" b="-9220"/>
                </a:stretch>
              </a:blipFill>
            </p:spPr>
            <p:txBody>
              <a:bodyPr/>
              <a:lstStyle/>
              <a:p>
                <a:r>
                  <a:rPr lang="en-US">
                    <a:noFill/>
                  </a:rPr>
                  <a:t> </a:t>
                </a:r>
              </a:p>
            </p:txBody>
          </p:sp>
        </mc:Fallback>
      </mc:AlternateContent>
      <p:graphicFrame>
        <p:nvGraphicFramePr>
          <p:cNvPr id="3" name="表格 2">
            <a:extLst>
              <a:ext uri="{FF2B5EF4-FFF2-40B4-BE49-F238E27FC236}">
                <a16:creationId xmlns:a16="http://schemas.microsoft.com/office/drawing/2014/main" id="{3CD38FA9-E01A-8759-7178-ED39BFAB4A44}"/>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X</a:t>
            </a:r>
            <a:r>
              <a:rPr lang="zh-CN" altLang="en-US" dirty="0"/>
              <a:t>射线衍射</a:t>
            </a:r>
          </a:p>
        </p:txBody>
      </p:sp>
      <p:pic>
        <p:nvPicPr>
          <p:cNvPr id="4" name="内容占位符 3" descr="diffraction pattern for polycrystaline (left) and single crystal (right) Cr2O3.gif"/>
          <p:cNvPicPr>
            <a:picLocks noGrp="1" noChangeAspect="1"/>
          </p:cNvPicPr>
          <p:nvPr>
            <p:ph idx="1"/>
          </p:nvPr>
        </p:nvPicPr>
        <p:blipFill>
          <a:blip r:embed="rId2"/>
          <a:stretch>
            <a:fillRect/>
          </a:stretch>
        </p:blipFill>
        <p:spPr>
          <a:xfrm>
            <a:off x="3534520" y="1268761"/>
            <a:ext cx="5122961" cy="5193415"/>
          </a:xfrm>
        </p:spPr>
      </p:pic>
      <p:graphicFrame>
        <p:nvGraphicFramePr>
          <p:cNvPr id="3" name="表格 2">
            <a:extLst>
              <a:ext uri="{FF2B5EF4-FFF2-40B4-BE49-F238E27FC236}">
                <a16:creationId xmlns:a16="http://schemas.microsoft.com/office/drawing/2014/main" id="{11071F39-053F-6864-B166-066F3EEC8DDB}"/>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60A4A-6D1C-01E4-6E34-1363BDD57D9F}"/>
              </a:ext>
            </a:extLst>
          </p:cNvPr>
          <p:cNvSpPr>
            <a:spLocks noGrp="1"/>
          </p:cNvSpPr>
          <p:nvPr>
            <p:ph type="title"/>
          </p:nvPr>
        </p:nvSpPr>
        <p:spPr/>
        <p:txBody>
          <a:bodyPr/>
          <a:lstStyle/>
          <a:p>
            <a:r>
              <a:rPr lang="zh-CN" altLang="en-US" dirty="0"/>
              <a:t>回顾：倒易空间和倒格子</a:t>
            </a:r>
            <a:endParaRPr lang="en-US" dirty="0"/>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5965A5C8-7C58-0A96-935C-97CE83036DDE}"/>
                  </a:ext>
                </a:extLst>
              </p:cNvPr>
              <p:cNvSpPr>
                <a:spLocks noGrp="1"/>
              </p:cNvSpPr>
              <p:nvPr>
                <p:ph idx="1"/>
              </p:nvPr>
            </p:nvSpPr>
            <p:spPr>
              <a:xfrm>
                <a:off x="838200" y="1425203"/>
                <a:ext cx="10515600" cy="5297214"/>
              </a:xfrm>
            </p:spPr>
            <p:txBody>
              <a:bodyPr>
                <a:normAutofit fontScale="77500" lnSpcReduction="20000"/>
              </a:bodyPr>
              <a:lstStyle/>
              <a:p>
                <a:pPr marL="0" indent="0">
                  <a:lnSpc>
                    <a:spcPct val="120000"/>
                  </a:lnSpc>
                  <a:spcBef>
                    <a:spcPts val="0"/>
                  </a:spcBef>
                  <a:buNone/>
                </a:pPr>
                <a:r>
                  <a:rPr lang="en-US" altLang="zh-CN" dirty="0"/>
                  <a:t>1. </a:t>
                </a:r>
                <a:r>
                  <a:rPr lang="zh-CN" altLang="en-US" dirty="0"/>
                  <a:t>倒易空间任意一点的坐标，都可以写为一组入射波矢和反射波矢的矢量差</a:t>
                </a:r>
                <a:endParaRPr lang="en-US" altLang="zh-CN" dirty="0"/>
              </a:p>
              <a:p>
                <a:pPr marL="0" indent="0">
                  <a:lnSpc>
                    <a:spcPct val="120000"/>
                  </a:lnSpc>
                  <a:spcBef>
                    <a:spcPts val="0"/>
                  </a:spcBef>
                  <a:buNone/>
                </a:pPr>
                <a14:m>
                  <m:oMathPara xmlns:m="http://schemas.openxmlformats.org/officeDocument/2006/math">
                    <m:oMath>
                      <m:acc>
                        <m:accPr>
                          <m:chr m:val="⃗"/>
                          <m:ctrlPr>
                            <a:rPr lang="en-US" altLang="zh-CN" i="1">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𝐺</m:t>
                          </m:r>
                        </m:e>
                      </m:acc>
                      <m:r>
                        <a:rPr lang="en-US" altLang="zh-CN" i="1">
                          <a:solidFill>
                            <a:srgbClr val="FF0000"/>
                          </a:solidFill>
                          <a:latin typeface="Cambria Math" panose="02040503050406030204" pitchFamily="18" charset="0"/>
                        </a:rPr>
                        <m:t>=</m:t>
                      </m:r>
                      <m:acc>
                        <m:accPr>
                          <m:chr m:val="⃗"/>
                          <m:ctrlPr>
                            <a:rPr lang="en-US" altLang="zh-CN" i="1">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𝑘</m:t>
                          </m:r>
                          <m:r>
                            <a:rPr lang="en-US" altLang="zh-CN" i="1">
                              <a:solidFill>
                                <a:srgbClr val="FF0000"/>
                              </a:solidFill>
                              <a:latin typeface="Cambria Math" panose="02040503050406030204" pitchFamily="18" charset="0"/>
                            </a:rPr>
                            <m:t>′</m:t>
                          </m:r>
                        </m:e>
                      </m:acc>
                      <m:r>
                        <a:rPr lang="en-US" altLang="zh-CN" i="1">
                          <a:solidFill>
                            <a:srgbClr val="FF0000"/>
                          </a:solidFill>
                          <a:latin typeface="Cambria Math" panose="02040503050406030204" pitchFamily="18" charset="0"/>
                        </a:rPr>
                        <m:t>−</m:t>
                      </m:r>
                      <m:acc>
                        <m:accPr>
                          <m:chr m:val="⃗"/>
                          <m:ctrlPr>
                            <a:rPr lang="en-US" altLang="zh-CN" i="1">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𝑘</m:t>
                          </m:r>
                        </m:e>
                      </m:acc>
                    </m:oMath>
                  </m:oMathPara>
                </a14:m>
                <a:endParaRPr lang="en-US" altLang="zh-CN" dirty="0">
                  <a:solidFill>
                    <a:schemeClr val="tx1"/>
                  </a:solidFill>
                </a:endParaRPr>
              </a:p>
              <a:p>
                <a:pPr marL="0" indent="0">
                  <a:lnSpc>
                    <a:spcPct val="120000"/>
                  </a:lnSpc>
                  <a:spcBef>
                    <a:spcPts val="0"/>
                  </a:spcBef>
                  <a:buNone/>
                </a:pPr>
                <a:r>
                  <a:rPr lang="en-US" altLang="zh-CN" dirty="0">
                    <a:solidFill>
                      <a:schemeClr val="tx1"/>
                    </a:solidFill>
                  </a:rPr>
                  <a:t>2. </a:t>
                </a:r>
                <a:r>
                  <a:rPr lang="zh-CN" altLang="en-US" dirty="0">
                    <a:solidFill>
                      <a:schemeClr val="tx1"/>
                    </a:solidFill>
                  </a:rPr>
                  <a:t>倒格子和正格子互为对方的傅里叶变换</a:t>
                </a:r>
                <a:endParaRPr lang="en-US" altLang="zh-CN" dirty="0">
                  <a:solidFill>
                    <a:schemeClr val="tx1"/>
                  </a:solidFill>
                </a:endParaRPr>
              </a:p>
              <a:p>
                <a:pPr marL="0" indent="0">
                  <a:lnSpc>
                    <a:spcPct val="120000"/>
                  </a:lnSpc>
                  <a:spcBef>
                    <a:spcPts val="0"/>
                  </a:spcBef>
                  <a:buNone/>
                </a:pPr>
                <a14:m>
                  <m:oMathPara xmlns:m="http://schemas.openxmlformats.org/officeDocument/2006/math">
                    <m:oMath>
                      <m:r>
                        <a:rPr lang="zh-CN" altLang="en-US" sz="2800" b="0" i="1" smtClean="0">
                          <a:solidFill>
                            <a:srgbClr val="FF0000"/>
                          </a:solidFill>
                          <a:latin typeface="Cambria Math" panose="02040503050406030204" pitchFamily="18" charset="0"/>
                        </a:rPr>
                        <m:t>𝜌</m:t>
                      </m:r>
                      <m:d>
                        <m:dPr>
                          <m:ctrlPr>
                            <a:rPr lang="en-US" altLang="zh-CN" sz="2800" b="0" i="1" smtClean="0">
                              <a:solidFill>
                                <a:srgbClr val="FF0000"/>
                              </a:solidFill>
                              <a:latin typeface="Cambria Math" panose="02040503050406030204" pitchFamily="18" charset="0"/>
                            </a:rPr>
                          </m:ctrlPr>
                        </m:dPr>
                        <m:e>
                          <m:acc>
                            <m:accPr>
                              <m:chr m:val="⃗"/>
                              <m:ctrlPr>
                                <a:rPr lang="en-US" altLang="zh-CN" sz="2800" b="0" i="1" smtClean="0">
                                  <a:solidFill>
                                    <a:srgbClr val="FF0000"/>
                                  </a:solidFill>
                                  <a:latin typeface="Cambria Math" panose="02040503050406030204" pitchFamily="18" charset="0"/>
                                </a:rPr>
                              </m:ctrlPr>
                            </m:accPr>
                            <m:e>
                              <m:r>
                                <a:rPr lang="en-US" altLang="zh-CN" sz="2800" b="0" i="1" smtClean="0">
                                  <a:solidFill>
                                    <a:srgbClr val="FF0000"/>
                                  </a:solidFill>
                                  <a:latin typeface="Cambria Math" panose="02040503050406030204" pitchFamily="18" charset="0"/>
                                </a:rPr>
                                <m:t>𝐺</m:t>
                              </m:r>
                            </m:e>
                          </m:acc>
                        </m:e>
                      </m:d>
                      <m:r>
                        <a:rPr lang="en-US" altLang="zh-CN" sz="2800" b="0" i="1" smtClean="0">
                          <a:solidFill>
                            <a:srgbClr val="FF0000"/>
                          </a:solidFill>
                          <a:latin typeface="Cambria Math" panose="02040503050406030204" pitchFamily="18" charset="0"/>
                        </a:rPr>
                        <m:t>=</m:t>
                      </m:r>
                      <m:nary>
                        <m:naryPr>
                          <m:limLoc m:val="undOvr"/>
                          <m:subHide m:val="on"/>
                          <m:supHide m:val="on"/>
                          <m:ctrlPr>
                            <a:rPr lang="en-US" altLang="zh-CN" i="1">
                              <a:solidFill>
                                <a:srgbClr val="FF0000"/>
                              </a:solidFill>
                              <a:latin typeface="Cambria Math" panose="02040503050406030204" pitchFamily="18" charset="0"/>
                            </a:rPr>
                          </m:ctrlPr>
                        </m:naryPr>
                        <m:sub/>
                        <m:sup/>
                        <m:e>
                          <m:r>
                            <a:rPr lang="en-US" altLang="zh-CN" b="0" i="1" smtClean="0">
                              <a:solidFill>
                                <a:srgbClr val="FF0000"/>
                              </a:solidFill>
                              <a:latin typeface="Cambria Math" panose="02040503050406030204" pitchFamily="18" charset="0"/>
                            </a:rPr>
                            <m:t>𝑑</m:t>
                          </m:r>
                          <m:acc>
                            <m:accPr>
                              <m:chr m:val="⃗"/>
                              <m:ctrlPr>
                                <a:rPr lang="en-US" altLang="zh-CN" b="0" i="1" smtClean="0">
                                  <a:solidFill>
                                    <a:srgbClr val="FF0000"/>
                                  </a:solidFill>
                                  <a:latin typeface="Cambria Math" panose="02040503050406030204" pitchFamily="18" charset="0"/>
                                </a:rPr>
                              </m:ctrlPr>
                            </m:accPr>
                            <m:e>
                              <m:r>
                                <a:rPr lang="en-US" altLang="zh-CN" b="0" i="1" smtClean="0">
                                  <a:solidFill>
                                    <a:srgbClr val="FF0000"/>
                                  </a:solidFill>
                                  <a:latin typeface="Cambria Math" panose="02040503050406030204" pitchFamily="18" charset="0"/>
                                </a:rPr>
                                <m:t>𝑟</m:t>
                              </m:r>
                            </m:e>
                          </m:acc>
                          <m:r>
                            <a:rPr lang="zh-CN" altLang="en-US" b="0" i="1" smtClean="0">
                              <a:solidFill>
                                <a:srgbClr val="FF0000"/>
                              </a:solidFill>
                              <a:latin typeface="Cambria Math" panose="02040503050406030204" pitchFamily="18" charset="0"/>
                            </a:rPr>
                            <m:t>𝜌</m:t>
                          </m:r>
                          <m:d>
                            <m:dPr>
                              <m:ctrlPr>
                                <a:rPr lang="en-US" altLang="zh-CN" b="0" i="1" smtClean="0">
                                  <a:solidFill>
                                    <a:srgbClr val="FF0000"/>
                                  </a:solidFill>
                                  <a:latin typeface="Cambria Math" panose="02040503050406030204" pitchFamily="18" charset="0"/>
                                  <a:ea typeface="Cambria Math" panose="02040503050406030204" pitchFamily="18" charset="0"/>
                                </a:rPr>
                              </m:ctrlPr>
                            </m:dPr>
                            <m:e>
                              <m:acc>
                                <m:accPr>
                                  <m:chr m:val="⃗"/>
                                  <m:ctrlPr>
                                    <a:rPr lang="en-US" altLang="zh-CN" b="0" i="1" smtClean="0">
                                      <a:solidFill>
                                        <a:srgbClr val="FF0000"/>
                                      </a:solidFill>
                                      <a:latin typeface="Cambria Math" panose="02040503050406030204" pitchFamily="18" charset="0"/>
                                      <a:ea typeface="Cambria Math" panose="02040503050406030204" pitchFamily="18" charset="0"/>
                                    </a:rPr>
                                  </m:ctrlPr>
                                </m:accPr>
                                <m:e>
                                  <m:r>
                                    <a:rPr lang="en-US" altLang="zh-CN" b="0" i="1" smtClean="0">
                                      <a:solidFill>
                                        <a:srgbClr val="FF0000"/>
                                      </a:solidFill>
                                      <a:latin typeface="Cambria Math" panose="02040503050406030204" pitchFamily="18" charset="0"/>
                                      <a:ea typeface="Cambria Math" panose="02040503050406030204" pitchFamily="18" charset="0"/>
                                    </a:rPr>
                                    <m:t>𝑟</m:t>
                                  </m:r>
                                </m:e>
                              </m:acc>
                            </m:e>
                          </m:d>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𝑒</m:t>
                              </m:r>
                            </m:e>
                            <m:sup>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𝑖</m:t>
                              </m:r>
                              <m:acc>
                                <m:accPr>
                                  <m:chr m:val="⃗"/>
                                  <m:ctrlPr>
                                    <a:rPr lang="en-US" altLang="zh-CN" b="0" i="1" smtClean="0">
                                      <a:solidFill>
                                        <a:srgbClr val="FF0000"/>
                                      </a:solidFill>
                                      <a:latin typeface="Cambria Math" panose="02040503050406030204" pitchFamily="18" charset="0"/>
                                      <a:ea typeface="Cambria Math" panose="02040503050406030204" pitchFamily="18" charset="0"/>
                                    </a:rPr>
                                  </m:ctrlPr>
                                </m:accPr>
                                <m:e>
                                  <m:r>
                                    <a:rPr lang="en-US" altLang="zh-CN" b="0" i="1" smtClean="0">
                                      <a:solidFill>
                                        <a:srgbClr val="FF0000"/>
                                      </a:solidFill>
                                      <a:latin typeface="Cambria Math" panose="02040503050406030204" pitchFamily="18" charset="0"/>
                                      <a:ea typeface="Cambria Math" panose="02040503050406030204" pitchFamily="18" charset="0"/>
                                    </a:rPr>
                                    <m:t>𝐺</m:t>
                                  </m:r>
                                </m:e>
                              </m:acc>
                              <m:r>
                                <a:rPr lang="el-GR" altLang="zh-CN" b="0" i="1" smtClean="0">
                                  <a:solidFill>
                                    <a:srgbClr val="FF0000"/>
                                  </a:solidFill>
                                  <a:latin typeface="Cambria Math" panose="02040503050406030204" pitchFamily="18" charset="0"/>
                                  <a:ea typeface="Cambria Math" panose="02040503050406030204" pitchFamily="18" charset="0"/>
                                </a:rPr>
                                <m:t>∙</m:t>
                              </m:r>
                              <m:acc>
                                <m:accPr>
                                  <m:chr m:val="⃗"/>
                                  <m:ctrlPr>
                                    <a:rPr lang="en-US" altLang="zh-CN" b="0" i="1" smtClean="0">
                                      <a:solidFill>
                                        <a:srgbClr val="FF0000"/>
                                      </a:solidFill>
                                      <a:latin typeface="Cambria Math" panose="02040503050406030204" pitchFamily="18" charset="0"/>
                                    </a:rPr>
                                  </m:ctrlPr>
                                </m:accPr>
                                <m:e>
                                  <m:r>
                                    <a:rPr lang="en-US" altLang="zh-CN" b="0" i="1" smtClean="0">
                                      <a:solidFill>
                                        <a:srgbClr val="FF0000"/>
                                      </a:solidFill>
                                      <a:latin typeface="Cambria Math" panose="02040503050406030204" pitchFamily="18" charset="0"/>
                                    </a:rPr>
                                    <m:t>𝑟</m:t>
                                  </m:r>
                                </m:e>
                              </m:acc>
                            </m:sup>
                          </m:sSup>
                        </m:e>
                      </m:nary>
                    </m:oMath>
                  </m:oMathPara>
                </a14:m>
                <a:endParaRPr lang="en-US" altLang="zh-CN" dirty="0">
                  <a:solidFill>
                    <a:srgbClr val="FF0000"/>
                  </a:solidFill>
                </a:endParaRPr>
              </a:p>
              <a:p>
                <a:pPr marL="0" indent="0">
                  <a:lnSpc>
                    <a:spcPct val="120000"/>
                  </a:lnSpc>
                  <a:spcBef>
                    <a:spcPts val="0"/>
                  </a:spcBef>
                  <a:buNone/>
                </a:pPr>
                <a14:m>
                  <m:oMathPara xmlns:m="http://schemas.openxmlformats.org/officeDocument/2006/math">
                    <m:oMath>
                      <m:r>
                        <a:rPr lang="zh-CN" altLang="en-US" sz="2800" b="0" i="1" smtClean="0">
                          <a:solidFill>
                            <a:srgbClr val="FF0000"/>
                          </a:solidFill>
                          <a:latin typeface="Cambria Math" panose="02040503050406030204" pitchFamily="18" charset="0"/>
                        </a:rPr>
                        <m:t>𝜌</m:t>
                      </m:r>
                      <m:d>
                        <m:dPr>
                          <m:ctrlPr>
                            <a:rPr lang="en-US" altLang="zh-CN" sz="2800" b="0" i="1" smtClean="0">
                              <a:solidFill>
                                <a:srgbClr val="FF0000"/>
                              </a:solidFill>
                              <a:latin typeface="Cambria Math" panose="02040503050406030204" pitchFamily="18" charset="0"/>
                            </a:rPr>
                          </m:ctrlPr>
                        </m:dPr>
                        <m:e>
                          <m:acc>
                            <m:accPr>
                              <m:chr m:val="⃗"/>
                              <m:ctrlPr>
                                <a:rPr lang="en-US" altLang="zh-CN" sz="2800" b="0" i="1" smtClean="0">
                                  <a:solidFill>
                                    <a:srgbClr val="FF0000"/>
                                  </a:solidFill>
                                  <a:latin typeface="Cambria Math" panose="02040503050406030204" pitchFamily="18" charset="0"/>
                                </a:rPr>
                              </m:ctrlPr>
                            </m:accPr>
                            <m:e>
                              <m:r>
                                <a:rPr lang="en-US" altLang="zh-CN" sz="2800" b="0" i="1" smtClean="0">
                                  <a:solidFill>
                                    <a:srgbClr val="FF0000"/>
                                  </a:solidFill>
                                  <a:latin typeface="Cambria Math" panose="02040503050406030204" pitchFamily="18" charset="0"/>
                                </a:rPr>
                                <m:t>𝑟</m:t>
                              </m:r>
                            </m:e>
                          </m:acc>
                        </m:e>
                      </m:d>
                      <m:r>
                        <a:rPr lang="en-US" altLang="zh-CN" sz="2800" b="0" i="1" smtClean="0">
                          <a:solidFill>
                            <a:srgbClr val="FF0000"/>
                          </a:solidFill>
                          <a:latin typeface="Cambria Math" panose="02040503050406030204" pitchFamily="18" charset="0"/>
                        </a:rPr>
                        <m:t>=</m:t>
                      </m:r>
                      <m:nary>
                        <m:naryPr>
                          <m:limLoc m:val="undOvr"/>
                          <m:subHide m:val="on"/>
                          <m:supHide m:val="on"/>
                          <m:ctrlPr>
                            <a:rPr lang="en-US" altLang="zh-CN" i="1">
                              <a:solidFill>
                                <a:srgbClr val="FF0000"/>
                              </a:solidFill>
                              <a:latin typeface="Cambria Math" panose="02040503050406030204" pitchFamily="18" charset="0"/>
                            </a:rPr>
                          </m:ctrlPr>
                        </m:naryPr>
                        <m:sub/>
                        <m:sup/>
                        <m:e>
                          <m:r>
                            <a:rPr lang="en-US" altLang="zh-CN" b="0" i="1" smtClean="0">
                              <a:solidFill>
                                <a:srgbClr val="FF0000"/>
                              </a:solidFill>
                              <a:latin typeface="Cambria Math" panose="02040503050406030204" pitchFamily="18" charset="0"/>
                            </a:rPr>
                            <m:t>𝑑</m:t>
                          </m:r>
                          <m:acc>
                            <m:accPr>
                              <m:chr m:val="⃗"/>
                              <m:ctrlPr>
                                <a:rPr lang="en-US" altLang="zh-CN" b="0" i="1" smtClean="0">
                                  <a:solidFill>
                                    <a:srgbClr val="FF0000"/>
                                  </a:solidFill>
                                  <a:latin typeface="Cambria Math" panose="02040503050406030204" pitchFamily="18" charset="0"/>
                                </a:rPr>
                              </m:ctrlPr>
                            </m:accPr>
                            <m:e>
                              <m:r>
                                <a:rPr lang="en-US" altLang="zh-CN" b="0" i="1" smtClean="0">
                                  <a:solidFill>
                                    <a:srgbClr val="FF0000"/>
                                  </a:solidFill>
                                  <a:latin typeface="Cambria Math" panose="02040503050406030204" pitchFamily="18" charset="0"/>
                                </a:rPr>
                                <m:t>𝐺</m:t>
                              </m:r>
                            </m:e>
                          </m:acc>
                          <m:r>
                            <a:rPr lang="zh-CN" altLang="en-US" b="0" i="1" smtClean="0">
                              <a:solidFill>
                                <a:srgbClr val="FF0000"/>
                              </a:solidFill>
                              <a:latin typeface="Cambria Math" panose="02040503050406030204" pitchFamily="18" charset="0"/>
                            </a:rPr>
                            <m:t>𝜌</m:t>
                          </m:r>
                          <m:d>
                            <m:dPr>
                              <m:ctrlPr>
                                <a:rPr lang="en-US" altLang="zh-CN" b="0" i="1" smtClean="0">
                                  <a:solidFill>
                                    <a:srgbClr val="FF0000"/>
                                  </a:solidFill>
                                  <a:latin typeface="Cambria Math" panose="02040503050406030204" pitchFamily="18" charset="0"/>
                                  <a:ea typeface="Cambria Math" panose="02040503050406030204" pitchFamily="18" charset="0"/>
                                </a:rPr>
                              </m:ctrlPr>
                            </m:dPr>
                            <m:e>
                              <m:acc>
                                <m:accPr>
                                  <m:chr m:val="⃗"/>
                                  <m:ctrlPr>
                                    <a:rPr lang="en-US" altLang="zh-CN" b="0" i="1" smtClean="0">
                                      <a:solidFill>
                                        <a:srgbClr val="FF0000"/>
                                      </a:solidFill>
                                      <a:latin typeface="Cambria Math" panose="02040503050406030204" pitchFamily="18" charset="0"/>
                                      <a:ea typeface="Cambria Math" panose="02040503050406030204" pitchFamily="18" charset="0"/>
                                    </a:rPr>
                                  </m:ctrlPr>
                                </m:accPr>
                                <m:e>
                                  <m:r>
                                    <a:rPr lang="en-US" altLang="zh-CN" b="0" i="1" smtClean="0">
                                      <a:solidFill>
                                        <a:srgbClr val="FF0000"/>
                                      </a:solidFill>
                                      <a:latin typeface="Cambria Math" panose="02040503050406030204" pitchFamily="18" charset="0"/>
                                      <a:ea typeface="Cambria Math" panose="02040503050406030204" pitchFamily="18" charset="0"/>
                                    </a:rPr>
                                    <m:t>𝐺</m:t>
                                  </m:r>
                                </m:e>
                              </m:acc>
                            </m:e>
                          </m:d>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𝑒</m:t>
                              </m:r>
                            </m:e>
                            <m:sup>
                              <m:r>
                                <a:rPr lang="en-US" altLang="zh-CN" b="0" i="1" smtClean="0">
                                  <a:solidFill>
                                    <a:srgbClr val="FF0000"/>
                                  </a:solidFill>
                                  <a:latin typeface="Cambria Math" panose="02040503050406030204" pitchFamily="18" charset="0"/>
                                  <a:ea typeface="Cambria Math" panose="02040503050406030204" pitchFamily="18" charset="0"/>
                                </a:rPr>
                                <m:t>𝑖</m:t>
                              </m:r>
                              <m:acc>
                                <m:accPr>
                                  <m:chr m:val="⃗"/>
                                  <m:ctrlPr>
                                    <a:rPr lang="en-US" altLang="zh-CN" b="0" i="1" smtClean="0">
                                      <a:solidFill>
                                        <a:srgbClr val="FF0000"/>
                                      </a:solidFill>
                                      <a:latin typeface="Cambria Math" panose="02040503050406030204" pitchFamily="18" charset="0"/>
                                      <a:ea typeface="Cambria Math" panose="02040503050406030204" pitchFamily="18" charset="0"/>
                                    </a:rPr>
                                  </m:ctrlPr>
                                </m:accPr>
                                <m:e>
                                  <m:r>
                                    <a:rPr lang="en-US" altLang="zh-CN" b="0" i="1" smtClean="0">
                                      <a:solidFill>
                                        <a:srgbClr val="FF0000"/>
                                      </a:solidFill>
                                      <a:latin typeface="Cambria Math" panose="02040503050406030204" pitchFamily="18" charset="0"/>
                                      <a:ea typeface="Cambria Math" panose="02040503050406030204" pitchFamily="18" charset="0"/>
                                    </a:rPr>
                                    <m:t>𝐺</m:t>
                                  </m:r>
                                </m:e>
                              </m:acc>
                              <m:r>
                                <a:rPr lang="el-GR" altLang="zh-CN" b="0" i="1" smtClean="0">
                                  <a:solidFill>
                                    <a:srgbClr val="FF0000"/>
                                  </a:solidFill>
                                  <a:latin typeface="Cambria Math" panose="02040503050406030204" pitchFamily="18" charset="0"/>
                                  <a:ea typeface="Cambria Math" panose="02040503050406030204" pitchFamily="18" charset="0"/>
                                </a:rPr>
                                <m:t>∙</m:t>
                              </m:r>
                              <m:acc>
                                <m:accPr>
                                  <m:chr m:val="⃗"/>
                                  <m:ctrlPr>
                                    <a:rPr lang="en-US" altLang="zh-CN" b="0" i="1" smtClean="0">
                                      <a:solidFill>
                                        <a:srgbClr val="FF0000"/>
                                      </a:solidFill>
                                      <a:latin typeface="Cambria Math" panose="02040503050406030204" pitchFamily="18" charset="0"/>
                                    </a:rPr>
                                  </m:ctrlPr>
                                </m:accPr>
                                <m:e>
                                  <m:r>
                                    <a:rPr lang="en-US" altLang="zh-CN" b="0" i="1" smtClean="0">
                                      <a:solidFill>
                                        <a:srgbClr val="FF0000"/>
                                      </a:solidFill>
                                      <a:latin typeface="Cambria Math" panose="02040503050406030204" pitchFamily="18" charset="0"/>
                                    </a:rPr>
                                    <m:t>𝑟</m:t>
                                  </m:r>
                                </m:e>
                              </m:acc>
                            </m:sup>
                          </m:sSup>
                        </m:e>
                      </m:nary>
                    </m:oMath>
                  </m:oMathPara>
                </a14:m>
                <a:endParaRPr lang="en-US" altLang="zh-CN" dirty="0">
                  <a:solidFill>
                    <a:schemeClr val="tx1"/>
                  </a:solidFill>
                </a:endParaRPr>
              </a:p>
              <a:p>
                <a:pPr marL="0" indent="0">
                  <a:lnSpc>
                    <a:spcPct val="120000"/>
                  </a:lnSpc>
                  <a:spcBef>
                    <a:spcPts val="0"/>
                  </a:spcBef>
                  <a:buNone/>
                </a:pPr>
                <a:endParaRPr lang="en-US" altLang="zh-CN" dirty="0">
                  <a:solidFill>
                    <a:schemeClr val="tx1"/>
                  </a:solidFill>
                </a:endParaRPr>
              </a:p>
              <a:p>
                <a:pPr marL="0" indent="0">
                  <a:lnSpc>
                    <a:spcPct val="120000"/>
                  </a:lnSpc>
                  <a:spcBef>
                    <a:spcPts val="0"/>
                  </a:spcBef>
                  <a:buNone/>
                </a:pPr>
                <a:r>
                  <a:rPr lang="en-US" altLang="zh-CN" dirty="0">
                    <a:solidFill>
                      <a:schemeClr val="tx1"/>
                    </a:solidFill>
                  </a:rPr>
                  <a:t>3. </a:t>
                </a:r>
                <a:r>
                  <a:rPr lang="zh-CN" altLang="en-US" dirty="0">
                    <a:solidFill>
                      <a:schemeClr val="tx1"/>
                    </a:solidFill>
                  </a:rPr>
                  <a:t>倒格子格矢与正格子格矢关系式</a:t>
                </a:r>
                <a:endParaRPr lang="en-US" altLang="zh-CN" i="1" dirty="0">
                  <a:solidFill>
                    <a:srgbClr val="FF0000"/>
                  </a:solidFill>
                  <a:latin typeface="Cambria Math" panose="02040503050406030204" pitchFamily="18" charset="0"/>
                </a:endParaRPr>
              </a:p>
              <a:p>
                <a:pPr marL="0" indent="0">
                  <a:lnSpc>
                    <a:spcPct val="120000"/>
                  </a:lnSpc>
                  <a:spcBef>
                    <a:spcPts val="0"/>
                  </a:spcBef>
                  <a:buNone/>
                </a:pPr>
                <a14:m>
                  <m:oMathPara xmlns:m="http://schemas.openxmlformats.org/officeDocument/2006/math">
                    <m:oMath>
                      <m:acc>
                        <m:accPr>
                          <m:chr m:val="⃑"/>
                          <m:ctrlPr>
                            <a:rPr lang="en-US" altLang="zh-CN" i="1">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𝐺</m:t>
                          </m:r>
                        </m:e>
                      </m:acc>
                      <m:r>
                        <a:rPr lang="el-GR" altLang="zh-CN" b="0" i="1" smtClean="0">
                          <a:solidFill>
                            <a:srgbClr val="FF0000"/>
                          </a:solidFill>
                          <a:latin typeface="Cambria Math" panose="02040503050406030204" pitchFamily="18" charset="0"/>
                          <a:ea typeface="Cambria Math" panose="02040503050406030204" pitchFamily="18" charset="0"/>
                        </a:rPr>
                        <m:t>∙</m:t>
                      </m:r>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𝑅</m:t>
                          </m:r>
                        </m:e>
                      </m:acc>
                      <m:r>
                        <a:rPr lang="en-US" altLang="zh-CN" b="0" i="1" smtClean="0">
                          <a:solidFill>
                            <a:srgbClr val="FF0000"/>
                          </a:solidFill>
                          <a:latin typeface="Cambria Math" panose="02040503050406030204" pitchFamily="18" charset="0"/>
                        </a:rPr>
                        <m:t>=2</m:t>
                      </m:r>
                      <m:r>
                        <a:rPr lang="zh-CN" altLang="en-US" b="0" i="1" smtClean="0">
                          <a:solidFill>
                            <a:srgbClr val="FF0000"/>
                          </a:solidFill>
                          <a:latin typeface="Cambria Math" panose="02040503050406030204" pitchFamily="18" charset="0"/>
                        </a:rPr>
                        <m:t>𝜋</m:t>
                      </m:r>
                      <m:r>
                        <a:rPr lang="en-US" altLang="zh-CN" b="0" i="1" smtClean="0">
                          <a:solidFill>
                            <a:srgbClr val="FF0000"/>
                          </a:solidFill>
                          <a:latin typeface="Cambria Math" panose="02040503050406030204" pitchFamily="18" charset="0"/>
                        </a:rPr>
                        <m:t>𝑛</m:t>
                      </m:r>
                    </m:oMath>
                  </m:oMathPara>
                </a14:m>
                <a:endParaRPr lang="en-US" altLang="zh-CN" dirty="0">
                  <a:solidFill>
                    <a:schemeClr val="tx1"/>
                  </a:solidFill>
                </a:endParaRPr>
              </a:p>
              <a:p>
                <a:pPr marL="0" indent="0">
                  <a:lnSpc>
                    <a:spcPct val="120000"/>
                  </a:lnSpc>
                  <a:spcBef>
                    <a:spcPts val="0"/>
                  </a:spcBef>
                  <a:buNone/>
                </a:pPr>
                <a14:m>
                  <m:oMathPara xmlns:m="http://schemas.openxmlformats.org/officeDocument/2006/math">
                    <m:oMath>
                      <m:sSub>
                        <m:sSubPr>
                          <m:ctrlPr>
                            <a:rPr lang="zh-CN" altLang="en-US" i="1">
                              <a:solidFill>
                                <a:srgbClr val="FF0000"/>
                              </a:solidFill>
                              <a:latin typeface="Cambria Math" panose="02040503050406030204" pitchFamily="18" charset="0"/>
                            </a:rPr>
                          </m:ctrlPr>
                        </m:sSubPr>
                        <m:e>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𝑏</m:t>
                              </m:r>
                            </m:e>
                          </m:acc>
                        </m:e>
                        <m:sub>
                          <m:r>
                            <a:rPr lang="zh-CN" altLang="en-US" i="1">
                              <a:solidFill>
                                <a:srgbClr val="FF0000"/>
                              </a:solidFill>
                              <a:latin typeface="Cambria Math" panose="02040503050406030204" pitchFamily="18" charset="0"/>
                            </a:rPr>
                            <m:t>𝑖</m:t>
                          </m:r>
                        </m:sub>
                      </m:sSub>
                      <m:r>
                        <a:rPr lang="zh-CN" altLang="en-US"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acc>
                            <m:accPr>
                              <m:chr m:val="⃑"/>
                              <m:ctrlPr>
                                <a:rPr lang="zh-CN" altLang="en-US" i="1">
                                  <a:solidFill>
                                    <a:srgbClr val="FF0000"/>
                                  </a:solidFill>
                                  <a:latin typeface="Cambria Math" panose="02040503050406030204" pitchFamily="18" charset="0"/>
                                </a:rPr>
                              </m:ctrlPr>
                            </m:accPr>
                            <m:e>
                              <m:r>
                                <a:rPr lang="zh-CN" altLang="en-US" i="1">
                                  <a:solidFill>
                                    <a:srgbClr val="FF0000"/>
                                  </a:solidFill>
                                  <a:latin typeface="Cambria Math" panose="02040503050406030204" pitchFamily="18" charset="0"/>
                                </a:rPr>
                                <m:t>𝑎</m:t>
                              </m:r>
                            </m:e>
                          </m:acc>
                        </m:e>
                        <m:sub>
                          <m:r>
                            <a:rPr lang="zh-CN" altLang="en-US" i="1">
                              <a:solidFill>
                                <a:srgbClr val="FF0000"/>
                              </a:solidFill>
                              <a:latin typeface="Cambria Math" panose="02040503050406030204" pitchFamily="18" charset="0"/>
                            </a:rPr>
                            <m:t>𝑗</m:t>
                          </m:r>
                        </m:sub>
                      </m:sSub>
                      <m:r>
                        <a:rPr lang="zh-CN" altLang="en-US" i="1">
                          <a:solidFill>
                            <a:srgbClr val="FF0000"/>
                          </a:solidFill>
                          <a:latin typeface="Cambria Math" panose="02040503050406030204" pitchFamily="18" charset="0"/>
                        </a:rPr>
                        <m:t>=2</m:t>
                      </m:r>
                      <m:r>
                        <a:rPr lang="zh-CN" altLang="en-US" i="1">
                          <a:solidFill>
                            <a:srgbClr val="FF0000"/>
                          </a:solidFill>
                          <a:latin typeface="Cambria Math" panose="02040503050406030204" pitchFamily="18" charset="0"/>
                        </a:rPr>
                        <m:t>𝜋</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𝛿</m:t>
                          </m:r>
                        </m:e>
                        <m:sub>
                          <m:r>
                            <a:rPr lang="zh-CN" altLang="en-US" i="1">
                              <a:solidFill>
                                <a:srgbClr val="FF0000"/>
                              </a:solidFill>
                              <a:latin typeface="Cambria Math" panose="02040503050406030204" pitchFamily="18" charset="0"/>
                            </a:rPr>
                            <m:t>𝑖𝑗</m:t>
                          </m:r>
                        </m:sub>
                      </m:sSub>
                    </m:oMath>
                  </m:oMathPara>
                </a14:m>
                <a:endParaRPr lang="zh-CN" altLang="en-US" dirty="0">
                  <a:solidFill>
                    <a:schemeClr val="tx1"/>
                  </a:solidFill>
                </a:endParaRPr>
              </a:p>
            </p:txBody>
          </p:sp>
        </mc:Choice>
        <mc:Fallback xmlns="">
          <p:sp>
            <p:nvSpPr>
              <p:cNvPr id="4" name="内容占位符 2">
                <a:extLst>
                  <a:ext uri="{FF2B5EF4-FFF2-40B4-BE49-F238E27FC236}">
                    <a16:creationId xmlns:a16="http://schemas.microsoft.com/office/drawing/2014/main" id="{5965A5C8-7C58-0A96-935C-97CE83036DDE}"/>
                  </a:ext>
                </a:extLst>
              </p:cNvPr>
              <p:cNvSpPr>
                <a:spLocks noGrp="1" noRot="1" noChangeAspect="1" noMove="1" noResize="1" noEditPoints="1" noAdjustHandles="1" noChangeArrowheads="1" noChangeShapeType="1" noTextEdit="1"/>
              </p:cNvSpPr>
              <p:nvPr>
                <p:ph idx="1"/>
              </p:nvPr>
            </p:nvSpPr>
            <p:spPr>
              <a:xfrm>
                <a:off x="838200" y="1425203"/>
                <a:ext cx="10515600" cy="5297214"/>
              </a:xfrm>
              <a:blipFill>
                <a:blip r:embed="rId2"/>
                <a:stretch>
                  <a:fillRect l="-754" t="-1266"/>
                </a:stretch>
              </a:blipFill>
            </p:spPr>
            <p:txBody>
              <a:bodyPr/>
              <a:lstStyle/>
              <a:p>
                <a:r>
                  <a:rPr lang="en-US">
                    <a:noFill/>
                  </a:rPr>
                  <a:t> </a:t>
                </a:r>
              </a:p>
            </p:txBody>
          </p:sp>
        </mc:Fallback>
      </mc:AlternateContent>
      <p:graphicFrame>
        <p:nvGraphicFramePr>
          <p:cNvPr id="3" name="表格 2">
            <a:extLst>
              <a:ext uri="{FF2B5EF4-FFF2-40B4-BE49-F238E27FC236}">
                <a16:creationId xmlns:a16="http://schemas.microsoft.com/office/drawing/2014/main" id="{30AFC0ED-EACE-9821-DBC8-ED8D7022A9F5}"/>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658599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 name="组合 71">
            <a:extLst>
              <a:ext uri="{FF2B5EF4-FFF2-40B4-BE49-F238E27FC236}">
                <a16:creationId xmlns:a16="http://schemas.microsoft.com/office/drawing/2014/main" id="{67995F04-18C3-5B74-2182-5E64534C7351}"/>
              </a:ext>
            </a:extLst>
          </p:cNvPr>
          <p:cNvGrpSpPr/>
          <p:nvPr/>
        </p:nvGrpSpPr>
        <p:grpSpPr>
          <a:xfrm>
            <a:off x="1320289" y="2270239"/>
            <a:ext cx="3945583" cy="2437350"/>
            <a:chOff x="1117250" y="2017986"/>
            <a:chExt cx="3945583" cy="2437350"/>
          </a:xfrm>
        </p:grpSpPr>
        <p:sp>
          <p:nvSpPr>
            <p:cNvPr id="6" name="椭圆 5">
              <a:extLst>
                <a:ext uri="{FF2B5EF4-FFF2-40B4-BE49-F238E27FC236}">
                  <a16:creationId xmlns:a16="http://schemas.microsoft.com/office/drawing/2014/main" id="{B5B9F9EC-CA1C-94B4-B6EB-422A72212FE9}"/>
                </a:ext>
              </a:extLst>
            </p:cNvPr>
            <p:cNvSpPr/>
            <p:nvPr/>
          </p:nvSpPr>
          <p:spPr>
            <a:xfrm>
              <a:off x="2131498" y="201798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C7BDFC57-DA12-4E6D-3511-4CC9CB7B7B0C}"/>
                </a:ext>
              </a:extLst>
            </p:cNvPr>
            <p:cNvSpPr/>
            <p:nvPr/>
          </p:nvSpPr>
          <p:spPr>
            <a:xfrm>
              <a:off x="2681189" y="201798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891F2126-FC1A-72EB-9E8B-FF4D8B5D2981}"/>
                </a:ext>
              </a:extLst>
            </p:cNvPr>
            <p:cNvSpPr/>
            <p:nvPr/>
          </p:nvSpPr>
          <p:spPr>
            <a:xfrm>
              <a:off x="3230880" y="201798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CA8D79B9-8A48-493F-3787-6725B51D91C8}"/>
                </a:ext>
              </a:extLst>
            </p:cNvPr>
            <p:cNvSpPr/>
            <p:nvPr/>
          </p:nvSpPr>
          <p:spPr>
            <a:xfrm>
              <a:off x="3780571" y="201798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6CCDAB62-49F6-A62A-335F-F7F68C210B1A}"/>
                </a:ext>
              </a:extLst>
            </p:cNvPr>
            <p:cNvSpPr/>
            <p:nvPr/>
          </p:nvSpPr>
          <p:spPr>
            <a:xfrm>
              <a:off x="4330262" y="201798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8115ADAE-BA30-3716-2EA2-083BC4856667}"/>
                </a:ext>
              </a:extLst>
            </p:cNvPr>
            <p:cNvSpPr/>
            <p:nvPr/>
          </p:nvSpPr>
          <p:spPr>
            <a:xfrm>
              <a:off x="4879953" y="201798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椭圆 11">
              <a:extLst>
                <a:ext uri="{FF2B5EF4-FFF2-40B4-BE49-F238E27FC236}">
                  <a16:creationId xmlns:a16="http://schemas.microsoft.com/office/drawing/2014/main" id="{1FCAA8AC-B4DD-4178-B0C6-8AA961D05E5E}"/>
                </a:ext>
              </a:extLst>
            </p:cNvPr>
            <p:cNvSpPr/>
            <p:nvPr/>
          </p:nvSpPr>
          <p:spPr>
            <a:xfrm>
              <a:off x="1764687" y="276947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6339DF98-5C82-3C9B-32C7-F779D415A445}"/>
                </a:ext>
              </a:extLst>
            </p:cNvPr>
            <p:cNvSpPr/>
            <p:nvPr/>
          </p:nvSpPr>
          <p:spPr>
            <a:xfrm>
              <a:off x="2314378" y="276947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7A988651-9244-6089-F68E-9A1F1F3BC83A}"/>
                </a:ext>
              </a:extLst>
            </p:cNvPr>
            <p:cNvSpPr/>
            <p:nvPr/>
          </p:nvSpPr>
          <p:spPr>
            <a:xfrm>
              <a:off x="2864069" y="276947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3E6F9DFA-E838-CC3C-35E1-D19305C06E13}"/>
                </a:ext>
              </a:extLst>
            </p:cNvPr>
            <p:cNvSpPr/>
            <p:nvPr/>
          </p:nvSpPr>
          <p:spPr>
            <a:xfrm>
              <a:off x="3413760" y="276947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486053F0-5C5F-6935-A853-4D2B2C9D5D3F}"/>
                </a:ext>
              </a:extLst>
            </p:cNvPr>
            <p:cNvSpPr/>
            <p:nvPr/>
          </p:nvSpPr>
          <p:spPr>
            <a:xfrm>
              <a:off x="3963451" y="276947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椭圆 16">
              <a:extLst>
                <a:ext uri="{FF2B5EF4-FFF2-40B4-BE49-F238E27FC236}">
                  <a16:creationId xmlns:a16="http://schemas.microsoft.com/office/drawing/2014/main" id="{66F82B0A-07CE-C935-F007-D6C96D1BB4A1}"/>
                </a:ext>
              </a:extLst>
            </p:cNvPr>
            <p:cNvSpPr/>
            <p:nvPr/>
          </p:nvSpPr>
          <p:spPr>
            <a:xfrm>
              <a:off x="4513142" y="276947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椭圆 17">
              <a:extLst>
                <a:ext uri="{FF2B5EF4-FFF2-40B4-BE49-F238E27FC236}">
                  <a16:creationId xmlns:a16="http://schemas.microsoft.com/office/drawing/2014/main" id="{24B5FE6C-C395-6A59-8FFC-61F1E854B7CA}"/>
                </a:ext>
              </a:extLst>
            </p:cNvPr>
            <p:cNvSpPr/>
            <p:nvPr/>
          </p:nvSpPr>
          <p:spPr>
            <a:xfrm>
              <a:off x="1433613" y="352096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1993FDD6-9CBC-C563-0CB2-B3FCFA1B0749}"/>
                </a:ext>
              </a:extLst>
            </p:cNvPr>
            <p:cNvSpPr/>
            <p:nvPr/>
          </p:nvSpPr>
          <p:spPr>
            <a:xfrm>
              <a:off x="1983304" y="352096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76FB816D-3466-3A3B-D68C-D9815B2272E5}"/>
                </a:ext>
              </a:extLst>
            </p:cNvPr>
            <p:cNvSpPr/>
            <p:nvPr/>
          </p:nvSpPr>
          <p:spPr>
            <a:xfrm>
              <a:off x="2532995" y="352096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椭圆 20">
              <a:extLst>
                <a:ext uri="{FF2B5EF4-FFF2-40B4-BE49-F238E27FC236}">
                  <a16:creationId xmlns:a16="http://schemas.microsoft.com/office/drawing/2014/main" id="{7BC842FE-753C-D6E4-CB9B-3BCFC349E486}"/>
                </a:ext>
              </a:extLst>
            </p:cNvPr>
            <p:cNvSpPr/>
            <p:nvPr/>
          </p:nvSpPr>
          <p:spPr>
            <a:xfrm>
              <a:off x="3082686" y="352096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椭圆 21">
              <a:extLst>
                <a:ext uri="{FF2B5EF4-FFF2-40B4-BE49-F238E27FC236}">
                  <a16:creationId xmlns:a16="http://schemas.microsoft.com/office/drawing/2014/main" id="{5B031096-371E-19B5-D764-545A421DC15E}"/>
                </a:ext>
              </a:extLst>
            </p:cNvPr>
            <p:cNvSpPr/>
            <p:nvPr/>
          </p:nvSpPr>
          <p:spPr>
            <a:xfrm>
              <a:off x="3632377" y="352096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椭圆 22">
              <a:extLst>
                <a:ext uri="{FF2B5EF4-FFF2-40B4-BE49-F238E27FC236}">
                  <a16:creationId xmlns:a16="http://schemas.microsoft.com/office/drawing/2014/main" id="{50D0F526-F6E0-E22A-5CA7-DAE764A4D4E8}"/>
                </a:ext>
              </a:extLst>
            </p:cNvPr>
            <p:cNvSpPr/>
            <p:nvPr/>
          </p:nvSpPr>
          <p:spPr>
            <a:xfrm>
              <a:off x="4182068" y="352096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C5E65542-C334-20EA-C8B9-39BFD7A0EB89}"/>
                </a:ext>
              </a:extLst>
            </p:cNvPr>
            <p:cNvSpPr/>
            <p:nvPr/>
          </p:nvSpPr>
          <p:spPr>
            <a:xfrm>
              <a:off x="1117250" y="427245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F501C79C-685C-9009-3B5E-5714E98D8024}"/>
                </a:ext>
              </a:extLst>
            </p:cNvPr>
            <p:cNvSpPr/>
            <p:nvPr/>
          </p:nvSpPr>
          <p:spPr>
            <a:xfrm>
              <a:off x="1666941" y="427245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F344BE39-7E72-D6E3-A44B-0B4CE01F84DB}"/>
                </a:ext>
              </a:extLst>
            </p:cNvPr>
            <p:cNvSpPr/>
            <p:nvPr/>
          </p:nvSpPr>
          <p:spPr>
            <a:xfrm>
              <a:off x="2216632" y="427245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椭圆 26">
              <a:extLst>
                <a:ext uri="{FF2B5EF4-FFF2-40B4-BE49-F238E27FC236}">
                  <a16:creationId xmlns:a16="http://schemas.microsoft.com/office/drawing/2014/main" id="{6CA03748-5F5E-39A2-B4B4-6B813EFBB91C}"/>
                </a:ext>
              </a:extLst>
            </p:cNvPr>
            <p:cNvSpPr/>
            <p:nvPr/>
          </p:nvSpPr>
          <p:spPr>
            <a:xfrm>
              <a:off x="2766323" y="427245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椭圆 27">
              <a:extLst>
                <a:ext uri="{FF2B5EF4-FFF2-40B4-BE49-F238E27FC236}">
                  <a16:creationId xmlns:a16="http://schemas.microsoft.com/office/drawing/2014/main" id="{C7C0B4C3-3282-54E9-866C-E57BA2F132B8}"/>
                </a:ext>
              </a:extLst>
            </p:cNvPr>
            <p:cNvSpPr/>
            <p:nvPr/>
          </p:nvSpPr>
          <p:spPr>
            <a:xfrm>
              <a:off x="3316014" y="427245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椭圆 28">
              <a:extLst>
                <a:ext uri="{FF2B5EF4-FFF2-40B4-BE49-F238E27FC236}">
                  <a16:creationId xmlns:a16="http://schemas.microsoft.com/office/drawing/2014/main" id="{68B8502F-ECE9-79DE-49D0-5F3BF68993E4}"/>
                </a:ext>
              </a:extLst>
            </p:cNvPr>
            <p:cNvSpPr/>
            <p:nvPr/>
          </p:nvSpPr>
          <p:spPr>
            <a:xfrm>
              <a:off x="3865705" y="4272456"/>
              <a:ext cx="182880" cy="18288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直接箭头连接符 30">
              <a:extLst>
                <a:ext uri="{FF2B5EF4-FFF2-40B4-BE49-F238E27FC236}">
                  <a16:creationId xmlns:a16="http://schemas.microsoft.com/office/drawing/2014/main" id="{076A8B51-3CAB-F1D0-0E0F-BCB7FD3E9BCA}"/>
                </a:ext>
              </a:extLst>
            </p:cNvPr>
            <p:cNvCxnSpPr>
              <a:cxnSpLocks/>
            </p:cNvCxnSpPr>
            <p:nvPr/>
          </p:nvCxnSpPr>
          <p:spPr>
            <a:xfrm flipV="1">
              <a:off x="2660727" y="2959878"/>
              <a:ext cx="252412" cy="5476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50AAED32-B6A3-0677-FD9E-A56BC2BD3196}"/>
                </a:ext>
              </a:extLst>
            </p:cNvPr>
            <p:cNvCxnSpPr>
              <a:cxnSpLocks/>
            </p:cNvCxnSpPr>
            <p:nvPr/>
          </p:nvCxnSpPr>
          <p:spPr>
            <a:xfrm>
              <a:off x="2746452" y="3612406"/>
              <a:ext cx="30049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38925984-1755-40B6-AC93-AF3E9E1C777F}"/>
                </a:ext>
              </a:extLst>
            </p:cNvPr>
            <p:cNvSpPr txBox="1"/>
            <p:nvPr/>
          </p:nvSpPr>
          <p:spPr>
            <a:xfrm>
              <a:off x="2675502" y="3541200"/>
              <a:ext cx="447558" cy="461665"/>
            </a:xfrm>
            <a:prstGeom prst="rect">
              <a:avLst/>
            </a:prstGeom>
            <a:noFill/>
          </p:spPr>
          <p:txBody>
            <a:bodyPr wrap="none" rtlCol="0">
              <a:spAutoFit/>
            </a:bodyPr>
            <a:lstStyle/>
            <a:p>
              <a:r>
                <a:rPr lang="en-US" altLang="zh-CN" sz="2400" i="1" dirty="0">
                  <a:solidFill>
                    <a:srgbClr val="FF0000"/>
                  </a:solidFill>
                </a:rPr>
                <a:t>a</a:t>
              </a:r>
              <a:r>
                <a:rPr lang="en-US" altLang="zh-CN" sz="2400" baseline="-25000" dirty="0">
                  <a:solidFill>
                    <a:srgbClr val="FF0000"/>
                  </a:solidFill>
                </a:rPr>
                <a:t>1</a:t>
              </a:r>
              <a:endParaRPr lang="en-US" sz="2400" baseline="-25000" dirty="0">
                <a:solidFill>
                  <a:srgbClr val="FF0000"/>
                </a:solidFill>
              </a:endParaRPr>
            </a:p>
          </p:txBody>
        </p:sp>
        <p:sp>
          <p:nvSpPr>
            <p:cNvPr id="42" name="文本框 41">
              <a:extLst>
                <a:ext uri="{FF2B5EF4-FFF2-40B4-BE49-F238E27FC236}">
                  <a16:creationId xmlns:a16="http://schemas.microsoft.com/office/drawing/2014/main" id="{321C82E9-A872-1D28-91EB-2D0357320654}"/>
                </a:ext>
              </a:extLst>
            </p:cNvPr>
            <p:cNvSpPr txBox="1"/>
            <p:nvPr/>
          </p:nvSpPr>
          <p:spPr>
            <a:xfrm>
              <a:off x="2349145" y="2926243"/>
              <a:ext cx="447558" cy="461665"/>
            </a:xfrm>
            <a:prstGeom prst="rect">
              <a:avLst/>
            </a:prstGeom>
            <a:noFill/>
          </p:spPr>
          <p:txBody>
            <a:bodyPr wrap="none" rtlCol="0">
              <a:spAutoFit/>
            </a:bodyPr>
            <a:lstStyle/>
            <a:p>
              <a:r>
                <a:rPr lang="en-US" altLang="zh-CN" sz="2400" i="1" dirty="0">
                  <a:solidFill>
                    <a:srgbClr val="FF0000"/>
                  </a:solidFill>
                </a:rPr>
                <a:t>a</a:t>
              </a:r>
              <a:r>
                <a:rPr lang="en-US" altLang="zh-CN" sz="2400" baseline="-25000" dirty="0">
                  <a:solidFill>
                    <a:srgbClr val="FF0000"/>
                  </a:solidFill>
                </a:rPr>
                <a:t>2</a:t>
              </a:r>
              <a:endParaRPr lang="en-US" sz="2400" baseline="-25000" dirty="0">
                <a:solidFill>
                  <a:srgbClr val="FF0000"/>
                </a:solidFill>
              </a:endParaRPr>
            </a:p>
          </p:txBody>
        </p:sp>
      </p:grpSp>
      <p:grpSp>
        <p:nvGrpSpPr>
          <p:cNvPr id="71" name="组合 70">
            <a:extLst>
              <a:ext uri="{FF2B5EF4-FFF2-40B4-BE49-F238E27FC236}">
                <a16:creationId xmlns:a16="http://schemas.microsoft.com/office/drawing/2014/main" id="{660A0D83-3F59-A569-8668-E69ABBA54D0C}"/>
              </a:ext>
            </a:extLst>
          </p:cNvPr>
          <p:cNvGrpSpPr/>
          <p:nvPr/>
        </p:nvGrpSpPr>
        <p:grpSpPr>
          <a:xfrm rot="5400000">
            <a:off x="6573311" y="2506718"/>
            <a:ext cx="3945583" cy="2437350"/>
            <a:chOff x="6514213" y="2017986"/>
            <a:chExt cx="3945583" cy="2437350"/>
          </a:xfrm>
          <a:solidFill>
            <a:srgbClr val="00B0F0"/>
          </a:solidFill>
        </p:grpSpPr>
        <p:cxnSp>
          <p:nvCxnSpPr>
            <p:cNvPr id="67" name="直接箭头连接符 66">
              <a:extLst>
                <a:ext uri="{FF2B5EF4-FFF2-40B4-BE49-F238E27FC236}">
                  <a16:creationId xmlns:a16="http://schemas.microsoft.com/office/drawing/2014/main" id="{671E0D30-7B88-2F39-7964-450608F95839}"/>
                </a:ext>
              </a:extLst>
            </p:cNvPr>
            <p:cNvCxnSpPr>
              <a:cxnSpLocks/>
            </p:cNvCxnSpPr>
            <p:nvPr/>
          </p:nvCxnSpPr>
          <p:spPr>
            <a:xfrm flipV="1">
              <a:off x="8057690" y="2959878"/>
              <a:ext cx="252412" cy="547687"/>
            </a:xfrm>
            <a:prstGeom prst="straightConnector1">
              <a:avLst/>
            </a:prstGeom>
            <a:grpFill/>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E82474F0-EF30-829B-1A44-3237D8C75E87}"/>
                </a:ext>
              </a:extLst>
            </p:cNvPr>
            <p:cNvSpPr txBox="1"/>
            <p:nvPr/>
          </p:nvSpPr>
          <p:spPr>
            <a:xfrm rot="16200000">
              <a:off x="8072465" y="3061077"/>
              <a:ext cx="447558" cy="461665"/>
            </a:xfrm>
            <a:prstGeom prst="rect">
              <a:avLst/>
            </a:prstGeom>
            <a:noFill/>
          </p:spPr>
          <p:txBody>
            <a:bodyPr wrap="none" rtlCol="0">
              <a:spAutoFit/>
            </a:bodyPr>
            <a:lstStyle/>
            <a:p>
              <a:r>
                <a:rPr lang="en-US" altLang="zh-CN" sz="2400" i="1" dirty="0">
                  <a:solidFill>
                    <a:srgbClr val="0070C0"/>
                  </a:solidFill>
                </a:rPr>
                <a:t>b</a:t>
              </a:r>
              <a:r>
                <a:rPr lang="en-US" altLang="zh-CN" sz="2400" baseline="-25000" dirty="0">
                  <a:solidFill>
                    <a:srgbClr val="0070C0"/>
                  </a:solidFill>
                </a:rPr>
                <a:t>1</a:t>
              </a:r>
              <a:endParaRPr lang="en-US" sz="2400" baseline="-25000" dirty="0">
                <a:solidFill>
                  <a:srgbClr val="0070C0"/>
                </a:solidFill>
              </a:endParaRPr>
            </a:p>
          </p:txBody>
        </p:sp>
        <p:sp>
          <p:nvSpPr>
            <p:cNvPr id="43" name="椭圆 42">
              <a:extLst>
                <a:ext uri="{FF2B5EF4-FFF2-40B4-BE49-F238E27FC236}">
                  <a16:creationId xmlns:a16="http://schemas.microsoft.com/office/drawing/2014/main" id="{DFBD9ED7-DA59-FB43-4694-F4439B49C414}"/>
                </a:ext>
              </a:extLst>
            </p:cNvPr>
            <p:cNvSpPr/>
            <p:nvPr/>
          </p:nvSpPr>
          <p:spPr>
            <a:xfrm>
              <a:off x="7528461"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椭圆 43">
              <a:extLst>
                <a:ext uri="{FF2B5EF4-FFF2-40B4-BE49-F238E27FC236}">
                  <a16:creationId xmlns:a16="http://schemas.microsoft.com/office/drawing/2014/main" id="{DCD5E466-9CFE-55B0-55EA-30BE713DAFEB}"/>
                </a:ext>
              </a:extLst>
            </p:cNvPr>
            <p:cNvSpPr/>
            <p:nvPr/>
          </p:nvSpPr>
          <p:spPr>
            <a:xfrm>
              <a:off x="8078152"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椭圆 44">
              <a:extLst>
                <a:ext uri="{FF2B5EF4-FFF2-40B4-BE49-F238E27FC236}">
                  <a16:creationId xmlns:a16="http://schemas.microsoft.com/office/drawing/2014/main" id="{99E80869-B886-68B2-7824-37478EF0FC33}"/>
                </a:ext>
              </a:extLst>
            </p:cNvPr>
            <p:cNvSpPr/>
            <p:nvPr/>
          </p:nvSpPr>
          <p:spPr>
            <a:xfrm>
              <a:off x="8627843"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椭圆 45">
              <a:extLst>
                <a:ext uri="{FF2B5EF4-FFF2-40B4-BE49-F238E27FC236}">
                  <a16:creationId xmlns:a16="http://schemas.microsoft.com/office/drawing/2014/main" id="{B8EA3F82-FC35-80E5-96B2-D463C1C1BACA}"/>
                </a:ext>
              </a:extLst>
            </p:cNvPr>
            <p:cNvSpPr/>
            <p:nvPr/>
          </p:nvSpPr>
          <p:spPr>
            <a:xfrm>
              <a:off x="9177534"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椭圆 46">
              <a:extLst>
                <a:ext uri="{FF2B5EF4-FFF2-40B4-BE49-F238E27FC236}">
                  <a16:creationId xmlns:a16="http://schemas.microsoft.com/office/drawing/2014/main" id="{17E0D3D6-091E-4625-45BB-99BD2821AEA0}"/>
                </a:ext>
              </a:extLst>
            </p:cNvPr>
            <p:cNvSpPr/>
            <p:nvPr/>
          </p:nvSpPr>
          <p:spPr>
            <a:xfrm>
              <a:off x="9727225"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椭圆 47">
              <a:extLst>
                <a:ext uri="{FF2B5EF4-FFF2-40B4-BE49-F238E27FC236}">
                  <a16:creationId xmlns:a16="http://schemas.microsoft.com/office/drawing/2014/main" id="{9C7269D8-7AB8-2331-4105-BF702AAA6751}"/>
                </a:ext>
              </a:extLst>
            </p:cNvPr>
            <p:cNvSpPr/>
            <p:nvPr/>
          </p:nvSpPr>
          <p:spPr>
            <a:xfrm>
              <a:off x="10276916"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椭圆 48">
              <a:extLst>
                <a:ext uri="{FF2B5EF4-FFF2-40B4-BE49-F238E27FC236}">
                  <a16:creationId xmlns:a16="http://schemas.microsoft.com/office/drawing/2014/main" id="{55393679-1671-1894-1B39-BEF9C1EE5769}"/>
                </a:ext>
              </a:extLst>
            </p:cNvPr>
            <p:cNvSpPr/>
            <p:nvPr/>
          </p:nvSpPr>
          <p:spPr>
            <a:xfrm>
              <a:off x="7161650"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椭圆 49">
              <a:extLst>
                <a:ext uri="{FF2B5EF4-FFF2-40B4-BE49-F238E27FC236}">
                  <a16:creationId xmlns:a16="http://schemas.microsoft.com/office/drawing/2014/main" id="{D1C76D60-E518-644A-9E45-8B2FDB03A18E}"/>
                </a:ext>
              </a:extLst>
            </p:cNvPr>
            <p:cNvSpPr/>
            <p:nvPr/>
          </p:nvSpPr>
          <p:spPr>
            <a:xfrm>
              <a:off x="7711341"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椭圆 50">
              <a:extLst>
                <a:ext uri="{FF2B5EF4-FFF2-40B4-BE49-F238E27FC236}">
                  <a16:creationId xmlns:a16="http://schemas.microsoft.com/office/drawing/2014/main" id="{C0E30F52-F62F-6690-C974-CF352B79D005}"/>
                </a:ext>
              </a:extLst>
            </p:cNvPr>
            <p:cNvSpPr/>
            <p:nvPr/>
          </p:nvSpPr>
          <p:spPr>
            <a:xfrm>
              <a:off x="8261032"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椭圆 51">
              <a:extLst>
                <a:ext uri="{FF2B5EF4-FFF2-40B4-BE49-F238E27FC236}">
                  <a16:creationId xmlns:a16="http://schemas.microsoft.com/office/drawing/2014/main" id="{DD681A42-446A-7EBB-CD52-CEC0F3E35AA8}"/>
                </a:ext>
              </a:extLst>
            </p:cNvPr>
            <p:cNvSpPr/>
            <p:nvPr/>
          </p:nvSpPr>
          <p:spPr>
            <a:xfrm>
              <a:off x="8810723"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椭圆 52">
              <a:extLst>
                <a:ext uri="{FF2B5EF4-FFF2-40B4-BE49-F238E27FC236}">
                  <a16:creationId xmlns:a16="http://schemas.microsoft.com/office/drawing/2014/main" id="{6C64AA63-9F74-53F9-EE2C-69B2901FFCEA}"/>
                </a:ext>
              </a:extLst>
            </p:cNvPr>
            <p:cNvSpPr/>
            <p:nvPr/>
          </p:nvSpPr>
          <p:spPr>
            <a:xfrm>
              <a:off x="9360414"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椭圆 53">
              <a:extLst>
                <a:ext uri="{FF2B5EF4-FFF2-40B4-BE49-F238E27FC236}">
                  <a16:creationId xmlns:a16="http://schemas.microsoft.com/office/drawing/2014/main" id="{8521D06B-421D-ADBC-FC95-189C929C3DFE}"/>
                </a:ext>
              </a:extLst>
            </p:cNvPr>
            <p:cNvSpPr/>
            <p:nvPr/>
          </p:nvSpPr>
          <p:spPr>
            <a:xfrm>
              <a:off x="9910105"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椭圆 54">
              <a:extLst>
                <a:ext uri="{FF2B5EF4-FFF2-40B4-BE49-F238E27FC236}">
                  <a16:creationId xmlns:a16="http://schemas.microsoft.com/office/drawing/2014/main" id="{29C61F19-B30D-7875-C5B6-6230A7C6B897}"/>
                </a:ext>
              </a:extLst>
            </p:cNvPr>
            <p:cNvSpPr/>
            <p:nvPr/>
          </p:nvSpPr>
          <p:spPr>
            <a:xfrm>
              <a:off x="683057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椭圆 55">
              <a:extLst>
                <a:ext uri="{FF2B5EF4-FFF2-40B4-BE49-F238E27FC236}">
                  <a16:creationId xmlns:a16="http://schemas.microsoft.com/office/drawing/2014/main" id="{BEA564A1-D1C0-FEDC-F1ED-891AA8DDF859}"/>
                </a:ext>
              </a:extLst>
            </p:cNvPr>
            <p:cNvSpPr/>
            <p:nvPr/>
          </p:nvSpPr>
          <p:spPr>
            <a:xfrm>
              <a:off x="738026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椭圆 56">
              <a:extLst>
                <a:ext uri="{FF2B5EF4-FFF2-40B4-BE49-F238E27FC236}">
                  <a16:creationId xmlns:a16="http://schemas.microsoft.com/office/drawing/2014/main" id="{3D8229E0-9E1A-A6D0-D325-49B945FC2226}"/>
                </a:ext>
              </a:extLst>
            </p:cNvPr>
            <p:cNvSpPr/>
            <p:nvPr/>
          </p:nvSpPr>
          <p:spPr>
            <a:xfrm>
              <a:off x="7929958"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椭圆 57">
              <a:extLst>
                <a:ext uri="{FF2B5EF4-FFF2-40B4-BE49-F238E27FC236}">
                  <a16:creationId xmlns:a16="http://schemas.microsoft.com/office/drawing/2014/main" id="{B60E48AD-D623-237D-0961-3CEBBFE5AEDA}"/>
                </a:ext>
              </a:extLst>
            </p:cNvPr>
            <p:cNvSpPr/>
            <p:nvPr/>
          </p:nvSpPr>
          <p:spPr>
            <a:xfrm>
              <a:off x="8479649"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椭圆 58">
              <a:extLst>
                <a:ext uri="{FF2B5EF4-FFF2-40B4-BE49-F238E27FC236}">
                  <a16:creationId xmlns:a16="http://schemas.microsoft.com/office/drawing/2014/main" id="{44241EA6-3DCF-AB79-1084-70D9DFAD8F3C}"/>
                </a:ext>
              </a:extLst>
            </p:cNvPr>
            <p:cNvSpPr/>
            <p:nvPr/>
          </p:nvSpPr>
          <p:spPr>
            <a:xfrm>
              <a:off x="9029340"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椭圆 59">
              <a:extLst>
                <a:ext uri="{FF2B5EF4-FFF2-40B4-BE49-F238E27FC236}">
                  <a16:creationId xmlns:a16="http://schemas.microsoft.com/office/drawing/2014/main" id="{131F2879-4154-C56A-F767-5E7E3874ECDC}"/>
                </a:ext>
              </a:extLst>
            </p:cNvPr>
            <p:cNvSpPr/>
            <p:nvPr/>
          </p:nvSpPr>
          <p:spPr>
            <a:xfrm>
              <a:off x="9579031"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椭圆 60">
              <a:extLst>
                <a:ext uri="{FF2B5EF4-FFF2-40B4-BE49-F238E27FC236}">
                  <a16:creationId xmlns:a16="http://schemas.microsoft.com/office/drawing/2014/main" id="{71ECE182-77D6-801F-ADF7-49E7FC04E74D}"/>
                </a:ext>
              </a:extLst>
            </p:cNvPr>
            <p:cNvSpPr/>
            <p:nvPr/>
          </p:nvSpPr>
          <p:spPr>
            <a:xfrm>
              <a:off x="6514213"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椭圆 61">
              <a:extLst>
                <a:ext uri="{FF2B5EF4-FFF2-40B4-BE49-F238E27FC236}">
                  <a16:creationId xmlns:a16="http://schemas.microsoft.com/office/drawing/2014/main" id="{1B8001FE-93A6-5695-787F-B7472EBEFD18}"/>
                </a:ext>
              </a:extLst>
            </p:cNvPr>
            <p:cNvSpPr/>
            <p:nvPr/>
          </p:nvSpPr>
          <p:spPr>
            <a:xfrm>
              <a:off x="7063904"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椭圆 62">
              <a:extLst>
                <a:ext uri="{FF2B5EF4-FFF2-40B4-BE49-F238E27FC236}">
                  <a16:creationId xmlns:a16="http://schemas.microsoft.com/office/drawing/2014/main" id="{26F22352-23FA-47F1-3E13-7C820A589EC6}"/>
                </a:ext>
              </a:extLst>
            </p:cNvPr>
            <p:cNvSpPr/>
            <p:nvPr/>
          </p:nvSpPr>
          <p:spPr>
            <a:xfrm>
              <a:off x="7613595"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椭圆 63">
              <a:extLst>
                <a:ext uri="{FF2B5EF4-FFF2-40B4-BE49-F238E27FC236}">
                  <a16:creationId xmlns:a16="http://schemas.microsoft.com/office/drawing/2014/main" id="{8D3884C7-83BA-E931-1194-3F8715D03ACF}"/>
                </a:ext>
              </a:extLst>
            </p:cNvPr>
            <p:cNvSpPr/>
            <p:nvPr/>
          </p:nvSpPr>
          <p:spPr>
            <a:xfrm>
              <a:off x="8163286"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椭圆 64">
              <a:extLst>
                <a:ext uri="{FF2B5EF4-FFF2-40B4-BE49-F238E27FC236}">
                  <a16:creationId xmlns:a16="http://schemas.microsoft.com/office/drawing/2014/main" id="{B833A2AD-B19F-25E2-B3C2-C935F4A570D7}"/>
                </a:ext>
              </a:extLst>
            </p:cNvPr>
            <p:cNvSpPr/>
            <p:nvPr/>
          </p:nvSpPr>
          <p:spPr>
            <a:xfrm>
              <a:off x="8712977"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椭圆 65">
              <a:extLst>
                <a:ext uri="{FF2B5EF4-FFF2-40B4-BE49-F238E27FC236}">
                  <a16:creationId xmlns:a16="http://schemas.microsoft.com/office/drawing/2014/main" id="{292C2B17-B83B-3F0D-9B1D-FB10C18D70BD}"/>
                </a:ext>
              </a:extLst>
            </p:cNvPr>
            <p:cNvSpPr/>
            <p:nvPr/>
          </p:nvSpPr>
          <p:spPr>
            <a:xfrm>
              <a:off x="9262668"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直接箭头连接符 67">
              <a:extLst>
                <a:ext uri="{FF2B5EF4-FFF2-40B4-BE49-F238E27FC236}">
                  <a16:creationId xmlns:a16="http://schemas.microsoft.com/office/drawing/2014/main" id="{5BA6F105-E117-9ACE-B96D-23E4B233FABE}"/>
                </a:ext>
              </a:extLst>
            </p:cNvPr>
            <p:cNvCxnSpPr>
              <a:cxnSpLocks/>
            </p:cNvCxnSpPr>
            <p:nvPr/>
          </p:nvCxnSpPr>
          <p:spPr>
            <a:xfrm rot="16200000" flipV="1">
              <a:off x="7745049" y="3463232"/>
              <a:ext cx="0" cy="298348"/>
            </a:xfrm>
            <a:prstGeom prst="straightConnector1">
              <a:avLst/>
            </a:prstGeom>
            <a:grpFill/>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0D31992E-1356-9B8B-4C83-D8448A6D8F6A}"/>
                </a:ext>
              </a:extLst>
            </p:cNvPr>
            <p:cNvSpPr txBox="1"/>
            <p:nvPr/>
          </p:nvSpPr>
          <p:spPr>
            <a:xfrm rot="16200000">
              <a:off x="7481256" y="3598651"/>
              <a:ext cx="447558" cy="461665"/>
            </a:xfrm>
            <a:prstGeom prst="rect">
              <a:avLst/>
            </a:prstGeom>
            <a:noFill/>
          </p:spPr>
          <p:txBody>
            <a:bodyPr wrap="none" rtlCol="0">
              <a:spAutoFit/>
            </a:bodyPr>
            <a:lstStyle/>
            <a:p>
              <a:r>
                <a:rPr lang="en-US" altLang="zh-CN" sz="2400" i="1" dirty="0">
                  <a:solidFill>
                    <a:srgbClr val="0070C0"/>
                  </a:solidFill>
                </a:rPr>
                <a:t>b</a:t>
              </a:r>
              <a:r>
                <a:rPr lang="en-US" altLang="zh-CN" sz="2400" baseline="-25000" dirty="0">
                  <a:solidFill>
                    <a:srgbClr val="0070C0"/>
                  </a:solidFill>
                </a:rPr>
                <a:t>2</a:t>
              </a:r>
              <a:endParaRPr lang="en-US" sz="2400" baseline="-25000" dirty="0">
                <a:solidFill>
                  <a:srgbClr val="0070C0"/>
                </a:solidFill>
              </a:endParaRPr>
            </a:p>
          </p:txBody>
        </p:sp>
      </p:gr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76C241EB-797C-D2EA-0926-7EA79222B9E7}"/>
                  </a:ext>
                </a:extLst>
              </p:cNvPr>
              <p:cNvSpPr txBox="1"/>
              <p:nvPr/>
            </p:nvSpPr>
            <p:spPr>
              <a:xfrm>
                <a:off x="1301896" y="2122186"/>
                <a:ext cx="848710" cy="644664"/>
              </a:xfrm>
              <a:prstGeom prst="rect">
                <a:avLst/>
              </a:prstGeom>
              <a:noFill/>
            </p:spPr>
            <p:txBody>
              <a:bodyPr wrap="square">
                <a:spAutoFit/>
              </a:bodyPr>
              <a:lstStyle/>
              <a:p>
                <a:pPr/>
                <a14:m>
                  <m:oMathPara xmlns:m="http://schemas.openxmlformats.org/officeDocument/2006/math">
                    <m:oMath>
                      <m:sSub>
                        <m:sSubPr>
                          <m:ctrlPr>
                            <a:rPr lang="zh-CN" altLang="en-US" sz="3200" b="0" i="1" smtClean="0">
                              <a:solidFill>
                                <a:srgbClr val="FF0000"/>
                              </a:solidFill>
                              <a:latin typeface="Cambria Math" panose="02040503050406030204" pitchFamily="18" charset="0"/>
                            </a:rPr>
                          </m:ctrlPr>
                        </m:sSubPr>
                        <m:e>
                          <m:acc>
                            <m:accPr>
                              <m:chr m:val="⃑"/>
                              <m:ctrlPr>
                                <a:rPr lang="zh-CN" altLang="en-US" sz="3200" b="0" i="1" smtClean="0">
                                  <a:solidFill>
                                    <a:srgbClr val="FF0000"/>
                                  </a:solidFill>
                                  <a:latin typeface="Cambria Math" panose="02040503050406030204" pitchFamily="18" charset="0"/>
                                </a:rPr>
                              </m:ctrlPr>
                            </m:accPr>
                            <m:e>
                              <m:r>
                                <a:rPr lang="zh-CN" altLang="en-US" sz="3200" b="0" i="1" smtClean="0">
                                  <a:solidFill>
                                    <a:srgbClr val="FF0000"/>
                                  </a:solidFill>
                                  <a:latin typeface="Cambria Math" panose="02040503050406030204" pitchFamily="18" charset="0"/>
                                </a:rPr>
                                <m:t>𝑅</m:t>
                              </m:r>
                            </m:e>
                          </m:acc>
                        </m:e>
                        <m:sub>
                          <m:r>
                            <a:rPr lang="zh-CN" altLang="en-US" sz="3200" b="0" i="1" smtClean="0">
                              <a:solidFill>
                                <a:srgbClr val="FF0000"/>
                              </a:solidFill>
                              <a:latin typeface="Cambria Math" panose="02040503050406030204" pitchFamily="18" charset="0"/>
                            </a:rPr>
                            <m:t>𝑛</m:t>
                          </m:r>
                        </m:sub>
                      </m:sSub>
                    </m:oMath>
                  </m:oMathPara>
                </a14:m>
                <a:endParaRPr lang="en-US" sz="3200" dirty="0"/>
              </a:p>
            </p:txBody>
          </p:sp>
        </mc:Choice>
        <mc:Fallback xmlns="">
          <p:sp>
            <p:nvSpPr>
              <p:cNvPr id="79" name="文本框 78">
                <a:extLst>
                  <a:ext uri="{FF2B5EF4-FFF2-40B4-BE49-F238E27FC236}">
                    <a16:creationId xmlns:a16="http://schemas.microsoft.com/office/drawing/2014/main" id="{76C241EB-797C-D2EA-0926-7EA79222B9E7}"/>
                  </a:ext>
                </a:extLst>
              </p:cNvPr>
              <p:cNvSpPr txBox="1">
                <a:spLocks noRot="1" noChangeAspect="1" noMove="1" noResize="1" noEditPoints="1" noAdjustHandles="1" noChangeArrowheads="1" noChangeShapeType="1" noTextEdit="1"/>
              </p:cNvSpPr>
              <p:nvPr/>
            </p:nvSpPr>
            <p:spPr>
              <a:xfrm>
                <a:off x="1301896" y="2122186"/>
                <a:ext cx="848710" cy="6446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1764BF3F-69EB-5B26-523A-BC404817B2E3}"/>
                  </a:ext>
                </a:extLst>
              </p:cNvPr>
              <p:cNvSpPr txBox="1"/>
              <p:nvPr/>
            </p:nvSpPr>
            <p:spPr>
              <a:xfrm>
                <a:off x="6378274" y="1935049"/>
                <a:ext cx="848710" cy="647870"/>
              </a:xfrm>
              <a:prstGeom prst="rect">
                <a:avLst/>
              </a:prstGeom>
              <a:noFill/>
            </p:spPr>
            <p:txBody>
              <a:bodyPr wrap="square">
                <a:spAutoFit/>
              </a:bodyPr>
              <a:lstStyle/>
              <a:p>
                <a:pPr/>
                <a14:m>
                  <m:oMathPara xmlns:m="http://schemas.openxmlformats.org/officeDocument/2006/math">
                    <m:oMath>
                      <m:sSub>
                        <m:sSubPr>
                          <m:ctrlPr>
                            <a:rPr lang="en-US" altLang="zh-CN" sz="3200" b="0" i="1" smtClean="0">
                              <a:solidFill>
                                <a:srgbClr val="0070C0"/>
                              </a:solidFill>
                              <a:latin typeface="Cambria Math" panose="02040503050406030204" pitchFamily="18" charset="0"/>
                            </a:rPr>
                          </m:ctrlPr>
                        </m:sSubPr>
                        <m:e>
                          <m:acc>
                            <m:accPr>
                              <m:chr m:val="⃑"/>
                              <m:ctrlPr>
                                <a:rPr lang="en-US" altLang="zh-CN" sz="3200" b="0" i="1" smtClean="0">
                                  <a:solidFill>
                                    <a:srgbClr val="0070C0"/>
                                  </a:solidFill>
                                  <a:latin typeface="Cambria Math" panose="02040503050406030204" pitchFamily="18" charset="0"/>
                                </a:rPr>
                              </m:ctrlPr>
                            </m:accPr>
                            <m:e>
                              <m:r>
                                <a:rPr lang="en-US" altLang="zh-CN" sz="3200" b="0" i="1" smtClean="0">
                                  <a:solidFill>
                                    <a:srgbClr val="0070C0"/>
                                  </a:solidFill>
                                  <a:latin typeface="Cambria Math" panose="02040503050406030204" pitchFamily="18" charset="0"/>
                                </a:rPr>
                                <m:t>𝐺</m:t>
                              </m:r>
                            </m:e>
                          </m:acc>
                        </m:e>
                        <m:sub>
                          <m:r>
                            <a:rPr lang="en-US" altLang="zh-CN" sz="3200" b="0" i="1" smtClean="0">
                              <a:solidFill>
                                <a:srgbClr val="0070C0"/>
                              </a:solidFill>
                              <a:latin typeface="Cambria Math" panose="02040503050406030204" pitchFamily="18" charset="0"/>
                            </a:rPr>
                            <m:t>ℎ</m:t>
                          </m:r>
                        </m:sub>
                      </m:sSub>
                    </m:oMath>
                  </m:oMathPara>
                </a14:m>
                <a:endParaRPr lang="en-US" sz="3200" dirty="0">
                  <a:solidFill>
                    <a:srgbClr val="0070C0"/>
                  </a:solidFill>
                </a:endParaRPr>
              </a:p>
            </p:txBody>
          </p:sp>
        </mc:Choice>
        <mc:Fallback xmlns="">
          <p:sp>
            <p:nvSpPr>
              <p:cNvPr id="80" name="文本框 79">
                <a:extLst>
                  <a:ext uri="{FF2B5EF4-FFF2-40B4-BE49-F238E27FC236}">
                    <a16:creationId xmlns:a16="http://schemas.microsoft.com/office/drawing/2014/main" id="{1764BF3F-69EB-5B26-523A-BC404817B2E3}"/>
                  </a:ext>
                </a:extLst>
              </p:cNvPr>
              <p:cNvSpPr txBox="1">
                <a:spLocks noRot="1" noChangeAspect="1" noMove="1" noResize="1" noEditPoints="1" noAdjustHandles="1" noChangeArrowheads="1" noChangeShapeType="1" noTextEdit="1"/>
              </p:cNvSpPr>
              <p:nvPr/>
            </p:nvSpPr>
            <p:spPr>
              <a:xfrm>
                <a:off x="6378274" y="1935049"/>
                <a:ext cx="848710" cy="647870"/>
              </a:xfrm>
              <a:prstGeom prst="rect">
                <a:avLst/>
              </a:prstGeom>
              <a:blipFill>
                <a:blip r:embed="rId3"/>
                <a:stretch>
                  <a:fillRect/>
                </a:stretch>
              </a:blipFill>
            </p:spPr>
            <p:txBody>
              <a:bodyPr/>
              <a:lstStyle/>
              <a:p>
                <a:r>
                  <a:rPr lang="en-US">
                    <a:noFill/>
                  </a:rPr>
                  <a:t> </a:t>
                </a:r>
              </a:p>
            </p:txBody>
          </p:sp>
        </mc:Fallback>
      </mc:AlternateContent>
      <p:sp>
        <p:nvSpPr>
          <p:cNvPr id="81" name="文本框 80">
            <a:extLst>
              <a:ext uri="{FF2B5EF4-FFF2-40B4-BE49-F238E27FC236}">
                <a16:creationId xmlns:a16="http://schemas.microsoft.com/office/drawing/2014/main" id="{D964AC7F-6DB9-FD84-D682-81D420EFCFAD}"/>
              </a:ext>
            </a:extLst>
          </p:cNvPr>
          <p:cNvSpPr txBox="1"/>
          <p:nvPr/>
        </p:nvSpPr>
        <p:spPr>
          <a:xfrm>
            <a:off x="2440937" y="573376"/>
            <a:ext cx="2156231" cy="646331"/>
          </a:xfrm>
          <a:prstGeom prst="rect">
            <a:avLst/>
          </a:prstGeom>
          <a:noFill/>
        </p:spPr>
        <p:txBody>
          <a:bodyPr wrap="none" rtlCol="0">
            <a:spAutoFit/>
          </a:bodyPr>
          <a:lstStyle/>
          <a:p>
            <a:r>
              <a:rPr lang="en-US" sz="3600" dirty="0">
                <a:solidFill>
                  <a:srgbClr val="FF0000"/>
                </a:solidFill>
              </a:rPr>
              <a:t>Real space</a:t>
            </a:r>
          </a:p>
        </p:txBody>
      </p:sp>
      <p:sp>
        <p:nvSpPr>
          <p:cNvPr id="82" name="文本框 81">
            <a:extLst>
              <a:ext uri="{FF2B5EF4-FFF2-40B4-BE49-F238E27FC236}">
                <a16:creationId xmlns:a16="http://schemas.microsoft.com/office/drawing/2014/main" id="{8ED2E08C-1ACD-54C0-4659-FE0BC49957CE}"/>
              </a:ext>
            </a:extLst>
          </p:cNvPr>
          <p:cNvSpPr txBox="1"/>
          <p:nvPr/>
        </p:nvSpPr>
        <p:spPr>
          <a:xfrm>
            <a:off x="6905098" y="573609"/>
            <a:ext cx="3287888" cy="646331"/>
          </a:xfrm>
          <a:prstGeom prst="rect">
            <a:avLst/>
          </a:prstGeom>
          <a:noFill/>
        </p:spPr>
        <p:txBody>
          <a:bodyPr wrap="none" rtlCol="0">
            <a:spAutoFit/>
          </a:bodyPr>
          <a:lstStyle/>
          <a:p>
            <a:r>
              <a:rPr lang="en-US" sz="3600" dirty="0">
                <a:solidFill>
                  <a:srgbClr val="0070C0"/>
                </a:solidFill>
              </a:rPr>
              <a:t>Reciprocal space</a:t>
            </a:r>
          </a:p>
        </p:txBody>
      </p:sp>
      <p:cxnSp>
        <p:nvCxnSpPr>
          <p:cNvPr id="84" name="直接连接符 83">
            <a:extLst>
              <a:ext uri="{FF2B5EF4-FFF2-40B4-BE49-F238E27FC236}">
                <a16:creationId xmlns:a16="http://schemas.microsoft.com/office/drawing/2014/main" id="{3B13C020-47AC-35AE-4B47-EC217276BDE9}"/>
              </a:ext>
            </a:extLst>
          </p:cNvPr>
          <p:cNvCxnSpPr/>
          <p:nvPr/>
        </p:nvCxnSpPr>
        <p:spPr>
          <a:xfrm>
            <a:off x="9673338" y="1742619"/>
            <a:ext cx="0" cy="44716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任意多边形: 形状 89">
            <a:extLst>
              <a:ext uri="{FF2B5EF4-FFF2-40B4-BE49-F238E27FC236}">
                <a16:creationId xmlns:a16="http://schemas.microsoft.com/office/drawing/2014/main" id="{F7617F0C-E176-65A4-A653-F5E3FE2B4A10}"/>
              </a:ext>
            </a:extLst>
          </p:cNvPr>
          <p:cNvSpPr/>
          <p:nvPr/>
        </p:nvSpPr>
        <p:spPr>
          <a:xfrm>
            <a:off x="8078918" y="1649329"/>
            <a:ext cx="883381" cy="4635062"/>
          </a:xfrm>
          <a:custGeom>
            <a:avLst/>
            <a:gdLst>
              <a:gd name="connsiteX0" fmla="*/ 0 w 883381"/>
              <a:gd name="connsiteY0" fmla="*/ 0 h 4635062"/>
              <a:gd name="connsiteX1" fmla="*/ 882869 w 883381"/>
              <a:gd name="connsiteY1" fmla="*/ 2251316 h 4635062"/>
              <a:gd name="connsiteX2" fmla="*/ 138737 w 883381"/>
              <a:gd name="connsiteY2" fmla="*/ 4635062 h 4635062"/>
              <a:gd name="connsiteX3" fmla="*/ 138737 w 883381"/>
              <a:gd name="connsiteY3" fmla="*/ 4635062 h 4635062"/>
            </a:gdLst>
            <a:ahLst/>
            <a:cxnLst>
              <a:cxn ang="0">
                <a:pos x="connsiteX0" y="connsiteY0"/>
              </a:cxn>
              <a:cxn ang="0">
                <a:pos x="connsiteX1" y="connsiteY1"/>
              </a:cxn>
              <a:cxn ang="0">
                <a:pos x="connsiteX2" y="connsiteY2"/>
              </a:cxn>
              <a:cxn ang="0">
                <a:pos x="connsiteX3" y="connsiteY3"/>
              </a:cxn>
            </a:cxnLst>
            <a:rect l="l" t="t" r="r" b="b"/>
            <a:pathLst>
              <a:path w="883381" h="4635062">
                <a:moveTo>
                  <a:pt x="0" y="0"/>
                </a:moveTo>
                <a:cubicBezTo>
                  <a:pt x="429873" y="739403"/>
                  <a:pt x="859746" y="1478806"/>
                  <a:pt x="882869" y="2251316"/>
                </a:cubicBezTo>
                <a:cubicBezTo>
                  <a:pt x="905992" y="3023826"/>
                  <a:pt x="138737" y="4635062"/>
                  <a:pt x="138737" y="4635062"/>
                </a:cubicBezTo>
                <a:lnTo>
                  <a:pt x="138737" y="4635062"/>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91" name="直接连接符 90">
            <a:extLst>
              <a:ext uri="{FF2B5EF4-FFF2-40B4-BE49-F238E27FC236}">
                <a16:creationId xmlns:a16="http://schemas.microsoft.com/office/drawing/2014/main" id="{447E8E92-78C7-4348-E0AB-238D56B7EBE3}"/>
              </a:ext>
            </a:extLst>
          </p:cNvPr>
          <p:cNvCxnSpPr>
            <a:cxnSpLocks/>
          </p:cNvCxnSpPr>
          <p:nvPr/>
        </p:nvCxnSpPr>
        <p:spPr>
          <a:xfrm flipH="1">
            <a:off x="7913183" y="2030648"/>
            <a:ext cx="2247817" cy="38414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文本框 93">
            <a:extLst>
              <a:ext uri="{FF2B5EF4-FFF2-40B4-BE49-F238E27FC236}">
                <a16:creationId xmlns:a16="http://schemas.microsoft.com/office/drawing/2014/main" id="{FEAF626A-8077-0A05-606C-F17FCDA8BF46}"/>
              </a:ext>
            </a:extLst>
          </p:cNvPr>
          <p:cNvSpPr txBox="1"/>
          <p:nvPr/>
        </p:nvSpPr>
        <p:spPr>
          <a:xfrm>
            <a:off x="10201324" y="2111729"/>
            <a:ext cx="800219" cy="523220"/>
          </a:xfrm>
          <a:prstGeom prst="rect">
            <a:avLst/>
          </a:prstGeom>
          <a:noFill/>
        </p:spPr>
        <p:txBody>
          <a:bodyPr wrap="none" rtlCol="0">
            <a:spAutoFit/>
          </a:bodyPr>
          <a:lstStyle/>
          <a:p>
            <a:r>
              <a:rPr lang="en-US" altLang="zh-CN" sz="2800" dirty="0"/>
              <a:t>Film</a:t>
            </a:r>
            <a:endParaRPr lang="en-US" sz="2800" dirty="0"/>
          </a:p>
        </p:txBody>
      </p:sp>
      <p:sp>
        <p:nvSpPr>
          <p:cNvPr id="95" name="文本框 94">
            <a:extLst>
              <a:ext uri="{FF2B5EF4-FFF2-40B4-BE49-F238E27FC236}">
                <a16:creationId xmlns:a16="http://schemas.microsoft.com/office/drawing/2014/main" id="{89928D8A-72A7-0422-F6C2-4D01B9EE1AE4}"/>
              </a:ext>
            </a:extLst>
          </p:cNvPr>
          <p:cNvSpPr txBox="1"/>
          <p:nvPr/>
        </p:nvSpPr>
        <p:spPr>
          <a:xfrm>
            <a:off x="9988074" y="3478766"/>
            <a:ext cx="577402" cy="1107996"/>
          </a:xfrm>
          <a:prstGeom prst="rect">
            <a:avLst/>
          </a:prstGeom>
          <a:noFill/>
        </p:spPr>
        <p:txBody>
          <a:bodyPr wrap="none" rtlCol="0">
            <a:spAutoFit/>
          </a:bodyPr>
          <a:lstStyle/>
          <a:p>
            <a:r>
              <a:rPr lang="en-US" sz="6600" dirty="0"/>
              <a:t>?</a:t>
            </a:r>
          </a:p>
        </p:txBody>
      </p:sp>
      <p:sp>
        <p:nvSpPr>
          <p:cNvPr id="96" name="文本框 95">
            <a:extLst>
              <a:ext uri="{FF2B5EF4-FFF2-40B4-BE49-F238E27FC236}">
                <a16:creationId xmlns:a16="http://schemas.microsoft.com/office/drawing/2014/main" id="{6379A3D7-CF96-5F97-402C-7400015ABA05}"/>
              </a:ext>
            </a:extLst>
          </p:cNvPr>
          <p:cNvSpPr txBox="1"/>
          <p:nvPr/>
        </p:nvSpPr>
        <p:spPr>
          <a:xfrm>
            <a:off x="975831" y="5830325"/>
            <a:ext cx="8941871" cy="954107"/>
          </a:xfrm>
          <a:prstGeom prst="rect">
            <a:avLst/>
          </a:prstGeom>
          <a:noFill/>
        </p:spPr>
        <p:txBody>
          <a:bodyPr wrap="none" rtlCol="0">
            <a:spAutoFit/>
          </a:bodyPr>
          <a:lstStyle/>
          <a:p>
            <a:r>
              <a:rPr lang="zh-CN" altLang="en-US" sz="2800" dirty="0"/>
              <a:t>倒格子是三维的，成像屏幕是二维的</a:t>
            </a:r>
            <a:endParaRPr lang="en-US" altLang="zh-CN" sz="2800" dirty="0"/>
          </a:p>
          <a:p>
            <a:r>
              <a:rPr lang="zh-CN" altLang="en-US" sz="2800" dirty="0"/>
              <a:t>如何放置屏幕</a:t>
            </a:r>
            <a:r>
              <a:rPr lang="en-US" altLang="zh-CN" sz="2800" dirty="0"/>
              <a:t>/</a:t>
            </a:r>
            <a:r>
              <a:rPr lang="zh-CN" altLang="en-US" sz="2800" dirty="0"/>
              <a:t>探测器？哪些格点能被探测？哪些不能？</a:t>
            </a:r>
            <a:endParaRPr lang="en-US" sz="2800" dirty="0"/>
          </a:p>
        </p:txBody>
      </p:sp>
      <p:graphicFrame>
        <p:nvGraphicFramePr>
          <p:cNvPr id="2" name="表格 1">
            <a:extLst>
              <a:ext uri="{FF2B5EF4-FFF2-40B4-BE49-F238E27FC236}">
                <a16:creationId xmlns:a16="http://schemas.microsoft.com/office/drawing/2014/main" id="{72970FD9-F947-FB55-E065-72669925C07B}"/>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15923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00"/>
                                        <p:tgtEl>
                                          <p:spTgt spid="9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5"/>
                                        </p:tgtEl>
                                        <p:attrNameLst>
                                          <p:attrName>style.visibility</p:attrName>
                                        </p:attrNameLst>
                                      </p:cBhvr>
                                      <p:to>
                                        <p:strVal val="visible"/>
                                      </p:to>
                                    </p:set>
                                    <p:animEffect transition="in" filter="fade">
                                      <p:cBhvr>
                                        <p:cTn id="27" dur="500"/>
                                        <p:tgtEl>
                                          <p:spTgt spid="9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6"/>
                                        </p:tgtEl>
                                        <p:attrNameLst>
                                          <p:attrName>style.visibility</p:attrName>
                                        </p:attrNameLst>
                                      </p:cBhvr>
                                      <p:to>
                                        <p:strVal val="visible"/>
                                      </p:to>
                                    </p:set>
                                    <p:animEffect transition="in" filter="fade">
                                      <p:cBhvr>
                                        <p:cTn id="3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4" grpId="0"/>
      <p:bldP spid="95" grpId="0"/>
      <p:bldP spid="9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F2473-F7CF-9535-AD3F-2510578B574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0A18A7D3-9628-C899-314C-238A617BE48F}"/>
              </a:ext>
            </a:extLst>
          </p:cNvPr>
          <p:cNvSpPr/>
          <p:nvPr/>
        </p:nvSpPr>
        <p:spPr>
          <a:xfrm>
            <a:off x="939627" y="3265040"/>
            <a:ext cx="643232" cy="3279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六边形 8">
            <a:extLst>
              <a:ext uri="{FF2B5EF4-FFF2-40B4-BE49-F238E27FC236}">
                <a16:creationId xmlns:a16="http://schemas.microsoft.com/office/drawing/2014/main" id="{7737AB76-C729-C90E-0865-0B09940F4D18}"/>
              </a:ext>
            </a:extLst>
          </p:cNvPr>
          <p:cNvSpPr/>
          <p:nvPr/>
        </p:nvSpPr>
        <p:spPr>
          <a:xfrm>
            <a:off x="3297139" y="3265040"/>
            <a:ext cx="380387" cy="327920"/>
          </a:xfrm>
          <a:prstGeom prst="hexagon">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C6DFC79-D1ED-887E-B10B-2D6602A8C918}"/>
                  </a:ext>
                </a:extLst>
              </p:cNvPr>
              <p:cNvSpPr txBox="1"/>
              <p:nvPr/>
            </p:nvSpPr>
            <p:spPr>
              <a:xfrm>
                <a:off x="2373500" y="2853521"/>
                <a:ext cx="528144" cy="57547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e>
                      </m:acc>
                    </m:oMath>
                  </m:oMathPara>
                </a14:m>
                <a:endParaRPr lang="en-US" sz="2800" dirty="0"/>
              </a:p>
            </p:txBody>
          </p:sp>
        </mc:Choice>
        <mc:Fallback xmlns="">
          <p:sp>
            <p:nvSpPr>
              <p:cNvPr id="19" name="文本框 18">
                <a:extLst>
                  <a:ext uri="{FF2B5EF4-FFF2-40B4-BE49-F238E27FC236}">
                    <a16:creationId xmlns:a16="http://schemas.microsoft.com/office/drawing/2014/main" id="{73165AF5-988A-222B-EE69-748FA648BC6D}"/>
                  </a:ext>
                </a:extLst>
              </p:cNvPr>
              <p:cNvSpPr txBox="1">
                <a:spLocks noRot="1" noChangeAspect="1" noMove="1" noResize="1" noEditPoints="1" noAdjustHandles="1" noChangeArrowheads="1" noChangeShapeType="1" noTextEdit="1"/>
              </p:cNvSpPr>
              <p:nvPr/>
            </p:nvSpPr>
            <p:spPr>
              <a:xfrm>
                <a:off x="2373500" y="2853521"/>
                <a:ext cx="528144" cy="57547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1421A09-8DAE-0CBF-EAAC-B18580DB83F0}"/>
                  </a:ext>
                </a:extLst>
              </p:cNvPr>
              <p:cNvSpPr txBox="1"/>
              <p:nvPr/>
            </p:nvSpPr>
            <p:spPr>
              <a:xfrm>
                <a:off x="3597392" y="2113400"/>
                <a:ext cx="528144" cy="61112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r>
                            <a:rPr lang="en-US" altLang="zh-CN" sz="2800" b="0" i="1" smtClean="0">
                              <a:latin typeface="Cambria Math" panose="02040503050406030204" pitchFamily="18" charset="0"/>
                            </a:rPr>
                            <m:t>′</m:t>
                          </m:r>
                        </m:e>
                      </m:acc>
                    </m:oMath>
                  </m:oMathPara>
                </a14:m>
                <a:endParaRPr lang="en-US" sz="2800" dirty="0"/>
              </a:p>
            </p:txBody>
          </p:sp>
        </mc:Choice>
        <mc:Fallback xmlns="">
          <p:sp>
            <p:nvSpPr>
              <p:cNvPr id="20" name="文本框 19">
                <a:extLst>
                  <a:ext uri="{FF2B5EF4-FFF2-40B4-BE49-F238E27FC236}">
                    <a16:creationId xmlns:a16="http://schemas.microsoft.com/office/drawing/2014/main" id="{61421A09-8DAE-0CBF-EAAC-B18580DB83F0}"/>
                  </a:ext>
                </a:extLst>
              </p:cNvPr>
              <p:cNvSpPr txBox="1">
                <a:spLocks noRot="1" noChangeAspect="1" noMove="1" noResize="1" noEditPoints="1" noAdjustHandles="1" noChangeArrowheads="1" noChangeShapeType="1" noTextEdit="1"/>
              </p:cNvSpPr>
              <p:nvPr/>
            </p:nvSpPr>
            <p:spPr>
              <a:xfrm>
                <a:off x="3597392" y="2113400"/>
                <a:ext cx="528144" cy="61112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F0CF4BBE-B5FA-50DF-1663-2F2ACD772DAA}"/>
                  </a:ext>
                </a:extLst>
              </p:cNvPr>
              <p:cNvSpPr txBox="1"/>
              <p:nvPr/>
            </p:nvSpPr>
            <p:spPr>
              <a:xfrm>
                <a:off x="4250383" y="3435304"/>
                <a:ext cx="528144" cy="57547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e>
                      </m:acc>
                    </m:oMath>
                  </m:oMathPara>
                </a14:m>
                <a:endParaRPr lang="en-US" sz="2800" dirty="0"/>
              </a:p>
            </p:txBody>
          </p:sp>
        </mc:Choice>
        <mc:Fallback xmlns="">
          <p:sp>
            <p:nvSpPr>
              <p:cNvPr id="21" name="文本框 20">
                <a:extLst>
                  <a:ext uri="{FF2B5EF4-FFF2-40B4-BE49-F238E27FC236}">
                    <a16:creationId xmlns:a16="http://schemas.microsoft.com/office/drawing/2014/main" id="{780E4C36-E6AD-2833-8411-F49A7F211357}"/>
                  </a:ext>
                </a:extLst>
              </p:cNvPr>
              <p:cNvSpPr txBox="1">
                <a:spLocks noRot="1" noChangeAspect="1" noMove="1" noResize="1" noEditPoints="1" noAdjustHandles="1" noChangeArrowheads="1" noChangeShapeType="1" noTextEdit="1"/>
              </p:cNvSpPr>
              <p:nvPr/>
            </p:nvSpPr>
            <p:spPr>
              <a:xfrm>
                <a:off x="4250383" y="3435304"/>
                <a:ext cx="528144" cy="575479"/>
              </a:xfrm>
              <a:prstGeom prst="rect">
                <a:avLst/>
              </a:prstGeom>
              <a:blipFill>
                <a:blip r:embed="rId4"/>
                <a:stretch>
                  <a:fillRect/>
                </a:stretch>
              </a:blipFill>
            </p:spPr>
            <p:txBody>
              <a:bodyPr/>
              <a:lstStyle/>
              <a:p>
                <a:r>
                  <a:rPr lang="en-US">
                    <a:noFill/>
                  </a:rPr>
                  <a:t> </a:t>
                </a:r>
              </a:p>
            </p:txBody>
          </p:sp>
        </mc:Fallback>
      </mc:AlternateContent>
      <p:sp>
        <p:nvSpPr>
          <p:cNvPr id="6" name="椭圆 5">
            <a:extLst>
              <a:ext uri="{FF2B5EF4-FFF2-40B4-BE49-F238E27FC236}">
                <a16:creationId xmlns:a16="http://schemas.microsoft.com/office/drawing/2014/main" id="{A3388535-68D2-3304-3039-46A941B497B6}"/>
              </a:ext>
            </a:extLst>
          </p:cNvPr>
          <p:cNvSpPr/>
          <p:nvPr/>
        </p:nvSpPr>
        <p:spPr>
          <a:xfrm>
            <a:off x="1582859" y="1524526"/>
            <a:ext cx="3808948" cy="3808948"/>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箭头连接符 10">
            <a:extLst>
              <a:ext uri="{FF2B5EF4-FFF2-40B4-BE49-F238E27FC236}">
                <a16:creationId xmlns:a16="http://schemas.microsoft.com/office/drawing/2014/main" id="{62623738-69A4-B0A9-319C-7DB94AAAD4AE}"/>
              </a:ext>
            </a:extLst>
          </p:cNvPr>
          <p:cNvCxnSpPr>
            <a:stCxn id="7" idx="3"/>
          </p:cNvCxnSpPr>
          <p:nvPr/>
        </p:nvCxnSpPr>
        <p:spPr>
          <a:xfrm>
            <a:off x="1582859" y="3429000"/>
            <a:ext cx="190447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F289D9C-766C-8875-79EB-5193F3F987B6}"/>
              </a:ext>
            </a:extLst>
          </p:cNvPr>
          <p:cNvCxnSpPr/>
          <p:nvPr/>
        </p:nvCxnSpPr>
        <p:spPr>
          <a:xfrm>
            <a:off x="3487334" y="3429000"/>
            <a:ext cx="1904473"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1F0F1DB1-B706-B5EA-038B-6BA99065EA51}"/>
              </a:ext>
            </a:extLst>
          </p:cNvPr>
          <p:cNvCxnSpPr>
            <a:cxnSpLocks/>
            <a:stCxn id="6" idx="6"/>
          </p:cNvCxnSpPr>
          <p:nvPr/>
        </p:nvCxnSpPr>
        <p:spPr>
          <a:xfrm flipH="1" flipV="1">
            <a:off x="4541673" y="1842053"/>
            <a:ext cx="850134" cy="1586947"/>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E8ABBB2-76A7-7B64-FFA0-2117CF139F17}"/>
              </a:ext>
            </a:extLst>
          </p:cNvPr>
          <p:cNvSpPr txBox="1"/>
          <p:nvPr/>
        </p:nvSpPr>
        <p:spPr>
          <a:xfrm>
            <a:off x="472419" y="2438022"/>
            <a:ext cx="1015343" cy="830997"/>
          </a:xfrm>
          <a:prstGeom prst="rect">
            <a:avLst/>
          </a:prstGeom>
          <a:noFill/>
        </p:spPr>
        <p:txBody>
          <a:bodyPr wrap="none" rtlCol="0">
            <a:spAutoFit/>
          </a:bodyPr>
          <a:lstStyle/>
          <a:p>
            <a:r>
              <a:rPr lang="en-US" sz="2400" dirty="0"/>
              <a:t>X-ray</a:t>
            </a:r>
          </a:p>
          <a:p>
            <a:r>
              <a:rPr lang="en-US" sz="2400" dirty="0"/>
              <a:t>source</a:t>
            </a:r>
          </a:p>
        </p:txBody>
      </p:sp>
      <p:sp>
        <p:nvSpPr>
          <p:cNvPr id="26" name="矩形 25">
            <a:extLst>
              <a:ext uri="{FF2B5EF4-FFF2-40B4-BE49-F238E27FC236}">
                <a16:creationId xmlns:a16="http://schemas.microsoft.com/office/drawing/2014/main" id="{26D4BD66-8D1E-577D-F835-7369F863D708}"/>
              </a:ext>
            </a:extLst>
          </p:cNvPr>
          <p:cNvSpPr/>
          <p:nvPr/>
        </p:nvSpPr>
        <p:spPr>
          <a:xfrm rot="2062486">
            <a:off x="4357908" y="1488882"/>
            <a:ext cx="643232" cy="327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文本框 26">
            <a:extLst>
              <a:ext uri="{FF2B5EF4-FFF2-40B4-BE49-F238E27FC236}">
                <a16:creationId xmlns:a16="http://schemas.microsoft.com/office/drawing/2014/main" id="{696A48A0-4204-F43F-01B2-C7E86CF5740B}"/>
              </a:ext>
            </a:extLst>
          </p:cNvPr>
          <p:cNvSpPr txBox="1"/>
          <p:nvPr/>
        </p:nvSpPr>
        <p:spPr>
          <a:xfrm>
            <a:off x="4920355" y="1209353"/>
            <a:ext cx="1896673" cy="461665"/>
          </a:xfrm>
          <a:prstGeom prst="rect">
            <a:avLst/>
          </a:prstGeom>
          <a:noFill/>
        </p:spPr>
        <p:txBody>
          <a:bodyPr wrap="none" rtlCol="0">
            <a:spAutoFit/>
          </a:bodyPr>
          <a:lstStyle/>
          <a:p>
            <a:r>
              <a:rPr lang="en-US" sz="2400" dirty="0"/>
              <a:t>Film/detector</a:t>
            </a:r>
          </a:p>
        </p:txBody>
      </p:sp>
      <mc:AlternateContent xmlns:mc="http://schemas.openxmlformats.org/markup-compatibility/2006">
        <mc:Choice xmlns:a14="http://schemas.microsoft.com/office/drawing/2010/main" Requires="a14">
          <p:sp>
            <p:nvSpPr>
              <p:cNvPr id="88" name="文本框 87">
                <a:extLst>
                  <a:ext uri="{FF2B5EF4-FFF2-40B4-BE49-F238E27FC236}">
                    <a16:creationId xmlns:a16="http://schemas.microsoft.com/office/drawing/2014/main" id="{3F5CB320-B232-B812-0342-44F768B30D24}"/>
                  </a:ext>
                </a:extLst>
              </p:cNvPr>
              <p:cNvSpPr txBox="1"/>
              <p:nvPr/>
            </p:nvSpPr>
            <p:spPr>
              <a:xfrm>
                <a:off x="5193656" y="2208473"/>
                <a:ext cx="1804687" cy="645048"/>
              </a:xfrm>
              <a:prstGeom prst="rect">
                <a:avLst/>
              </a:prstGeom>
              <a:noFill/>
            </p:spPr>
            <p:txBody>
              <a:bodyPr wrap="square">
                <a:spAutoFit/>
              </a:bodyPr>
              <a:lstStyle/>
              <a:p>
                <a:pPr/>
                <a14:m>
                  <m:oMathPara xmlns:m="http://schemas.openxmlformats.org/officeDocument/2006/math">
                    <m:oMath>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𝐿</m:t>
                          </m:r>
                        </m:e>
                      </m:d>
                      <m:d>
                        <m:dPr>
                          <m:ctrlPr>
                            <a:rPr lang="en-US" altLang="zh-CN" sz="2400" b="0" i="1" smtClean="0">
                              <a:solidFill>
                                <a:srgbClr val="FF0000"/>
                              </a:solidFill>
                              <a:latin typeface="Cambria Math" panose="02040503050406030204" pitchFamily="18" charset="0"/>
                            </a:rPr>
                          </m:ctrlPr>
                        </m:dPr>
                        <m:e>
                          <m:acc>
                            <m:accPr>
                              <m:chr m:val="⃗"/>
                              <m:ctrlPr>
                                <a:rPr lang="en-US" altLang="zh-CN" sz="2400" b="0" i="1" smtClean="0">
                                  <a:solidFill>
                                    <a:srgbClr val="FF0000"/>
                                  </a:solidFill>
                                  <a:latin typeface="Cambria Math" panose="02040503050406030204" pitchFamily="18" charset="0"/>
                                </a:rPr>
                              </m:ctrlPr>
                            </m:accPr>
                            <m:e>
                              <m:r>
                                <a:rPr lang="en-US" altLang="zh-CN" sz="2400" b="0" i="1" smtClean="0">
                                  <a:solidFill>
                                    <a:srgbClr val="FF0000"/>
                                  </a:solidFill>
                                  <a:latin typeface="Cambria Math" panose="02040503050406030204" pitchFamily="18" charset="0"/>
                                </a:rPr>
                                <m:t>𝑛</m:t>
                              </m:r>
                              <m:r>
                                <a:rPr lang="en-US" altLang="zh-CN" sz="2400" b="0" i="1" smtClean="0">
                                  <a:solidFill>
                                    <a:srgbClr val="FF0000"/>
                                  </a:solidFill>
                                  <a:latin typeface="Cambria Math" panose="02040503050406030204" pitchFamily="18" charset="0"/>
                                </a:rPr>
                                <m:t>′</m:t>
                              </m:r>
                            </m:e>
                          </m:acc>
                          <m:r>
                            <a:rPr lang="en-US" altLang="zh-CN" sz="2400" b="0" i="1" smtClean="0">
                              <a:solidFill>
                                <a:srgbClr val="FF0000"/>
                              </a:solidFill>
                              <a:latin typeface="Cambria Math" panose="02040503050406030204" pitchFamily="18" charset="0"/>
                            </a:rPr>
                            <m:t>−</m:t>
                          </m:r>
                          <m:acc>
                            <m:accPr>
                              <m:chr m:val="⃗"/>
                              <m:ctrlPr>
                                <a:rPr lang="en-US" altLang="zh-CN" sz="2400" b="0" i="1" smtClean="0">
                                  <a:solidFill>
                                    <a:srgbClr val="FF0000"/>
                                  </a:solidFill>
                                  <a:latin typeface="Cambria Math" panose="02040503050406030204" pitchFamily="18" charset="0"/>
                                </a:rPr>
                              </m:ctrlPr>
                            </m:accPr>
                            <m:e>
                              <m:r>
                                <a:rPr lang="en-US" altLang="zh-CN" sz="2400" b="0" i="1" smtClean="0">
                                  <a:solidFill>
                                    <a:srgbClr val="FF0000"/>
                                  </a:solidFill>
                                  <a:latin typeface="Cambria Math" panose="02040503050406030204" pitchFamily="18" charset="0"/>
                                </a:rPr>
                                <m:t>𝑛</m:t>
                              </m:r>
                            </m:e>
                          </m:acc>
                        </m:e>
                      </m:d>
                    </m:oMath>
                  </m:oMathPara>
                </a14:m>
                <a:endParaRPr lang="en-US" sz="2400" dirty="0">
                  <a:solidFill>
                    <a:srgbClr val="FF0000"/>
                  </a:solidFill>
                </a:endParaRPr>
              </a:p>
            </p:txBody>
          </p:sp>
        </mc:Choice>
        <mc:Fallback>
          <p:sp>
            <p:nvSpPr>
              <p:cNvPr id="88" name="文本框 87">
                <a:extLst>
                  <a:ext uri="{FF2B5EF4-FFF2-40B4-BE49-F238E27FC236}">
                    <a16:creationId xmlns:a16="http://schemas.microsoft.com/office/drawing/2014/main" id="{3F5CB320-B232-B812-0342-44F768B30D24}"/>
                  </a:ext>
                </a:extLst>
              </p:cNvPr>
              <p:cNvSpPr txBox="1">
                <a:spLocks noRot="1" noChangeAspect="1" noMove="1" noResize="1" noEditPoints="1" noAdjustHandles="1" noChangeArrowheads="1" noChangeShapeType="1" noTextEdit="1"/>
              </p:cNvSpPr>
              <p:nvPr/>
            </p:nvSpPr>
            <p:spPr>
              <a:xfrm>
                <a:off x="5193656" y="2208473"/>
                <a:ext cx="1804687" cy="645048"/>
              </a:xfrm>
              <a:prstGeom prst="rect">
                <a:avLst/>
              </a:prstGeom>
              <a:blipFill>
                <a:blip r:embed="rId5"/>
                <a:stretch>
                  <a:fillRect/>
                </a:stretch>
              </a:blipFill>
            </p:spPr>
            <p:txBody>
              <a:bodyPr/>
              <a:lstStyle/>
              <a:p>
                <a:r>
                  <a:rPr lang="en-US">
                    <a:noFill/>
                  </a:rPr>
                  <a:t> </a:t>
                </a:r>
              </a:p>
            </p:txBody>
          </p:sp>
        </mc:Fallback>
      </mc:AlternateContent>
      <p:sp>
        <p:nvSpPr>
          <p:cNvPr id="101" name="文本框 100">
            <a:extLst>
              <a:ext uri="{FF2B5EF4-FFF2-40B4-BE49-F238E27FC236}">
                <a16:creationId xmlns:a16="http://schemas.microsoft.com/office/drawing/2014/main" id="{7A43D24B-60C4-8A73-15CE-E8298E5B1A39}"/>
              </a:ext>
            </a:extLst>
          </p:cNvPr>
          <p:cNvSpPr txBox="1"/>
          <p:nvPr/>
        </p:nvSpPr>
        <p:spPr>
          <a:xfrm>
            <a:off x="1200675" y="1042902"/>
            <a:ext cx="2765501" cy="461665"/>
          </a:xfrm>
          <a:prstGeom prst="rect">
            <a:avLst/>
          </a:prstGeom>
          <a:noFill/>
        </p:spPr>
        <p:txBody>
          <a:bodyPr wrap="none" rtlCol="0">
            <a:spAutoFit/>
          </a:bodyPr>
          <a:lstStyle/>
          <a:p>
            <a:r>
              <a:rPr lang="zh-CN" altLang="en-US" sz="2400" dirty="0"/>
              <a:t>成像屏</a:t>
            </a:r>
            <a:r>
              <a:rPr lang="en-US" altLang="zh-CN" sz="2400" dirty="0"/>
              <a:t>/</a:t>
            </a:r>
            <a:r>
              <a:rPr lang="zh-CN" altLang="en-US" sz="2400" dirty="0"/>
              <a:t>探测器位置</a:t>
            </a:r>
            <a:endParaRPr lang="en-US" sz="2400" dirty="0"/>
          </a:p>
        </p:txBody>
      </p:sp>
      <p:cxnSp>
        <p:nvCxnSpPr>
          <p:cNvPr id="2" name="直接箭头连接符 1">
            <a:extLst>
              <a:ext uri="{FF2B5EF4-FFF2-40B4-BE49-F238E27FC236}">
                <a16:creationId xmlns:a16="http://schemas.microsoft.com/office/drawing/2014/main" id="{51E0D5B4-12E4-4507-63BB-2CFFD0A5B364}"/>
              </a:ext>
            </a:extLst>
          </p:cNvPr>
          <p:cNvCxnSpPr>
            <a:cxnSpLocks/>
          </p:cNvCxnSpPr>
          <p:nvPr/>
        </p:nvCxnSpPr>
        <p:spPr>
          <a:xfrm flipV="1">
            <a:off x="3490356" y="1841277"/>
            <a:ext cx="1063049" cy="159926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3" name="表格 2">
            <a:extLst>
              <a:ext uri="{FF2B5EF4-FFF2-40B4-BE49-F238E27FC236}">
                <a16:creationId xmlns:a16="http://schemas.microsoft.com/office/drawing/2014/main" id="{1626938E-FC4C-A7CA-31AD-B90F9F44E292}"/>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65587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4253-F170-8A10-DC06-F0629001BF0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C424EC02-91DC-633D-6A06-B5ABB25632BD}"/>
              </a:ext>
            </a:extLst>
          </p:cNvPr>
          <p:cNvSpPr/>
          <p:nvPr/>
        </p:nvSpPr>
        <p:spPr>
          <a:xfrm>
            <a:off x="939627" y="3265040"/>
            <a:ext cx="643232" cy="3279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六边形 8">
            <a:extLst>
              <a:ext uri="{FF2B5EF4-FFF2-40B4-BE49-F238E27FC236}">
                <a16:creationId xmlns:a16="http://schemas.microsoft.com/office/drawing/2014/main" id="{CC5930CE-572F-5AF1-6602-31F8C8DA4DE6}"/>
              </a:ext>
            </a:extLst>
          </p:cNvPr>
          <p:cNvSpPr/>
          <p:nvPr/>
        </p:nvSpPr>
        <p:spPr>
          <a:xfrm>
            <a:off x="3297139" y="3265040"/>
            <a:ext cx="380387" cy="327920"/>
          </a:xfrm>
          <a:prstGeom prst="hexagon">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73DCBD7-F899-4565-8BC5-A2A4F5367423}"/>
                  </a:ext>
                </a:extLst>
              </p:cNvPr>
              <p:cNvSpPr txBox="1"/>
              <p:nvPr/>
            </p:nvSpPr>
            <p:spPr>
              <a:xfrm>
                <a:off x="2373500" y="2853521"/>
                <a:ext cx="528144" cy="57547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e>
                      </m:acc>
                    </m:oMath>
                  </m:oMathPara>
                </a14:m>
                <a:endParaRPr lang="en-US" sz="2800" dirty="0"/>
              </a:p>
            </p:txBody>
          </p:sp>
        </mc:Choice>
        <mc:Fallback xmlns="">
          <p:sp>
            <p:nvSpPr>
              <p:cNvPr id="19" name="文本框 18">
                <a:extLst>
                  <a:ext uri="{FF2B5EF4-FFF2-40B4-BE49-F238E27FC236}">
                    <a16:creationId xmlns:a16="http://schemas.microsoft.com/office/drawing/2014/main" id="{73165AF5-988A-222B-EE69-748FA648BC6D}"/>
                  </a:ext>
                </a:extLst>
              </p:cNvPr>
              <p:cNvSpPr txBox="1">
                <a:spLocks noRot="1" noChangeAspect="1" noMove="1" noResize="1" noEditPoints="1" noAdjustHandles="1" noChangeArrowheads="1" noChangeShapeType="1" noTextEdit="1"/>
              </p:cNvSpPr>
              <p:nvPr/>
            </p:nvSpPr>
            <p:spPr>
              <a:xfrm>
                <a:off x="2373500" y="2853521"/>
                <a:ext cx="528144" cy="57547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C18F855-486E-C567-AB6D-85C39647CFCE}"/>
                  </a:ext>
                </a:extLst>
              </p:cNvPr>
              <p:cNvSpPr txBox="1"/>
              <p:nvPr/>
            </p:nvSpPr>
            <p:spPr>
              <a:xfrm>
                <a:off x="3597392" y="2113400"/>
                <a:ext cx="528144" cy="61112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r>
                            <a:rPr lang="en-US" altLang="zh-CN" sz="2800" b="0" i="1" smtClean="0">
                              <a:latin typeface="Cambria Math" panose="02040503050406030204" pitchFamily="18" charset="0"/>
                            </a:rPr>
                            <m:t>′</m:t>
                          </m:r>
                        </m:e>
                      </m:acc>
                    </m:oMath>
                  </m:oMathPara>
                </a14:m>
                <a:endParaRPr lang="en-US" sz="2800" dirty="0"/>
              </a:p>
            </p:txBody>
          </p:sp>
        </mc:Choice>
        <mc:Fallback xmlns="">
          <p:sp>
            <p:nvSpPr>
              <p:cNvPr id="20" name="文本框 19">
                <a:extLst>
                  <a:ext uri="{FF2B5EF4-FFF2-40B4-BE49-F238E27FC236}">
                    <a16:creationId xmlns:a16="http://schemas.microsoft.com/office/drawing/2014/main" id="{CC18F855-486E-C567-AB6D-85C39647CFCE}"/>
                  </a:ext>
                </a:extLst>
              </p:cNvPr>
              <p:cNvSpPr txBox="1">
                <a:spLocks noRot="1" noChangeAspect="1" noMove="1" noResize="1" noEditPoints="1" noAdjustHandles="1" noChangeArrowheads="1" noChangeShapeType="1" noTextEdit="1"/>
              </p:cNvSpPr>
              <p:nvPr/>
            </p:nvSpPr>
            <p:spPr>
              <a:xfrm>
                <a:off x="3597392" y="2113400"/>
                <a:ext cx="528144" cy="61112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01D2955-E55D-3CA8-0A77-83A800D6CF0B}"/>
                  </a:ext>
                </a:extLst>
              </p:cNvPr>
              <p:cNvSpPr txBox="1"/>
              <p:nvPr/>
            </p:nvSpPr>
            <p:spPr>
              <a:xfrm>
                <a:off x="4250383" y="3435304"/>
                <a:ext cx="528144" cy="57547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e>
                      </m:acc>
                    </m:oMath>
                  </m:oMathPara>
                </a14:m>
                <a:endParaRPr lang="en-US" sz="2800" dirty="0"/>
              </a:p>
            </p:txBody>
          </p:sp>
        </mc:Choice>
        <mc:Fallback xmlns="">
          <p:sp>
            <p:nvSpPr>
              <p:cNvPr id="21" name="文本框 20">
                <a:extLst>
                  <a:ext uri="{FF2B5EF4-FFF2-40B4-BE49-F238E27FC236}">
                    <a16:creationId xmlns:a16="http://schemas.microsoft.com/office/drawing/2014/main" id="{780E4C36-E6AD-2833-8411-F49A7F211357}"/>
                  </a:ext>
                </a:extLst>
              </p:cNvPr>
              <p:cNvSpPr txBox="1">
                <a:spLocks noRot="1" noChangeAspect="1" noMove="1" noResize="1" noEditPoints="1" noAdjustHandles="1" noChangeArrowheads="1" noChangeShapeType="1" noTextEdit="1"/>
              </p:cNvSpPr>
              <p:nvPr/>
            </p:nvSpPr>
            <p:spPr>
              <a:xfrm>
                <a:off x="4250383" y="3435304"/>
                <a:ext cx="528144" cy="575479"/>
              </a:xfrm>
              <a:prstGeom prst="rect">
                <a:avLst/>
              </a:prstGeom>
              <a:blipFill>
                <a:blip r:embed="rId4"/>
                <a:stretch>
                  <a:fillRect/>
                </a:stretch>
              </a:blipFill>
            </p:spPr>
            <p:txBody>
              <a:bodyPr/>
              <a:lstStyle/>
              <a:p>
                <a:r>
                  <a:rPr lang="en-US">
                    <a:noFill/>
                  </a:rPr>
                  <a:t> </a:t>
                </a:r>
              </a:p>
            </p:txBody>
          </p:sp>
        </mc:Fallback>
      </mc:AlternateContent>
      <p:sp>
        <p:nvSpPr>
          <p:cNvPr id="6" name="椭圆 5">
            <a:extLst>
              <a:ext uri="{FF2B5EF4-FFF2-40B4-BE49-F238E27FC236}">
                <a16:creationId xmlns:a16="http://schemas.microsoft.com/office/drawing/2014/main" id="{4006FC24-516E-8223-D61D-E4E29194F349}"/>
              </a:ext>
            </a:extLst>
          </p:cNvPr>
          <p:cNvSpPr/>
          <p:nvPr/>
        </p:nvSpPr>
        <p:spPr>
          <a:xfrm>
            <a:off x="1582859" y="1524526"/>
            <a:ext cx="3808948" cy="3808948"/>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箭头连接符 10">
            <a:extLst>
              <a:ext uri="{FF2B5EF4-FFF2-40B4-BE49-F238E27FC236}">
                <a16:creationId xmlns:a16="http://schemas.microsoft.com/office/drawing/2014/main" id="{30B9AD47-1426-C4E3-8A1B-1651D8100CAC}"/>
              </a:ext>
            </a:extLst>
          </p:cNvPr>
          <p:cNvCxnSpPr>
            <a:stCxn id="7" idx="3"/>
          </p:cNvCxnSpPr>
          <p:nvPr/>
        </p:nvCxnSpPr>
        <p:spPr>
          <a:xfrm>
            <a:off x="1582859" y="3429000"/>
            <a:ext cx="190447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EA06476-422A-8E07-C1C6-D92F31016307}"/>
              </a:ext>
            </a:extLst>
          </p:cNvPr>
          <p:cNvCxnSpPr/>
          <p:nvPr/>
        </p:nvCxnSpPr>
        <p:spPr>
          <a:xfrm>
            <a:off x="3487334" y="3429000"/>
            <a:ext cx="1904473"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1EDFBB7B-1A23-FC82-2CC8-B5D64E1F56B0}"/>
              </a:ext>
            </a:extLst>
          </p:cNvPr>
          <p:cNvCxnSpPr>
            <a:cxnSpLocks/>
            <a:stCxn id="6" idx="6"/>
          </p:cNvCxnSpPr>
          <p:nvPr/>
        </p:nvCxnSpPr>
        <p:spPr>
          <a:xfrm flipH="1" flipV="1">
            <a:off x="4541673" y="1842053"/>
            <a:ext cx="850134" cy="1586947"/>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EF92D12-D6E9-6F7E-97CB-6F77D2C003C4}"/>
              </a:ext>
            </a:extLst>
          </p:cNvPr>
          <p:cNvSpPr txBox="1"/>
          <p:nvPr/>
        </p:nvSpPr>
        <p:spPr>
          <a:xfrm>
            <a:off x="472419" y="2438022"/>
            <a:ext cx="1015343" cy="830997"/>
          </a:xfrm>
          <a:prstGeom prst="rect">
            <a:avLst/>
          </a:prstGeom>
          <a:noFill/>
        </p:spPr>
        <p:txBody>
          <a:bodyPr wrap="none" rtlCol="0">
            <a:spAutoFit/>
          </a:bodyPr>
          <a:lstStyle/>
          <a:p>
            <a:r>
              <a:rPr lang="en-US" sz="2400" dirty="0"/>
              <a:t>X-ray</a:t>
            </a:r>
          </a:p>
          <a:p>
            <a:r>
              <a:rPr lang="en-US" sz="2400" dirty="0"/>
              <a:t>source</a:t>
            </a:r>
          </a:p>
        </p:txBody>
      </p:sp>
      <p:sp>
        <p:nvSpPr>
          <p:cNvPr id="26" name="矩形 25">
            <a:extLst>
              <a:ext uri="{FF2B5EF4-FFF2-40B4-BE49-F238E27FC236}">
                <a16:creationId xmlns:a16="http://schemas.microsoft.com/office/drawing/2014/main" id="{EC350C7A-7EE8-ED60-1A9A-3A400587B8D5}"/>
              </a:ext>
            </a:extLst>
          </p:cNvPr>
          <p:cNvSpPr/>
          <p:nvPr/>
        </p:nvSpPr>
        <p:spPr>
          <a:xfrm rot="2062486">
            <a:off x="4357908" y="1488882"/>
            <a:ext cx="643232" cy="327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文本框 26">
            <a:extLst>
              <a:ext uri="{FF2B5EF4-FFF2-40B4-BE49-F238E27FC236}">
                <a16:creationId xmlns:a16="http://schemas.microsoft.com/office/drawing/2014/main" id="{47745B32-2173-D621-3DCB-9E38C128290A}"/>
              </a:ext>
            </a:extLst>
          </p:cNvPr>
          <p:cNvSpPr txBox="1"/>
          <p:nvPr/>
        </p:nvSpPr>
        <p:spPr>
          <a:xfrm>
            <a:off x="4920355" y="1209353"/>
            <a:ext cx="1896673" cy="461665"/>
          </a:xfrm>
          <a:prstGeom prst="rect">
            <a:avLst/>
          </a:prstGeom>
          <a:noFill/>
        </p:spPr>
        <p:txBody>
          <a:bodyPr wrap="none" rtlCol="0">
            <a:spAutoFit/>
          </a:bodyPr>
          <a:lstStyle/>
          <a:p>
            <a:r>
              <a:rPr lang="en-US" sz="2400" dirty="0"/>
              <a:t>Film/detector</a:t>
            </a:r>
          </a:p>
        </p:txBody>
      </p:sp>
      <mc:AlternateContent xmlns:mc="http://schemas.openxmlformats.org/markup-compatibility/2006">
        <mc:Choice xmlns:a14="http://schemas.microsoft.com/office/drawing/2010/main" Requires="a14">
          <p:sp>
            <p:nvSpPr>
              <p:cNvPr id="88" name="文本框 87">
                <a:extLst>
                  <a:ext uri="{FF2B5EF4-FFF2-40B4-BE49-F238E27FC236}">
                    <a16:creationId xmlns:a16="http://schemas.microsoft.com/office/drawing/2014/main" id="{A8B04139-A2AE-98ED-5122-6134E7517CED}"/>
                  </a:ext>
                </a:extLst>
              </p:cNvPr>
              <p:cNvSpPr txBox="1"/>
              <p:nvPr/>
            </p:nvSpPr>
            <p:spPr>
              <a:xfrm>
                <a:off x="4746622" y="2068155"/>
                <a:ext cx="5968701" cy="806375"/>
              </a:xfrm>
              <a:prstGeom prst="rect">
                <a:avLst/>
              </a:prstGeom>
              <a:noFill/>
            </p:spPr>
            <p:txBody>
              <a:bodyPr wrap="square">
                <a:spAutoFit/>
              </a:bodyPr>
              <a:lstStyle/>
              <a:p>
                <a:pPr/>
                <a14:m>
                  <m:oMathPara xmlns:m="http://schemas.openxmlformats.org/officeDocument/2006/math">
                    <m:oMath>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𝐿</m:t>
                          </m:r>
                        </m:e>
                      </m:d>
                      <m:d>
                        <m:dPr>
                          <m:ctrlPr>
                            <a:rPr lang="en-US" altLang="zh-CN" sz="2400" b="0" i="1" smtClean="0">
                              <a:solidFill>
                                <a:srgbClr val="FF0000"/>
                              </a:solidFill>
                              <a:latin typeface="Cambria Math" panose="02040503050406030204" pitchFamily="18" charset="0"/>
                            </a:rPr>
                          </m:ctrlPr>
                        </m:dPr>
                        <m:e>
                          <m:acc>
                            <m:accPr>
                              <m:chr m:val="⃗"/>
                              <m:ctrlPr>
                                <a:rPr lang="en-US" altLang="zh-CN" sz="2400" b="0" i="1" smtClean="0">
                                  <a:solidFill>
                                    <a:srgbClr val="FF0000"/>
                                  </a:solidFill>
                                  <a:latin typeface="Cambria Math" panose="02040503050406030204" pitchFamily="18" charset="0"/>
                                </a:rPr>
                              </m:ctrlPr>
                            </m:accPr>
                            <m:e>
                              <m:r>
                                <a:rPr lang="en-US" altLang="zh-CN" sz="2400" b="0" i="1" smtClean="0">
                                  <a:solidFill>
                                    <a:srgbClr val="FF0000"/>
                                  </a:solidFill>
                                  <a:latin typeface="Cambria Math" panose="02040503050406030204" pitchFamily="18" charset="0"/>
                                </a:rPr>
                                <m:t>𝑛</m:t>
                              </m:r>
                              <m:r>
                                <a:rPr lang="en-US" altLang="zh-CN" sz="2400" b="0" i="1" smtClean="0">
                                  <a:solidFill>
                                    <a:srgbClr val="FF0000"/>
                                  </a:solidFill>
                                  <a:latin typeface="Cambria Math" panose="02040503050406030204" pitchFamily="18" charset="0"/>
                                </a:rPr>
                                <m:t>′</m:t>
                              </m:r>
                            </m:e>
                          </m:acc>
                          <m:r>
                            <a:rPr lang="en-US" altLang="zh-CN" sz="2400" b="0" i="1" smtClean="0">
                              <a:solidFill>
                                <a:srgbClr val="FF0000"/>
                              </a:solidFill>
                              <a:latin typeface="Cambria Math" panose="02040503050406030204" pitchFamily="18" charset="0"/>
                            </a:rPr>
                            <m:t>−</m:t>
                          </m:r>
                          <m:acc>
                            <m:accPr>
                              <m:chr m:val="⃗"/>
                              <m:ctrlPr>
                                <a:rPr lang="en-US" altLang="zh-CN" sz="2400" b="0" i="1" smtClean="0">
                                  <a:solidFill>
                                    <a:srgbClr val="FF0000"/>
                                  </a:solidFill>
                                  <a:latin typeface="Cambria Math" panose="02040503050406030204" pitchFamily="18" charset="0"/>
                                </a:rPr>
                              </m:ctrlPr>
                            </m:accPr>
                            <m:e>
                              <m:r>
                                <a:rPr lang="en-US" altLang="zh-CN" sz="2400" b="0" i="1" smtClean="0">
                                  <a:solidFill>
                                    <a:srgbClr val="FF0000"/>
                                  </a:solidFill>
                                  <a:latin typeface="Cambria Math" panose="02040503050406030204" pitchFamily="18" charset="0"/>
                                </a:rPr>
                                <m:t>𝑛</m:t>
                              </m:r>
                            </m:e>
                          </m:acc>
                        </m:e>
                      </m:d>
                      <m:r>
                        <a:rPr lang="en-US" altLang="zh-CN" sz="2400" b="0" i="1" smtClean="0">
                          <a:solidFill>
                            <a:srgbClr val="FF0000"/>
                          </a:solidFill>
                          <a:latin typeface="Cambria Math" panose="02040503050406030204" pitchFamily="18" charset="0"/>
                        </a:rPr>
                        <m:t>=</m:t>
                      </m:r>
                      <m:f>
                        <m:fPr>
                          <m:ctrlPr>
                            <a:rPr lang="en-US" altLang="zh-CN" sz="2400" i="1">
                              <a:solidFill>
                                <a:srgbClr val="FF0000"/>
                              </a:solidFill>
                              <a:latin typeface="Cambria Math" panose="02040503050406030204" pitchFamily="18" charset="0"/>
                            </a:rPr>
                          </m:ctrlPr>
                        </m:fPr>
                        <m:num>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𝐿</m:t>
                              </m:r>
                            </m:e>
                          </m:d>
                          <m:r>
                            <a:rPr lang="zh-CN" altLang="en-US" sz="2400" i="1">
                              <a:solidFill>
                                <a:srgbClr val="FF0000"/>
                              </a:solidFill>
                              <a:latin typeface="Cambria Math" panose="02040503050406030204" pitchFamily="18" charset="0"/>
                            </a:rPr>
                            <m:t>𝜆</m:t>
                          </m:r>
                        </m:num>
                        <m:den>
                          <m:r>
                            <a:rPr lang="en-US" altLang="zh-CN"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𝜋</m:t>
                          </m:r>
                        </m:den>
                      </m:f>
                      <m:d>
                        <m:dPr>
                          <m:ctrlPr>
                            <a:rPr lang="en-US" altLang="zh-CN" sz="2400" i="1">
                              <a:solidFill>
                                <a:srgbClr val="FF0000"/>
                              </a:solidFill>
                              <a:latin typeface="Cambria Math" panose="02040503050406030204" pitchFamily="18" charset="0"/>
                            </a:rPr>
                          </m:ctrlPr>
                        </m:dPr>
                        <m:e>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𝑘</m:t>
                              </m:r>
                              <m:r>
                                <a:rPr lang="en-US" altLang="zh-CN" sz="2400" i="1">
                                  <a:solidFill>
                                    <a:srgbClr val="FF0000"/>
                                  </a:solidFill>
                                  <a:latin typeface="Cambria Math" panose="02040503050406030204" pitchFamily="18" charset="0"/>
                                </a:rPr>
                                <m:t>′</m:t>
                              </m:r>
                            </m:e>
                          </m:acc>
                          <m:r>
                            <a:rPr lang="en-US" altLang="zh-CN" sz="2400" i="1">
                              <a:solidFill>
                                <a:srgbClr val="FF0000"/>
                              </a:solidFill>
                              <a:latin typeface="Cambria Math" panose="02040503050406030204" pitchFamily="18" charset="0"/>
                            </a:rPr>
                            <m:t>−</m:t>
                          </m:r>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𝑘</m:t>
                              </m:r>
                            </m:e>
                          </m:acc>
                        </m:e>
                      </m:d>
                      <m:r>
                        <a:rPr lang="en-US" altLang="zh-CN" sz="2400" b="0" i="1" smtClean="0">
                          <a:solidFill>
                            <a:srgbClr val="FF0000"/>
                          </a:solidFill>
                          <a:latin typeface="Cambria Math" panose="02040503050406030204" pitchFamily="18" charset="0"/>
                        </a:rPr>
                        <m:t>=</m:t>
                      </m:r>
                      <m:f>
                        <m:fPr>
                          <m:ctrlPr>
                            <a:rPr lang="en-US" altLang="zh-CN" sz="2400" i="1">
                              <a:solidFill>
                                <a:srgbClr val="FF0000"/>
                              </a:solidFill>
                              <a:latin typeface="Cambria Math" panose="02040503050406030204" pitchFamily="18" charset="0"/>
                            </a:rPr>
                          </m:ctrlPr>
                        </m:fPr>
                        <m:num>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𝐿</m:t>
                              </m:r>
                            </m:e>
                          </m:d>
                          <m:r>
                            <a:rPr lang="zh-CN" altLang="en-US" sz="2400" i="1">
                              <a:solidFill>
                                <a:srgbClr val="FF0000"/>
                              </a:solidFill>
                              <a:latin typeface="Cambria Math" panose="02040503050406030204" pitchFamily="18" charset="0"/>
                            </a:rPr>
                            <m:t>𝜆</m:t>
                          </m:r>
                        </m:num>
                        <m:den>
                          <m:r>
                            <a:rPr lang="en-US" altLang="zh-CN"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𝜋</m:t>
                          </m:r>
                        </m:den>
                      </m:f>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𝐺</m:t>
                          </m:r>
                        </m:e>
                      </m:acc>
                    </m:oMath>
                  </m:oMathPara>
                </a14:m>
                <a:endParaRPr lang="en-US" altLang="zh-CN" sz="2400" dirty="0">
                  <a:solidFill>
                    <a:srgbClr val="FF0000"/>
                  </a:solidFill>
                </a:endParaRPr>
              </a:p>
            </p:txBody>
          </p:sp>
        </mc:Choice>
        <mc:Fallback>
          <p:sp>
            <p:nvSpPr>
              <p:cNvPr id="88" name="文本框 87">
                <a:extLst>
                  <a:ext uri="{FF2B5EF4-FFF2-40B4-BE49-F238E27FC236}">
                    <a16:creationId xmlns:a16="http://schemas.microsoft.com/office/drawing/2014/main" id="{A8B04139-A2AE-98ED-5122-6134E7517CED}"/>
                  </a:ext>
                </a:extLst>
              </p:cNvPr>
              <p:cNvSpPr txBox="1">
                <a:spLocks noRot="1" noChangeAspect="1" noMove="1" noResize="1" noEditPoints="1" noAdjustHandles="1" noChangeArrowheads="1" noChangeShapeType="1" noTextEdit="1"/>
              </p:cNvSpPr>
              <p:nvPr/>
            </p:nvSpPr>
            <p:spPr>
              <a:xfrm>
                <a:off x="4746622" y="2068155"/>
                <a:ext cx="5968701" cy="806375"/>
              </a:xfrm>
              <a:prstGeom prst="rect">
                <a:avLst/>
              </a:prstGeom>
              <a:blipFill>
                <a:blip r:embed="rId5"/>
                <a:stretch>
                  <a:fillRect/>
                </a:stretch>
              </a:blipFill>
            </p:spPr>
            <p:txBody>
              <a:bodyPr/>
              <a:lstStyle/>
              <a:p>
                <a:r>
                  <a:rPr lang="en-US">
                    <a:noFill/>
                  </a:rPr>
                  <a:t> </a:t>
                </a:r>
              </a:p>
            </p:txBody>
          </p:sp>
        </mc:Fallback>
      </mc:AlternateContent>
      <p:sp>
        <p:nvSpPr>
          <p:cNvPr id="101" name="文本框 100">
            <a:extLst>
              <a:ext uri="{FF2B5EF4-FFF2-40B4-BE49-F238E27FC236}">
                <a16:creationId xmlns:a16="http://schemas.microsoft.com/office/drawing/2014/main" id="{002C1D5F-A526-FA39-48E7-6D5B34C08E69}"/>
              </a:ext>
            </a:extLst>
          </p:cNvPr>
          <p:cNvSpPr txBox="1"/>
          <p:nvPr/>
        </p:nvSpPr>
        <p:spPr>
          <a:xfrm>
            <a:off x="1200675" y="1042902"/>
            <a:ext cx="2765501" cy="461665"/>
          </a:xfrm>
          <a:prstGeom prst="rect">
            <a:avLst/>
          </a:prstGeom>
          <a:noFill/>
        </p:spPr>
        <p:txBody>
          <a:bodyPr wrap="none" rtlCol="0">
            <a:spAutoFit/>
          </a:bodyPr>
          <a:lstStyle/>
          <a:p>
            <a:r>
              <a:rPr lang="zh-CN" altLang="en-US" sz="2400" dirty="0"/>
              <a:t>成像屏</a:t>
            </a:r>
            <a:r>
              <a:rPr lang="en-US" altLang="zh-CN" sz="2400" dirty="0"/>
              <a:t>/</a:t>
            </a:r>
            <a:r>
              <a:rPr lang="zh-CN" altLang="en-US" sz="2400" dirty="0"/>
              <a:t>探测器位置</a:t>
            </a:r>
            <a:endParaRPr lang="en-US" sz="2400" dirty="0"/>
          </a:p>
        </p:txBody>
      </p:sp>
      <p:cxnSp>
        <p:nvCxnSpPr>
          <p:cNvPr id="2" name="直接箭头连接符 1">
            <a:extLst>
              <a:ext uri="{FF2B5EF4-FFF2-40B4-BE49-F238E27FC236}">
                <a16:creationId xmlns:a16="http://schemas.microsoft.com/office/drawing/2014/main" id="{81944EC9-221A-B9E9-2286-0D2C4230F222}"/>
              </a:ext>
            </a:extLst>
          </p:cNvPr>
          <p:cNvCxnSpPr>
            <a:cxnSpLocks/>
          </p:cNvCxnSpPr>
          <p:nvPr/>
        </p:nvCxnSpPr>
        <p:spPr>
          <a:xfrm flipV="1">
            <a:off x="3490356" y="1841277"/>
            <a:ext cx="1063049" cy="159926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3" name="表格 2">
            <a:extLst>
              <a:ext uri="{FF2B5EF4-FFF2-40B4-BE49-F238E27FC236}">
                <a16:creationId xmlns:a16="http://schemas.microsoft.com/office/drawing/2014/main" id="{6A9862E8-7C7C-2DBB-E834-1402F9FA7F97}"/>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646135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FB2B0-9E8E-561A-9EFF-957CDF5D37CC}"/>
            </a:ext>
          </a:extLst>
        </p:cNvPr>
        <p:cNvGrpSpPr/>
        <p:nvPr/>
      </p:nvGrpSpPr>
      <p:grpSpPr>
        <a:xfrm>
          <a:off x="0" y="0"/>
          <a:ext cx="0" cy="0"/>
          <a:chOff x="0" y="0"/>
          <a:chExt cx="0" cy="0"/>
        </a:xfrm>
      </p:grpSpPr>
      <p:sp>
        <p:nvSpPr>
          <p:cNvPr id="67" name="矩形: 圆角 66">
            <a:extLst>
              <a:ext uri="{FF2B5EF4-FFF2-40B4-BE49-F238E27FC236}">
                <a16:creationId xmlns:a16="http://schemas.microsoft.com/office/drawing/2014/main" id="{1CB3C446-CE6B-6954-BB53-BF7D18C7202E}"/>
              </a:ext>
            </a:extLst>
          </p:cNvPr>
          <p:cNvSpPr/>
          <p:nvPr/>
        </p:nvSpPr>
        <p:spPr>
          <a:xfrm>
            <a:off x="7446051" y="955892"/>
            <a:ext cx="4093256" cy="4969292"/>
          </a:xfrm>
          <a:prstGeom prst="roundRect">
            <a:avLst>
              <a:gd name="adj" fmla="val 12271"/>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ACB77EE7-4E79-B488-B3F6-6DAEB86A6D75}"/>
              </a:ext>
            </a:extLst>
          </p:cNvPr>
          <p:cNvSpPr/>
          <p:nvPr/>
        </p:nvSpPr>
        <p:spPr>
          <a:xfrm>
            <a:off x="939627" y="3265040"/>
            <a:ext cx="643232" cy="3279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六边形 8">
            <a:extLst>
              <a:ext uri="{FF2B5EF4-FFF2-40B4-BE49-F238E27FC236}">
                <a16:creationId xmlns:a16="http://schemas.microsoft.com/office/drawing/2014/main" id="{E456D728-B569-EBA3-465A-4D6E2669BD9C}"/>
              </a:ext>
            </a:extLst>
          </p:cNvPr>
          <p:cNvSpPr/>
          <p:nvPr/>
        </p:nvSpPr>
        <p:spPr>
          <a:xfrm>
            <a:off x="3297139" y="3265040"/>
            <a:ext cx="380387" cy="327920"/>
          </a:xfrm>
          <a:prstGeom prst="hexagon">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40F6F42-80A3-BC60-69A3-02EBA9D96ADB}"/>
                  </a:ext>
                </a:extLst>
              </p:cNvPr>
              <p:cNvSpPr txBox="1"/>
              <p:nvPr/>
            </p:nvSpPr>
            <p:spPr>
              <a:xfrm>
                <a:off x="2373500" y="2853521"/>
                <a:ext cx="528144" cy="57547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e>
                      </m:acc>
                    </m:oMath>
                  </m:oMathPara>
                </a14:m>
                <a:endParaRPr lang="en-US" sz="2800" dirty="0"/>
              </a:p>
            </p:txBody>
          </p:sp>
        </mc:Choice>
        <mc:Fallback xmlns="">
          <p:sp>
            <p:nvSpPr>
              <p:cNvPr id="19" name="文本框 18">
                <a:extLst>
                  <a:ext uri="{FF2B5EF4-FFF2-40B4-BE49-F238E27FC236}">
                    <a16:creationId xmlns:a16="http://schemas.microsoft.com/office/drawing/2014/main" id="{73165AF5-988A-222B-EE69-748FA648BC6D}"/>
                  </a:ext>
                </a:extLst>
              </p:cNvPr>
              <p:cNvSpPr txBox="1">
                <a:spLocks noRot="1" noChangeAspect="1" noMove="1" noResize="1" noEditPoints="1" noAdjustHandles="1" noChangeArrowheads="1" noChangeShapeType="1" noTextEdit="1"/>
              </p:cNvSpPr>
              <p:nvPr/>
            </p:nvSpPr>
            <p:spPr>
              <a:xfrm>
                <a:off x="2373500" y="2853521"/>
                <a:ext cx="528144" cy="57547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C526FBD-9289-E25A-ADB1-08932EB00AFE}"/>
                  </a:ext>
                </a:extLst>
              </p:cNvPr>
              <p:cNvSpPr txBox="1"/>
              <p:nvPr/>
            </p:nvSpPr>
            <p:spPr>
              <a:xfrm>
                <a:off x="3597392" y="2113400"/>
                <a:ext cx="528144" cy="61112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r>
                            <a:rPr lang="en-US" altLang="zh-CN" sz="2800" b="0" i="1" smtClean="0">
                              <a:latin typeface="Cambria Math" panose="02040503050406030204" pitchFamily="18" charset="0"/>
                            </a:rPr>
                            <m:t>′</m:t>
                          </m:r>
                        </m:e>
                      </m:acc>
                    </m:oMath>
                  </m:oMathPara>
                </a14:m>
                <a:endParaRPr lang="en-US" sz="2800" dirty="0"/>
              </a:p>
            </p:txBody>
          </p:sp>
        </mc:Choice>
        <mc:Fallback xmlns="">
          <p:sp>
            <p:nvSpPr>
              <p:cNvPr id="20" name="文本框 19">
                <a:extLst>
                  <a:ext uri="{FF2B5EF4-FFF2-40B4-BE49-F238E27FC236}">
                    <a16:creationId xmlns:a16="http://schemas.microsoft.com/office/drawing/2014/main" id="{DC526FBD-9289-E25A-ADB1-08932EB00AFE}"/>
                  </a:ext>
                </a:extLst>
              </p:cNvPr>
              <p:cNvSpPr txBox="1">
                <a:spLocks noRot="1" noChangeAspect="1" noMove="1" noResize="1" noEditPoints="1" noAdjustHandles="1" noChangeArrowheads="1" noChangeShapeType="1" noTextEdit="1"/>
              </p:cNvSpPr>
              <p:nvPr/>
            </p:nvSpPr>
            <p:spPr>
              <a:xfrm>
                <a:off x="3597392" y="2113400"/>
                <a:ext cx="528144" cy="61112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52A068F-9E6D-05C0-B737-F20715F65187}"/>
                  </a:ext>
                </a:extLst>
              </p:cNvPr>
              <p:cNvSpPr txBox="1"/>
              <p:nvPr/>
            </p:nvSpPr>
            <p:spPr>
              <a:xfrm>
                <a:off x="4250383" y="3435304"/>
                <a:ext cx="528144" cy="575479"/>
              </a:xfrm>
              <a:prstGeom prst="rect">
                <a:avLst/>
              </a:prstGeom>
              <a:noFill/>
            </p:spPr>
            <p:txBody>
              <a:bodyPr wrap="square">
                <a:spAutoFit/>
              </a:bodyPr>
              <a:lstStyle/>
              <a:p>
                <a:pPr/>
                <a14:m>
                  <m:oMathPara xmlns:m="http://schemas.openxmlformats.org/officeDocument/2006/math">
                    <m:o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𝐿</m:t>
                          </m:r>
                        </m:e>
                      </m:acc>
                    </m:oMath>
                  </m:oMathPara>
                </a14:m>
                <a:endParaRPr lang="en-US" sz="2800" dirty="0"/>
              </a:p>
            </p:txBody>
          </p:sp>
        </mc:Choice>
        <mc:Fallback xmlns="">
          <p:sp>
            <p:nvSpPr>
              <p:cNvPr id="21" name="文本框 20">
                <a:extLst>
                  <a:ext uri="{FF2B5EF4-FFF2-40B4-BE49-F238E27FC236}">
                    <a16:creationId xmlns:a16="http://schemas.microsoft.com/office/drawing/2014/main" id="{780E4C36-E6AD-2833-8411-F49A7F211357}"/>
                  </a:ext>
                </a:extLst>
              </p:cNvPr>
              <p:cNvSpPr txBox="1">
                <a:spLocks noRot="1" noChangeAspect="1" noMove="1" noResize="1" noEditPoints="1" noAdjustHandles="1" noChangeArrowheads="1" noChangeShapeType="1" noTextEdit="1"/>
              </p:cNvSpPr>
              <p:nvPr/>
            </p:nvSpPr>
            <p:spPr>
              <a:xfrm>
                <a:off x="4250383" y="3435304"/>
                <a:ext cx="528144" cy="575479"/>
              </a:xfrm>
              <a:prstGeom prst="rect">
                <a:avLst/>
              </a:prstGeom>
              <a:blipFill>
                <a:blip r:embed="rId4"/>
                <a:stretch>
                  <a:fillRect/>
                </a:stretch>
              </a:blipFill>
            </p:spPr>
            <p:txBody>
              <a:bodyPr/>
              <a:lstStyle/>
              <a:p>
                <a:r>
                  <a:rPr lang="en-US">
                    <a:noFill/>
                  </a:rPr>
                  <a:t> </a:t>
                </a:r>
              </a:p>
            </p:txBody>
          </p:sp>
        </mc:Fallback>
      </mc:AlternateContent>
      <p:sp>
        <p:nvSpPr>
          <p:cNvPr id="6" name="椭圆 5">
            <a:extLst>
              <a:ext uri="{FF2B5EF4-FFF2-40B4-BE49-F238E27FC236}">
                <a16:creationId xmlns:a16="http://schemas.microsoft.com/office/drawing/2014/main" id="{50609B80-A22C-7963-5CDE-2F018E19B07E}"/>
              </a:ext>
            </a:extLst>
          </p:cNvPr>
          <p:cNvSpPr/>
          <p:nvPr/>
        </p:nvSpPr>
        <p:spPr>
          <a:xfrm>
            <a:off x="1582859" y="1524526"/>
            <a:ext cx="3808948" cy="3808948"/>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箭头连接符 10">
            <a:extLst>
              <a:ext uri="{FF2B5EF4-FFF2-40B4-BE49-F238E27FC236}">
                <a16:creationId xmlns:a16="http://schemas.microsoft.com/office/drawing/2014/main" id="{92C83B2A-C460-2404-47CF-E580F2A8D840}"/>
              </a:ext>
            </a:extLst>
          </p:cNvPr>
          <p:cNvCxnSpPr>
            <a:stCxn id="7" idx="3"/>
          </p:cNvCxnSpPr>
          <p:nvPr/>
        </p:nvCxnSpPr>
        <p:spPr>
          <a:xfrm>
            <a:off x="1582859" y="3429000"/>
            <a:ext cx="190447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E212546-8A18-FA73-3CD3-3037DE559E94}"/>
              </a:ext>
            </a:extLst>
          </p:cNvPr>
          <p:cNvCxnSpPr/>
          <p:nvPr/>
        </p:nvCxnSpPr>
        <p:spPr>
          <a:xfrm>
            <a:off x="3487334" y="3429000"/>
            <a:ext cx="1904473"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CCE5B87F-923E-0BB7-DB59-FD3A79BCC8D0}"/>
              </a:ext>
            </a:extLst>
          </p:cNvPr>
          <p:cNvCxnSpPr>
            <a:cxnSpLocks/>
            <a:stCxn id="6" idx="6"/>
          </p:cNvCxnSpPr>
          <p:nvPr/>
        </p:nvCxnSpPr>
        <p:spPr>
          <a:xfrm flipH="1" flipV="1">
            <a:off x="4541673" y="1842053"/>
            <a:ext cx="850134" cy="1586947"/>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A6CBC2BA-1B65-0293-53ED-5ECD46B0A4C0}"/>
              </a:ext>
            </a:extLst>
          </p:cNvPr>
          <p:cNvSpPr txBox="1"/>
          <p:nvPr/>
        </p:nvSpPr>
        <p:spPr>
          <a:xfrm>
            <a:off x="472419" y="2438022"/>
            <a:ext cx="1015343" cy="830997"/>
          </a:xfrm>
          <a:prstGeom prst="rect">
            <a:avLst/>
          </a:prstGeom>
          <a:noFill/>
        </p:spPr>
        <p:txBody>
          <a:bodyPr wrap="none" rtlCol="0">
            <a:spAutoFit/>
          </a:bodyPr>
          <a:lstStyle/>
          <a:p>
            <a:r>
              <a:rPr lang="en-US" sz="2400" dirty="0"/>
              <a:t>X-ray</a:t>
            </a:r>
          </a:p>
          <a:p>
            <a:r>
              <a:rPr lang="en-US" sz="2400" dirty="0"/>
              <a:t>source</a:t>
            </a:r>
          </a:p>
        </p:txBody>
      </p:sp>
      <p:sp>
        <p:nvSpPr>
          <p:cNvPr id="26" name="矩形 25">
            <a:extLst>
              <a:ext uri="{FF2B5EF4-FFF2-40B4-BE49-F238E27FC236}">
                <a16:creationId xmlns:a16="http://schemas.microsoft.com/office/drawing/2014/main" id="{4126DD54-2DB2-79F7-AA34-AA9ED607A87C}"/>
              </a:ext>
            </a:extLst>
          </p:cNvPr>
          <p:cNvSpPr/>
          <p:nvPr/>
        </p:nvSpPr>
        <p:spPr>
          <a:xfrm rot="2062486">
            <a:off x="4357908" y="1488882"/>
            <a:ext cx="643232" cy="327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文本框 26">
            <a:extLst>
              <a:ext uri="{FF2B5EF4-FFF2-40B4-BE49-F238E27FC236}">
                <a16:creationId xmlns:a16="http://schemas.microsoft.com/office/drawing/2014/main" id="{AEA3D96A-374F-3668-887E-8C2D76A96E1A}"/>
              </a:ext>
            </a:extLst>
          </p:cNvPr>
          <p:cNvSpPr txBox="1"/>
          <p:nvPr/>
        </p:nvSpPr>
        <p:spPr>
          <a:xfrm>
            <a:off x="4920355" y="1209353"/>
            <a:ext cx="1896673" cy="461665"/>
          </a:xfrm>
          <a:prstGeom prst="rect">
            <a:avLst/>
          </a:prstGeom>
          <a:noFill/>
        </p:spPr>
        <p:txBody>
          <a:bodyPr wrap="none" rtlCol="0">
            <a:spAutoFit/>
          </a:bodyPr>
          <a:lstStyle/>
          <a:p>
            <a:r>
              <a:rPr lang="en-US" sz="2400" dirty="0"/>
              <a:t>Film/detector</a:t>
            </a:r>
          </a:p>
        </p:txBody>
      </p:sp>
      <mc:AlternateContent xmlns:mc="http://schemas.openxmlformats.org/markup-compatibility/2006">
        <mc:Choice xmlns:a14="http://schemas.microsoft.com/office/drawing/2010/main" Requires="a14">
          <p:sp>
            <p:nvSpPr>
              <p:cNvPr id="88" name="文本框 87">
                <a:extLst>
                  <a:ext uri="{FF2B5EF4-FFF2-40B4-BE49-F238E27FC236}">
                    <a16:creationId xmlns:a16="http://schemas.microsoft.com/office/drawing/2014/main" id="{28D8E427-A3CC-2D8E-531B-DE8FC8168835}"/>
                  </a:ext>
                </a:extLst>
              </p:cNvPr>
              <p:cNvSpPr txBox="1"/>
              <p:nvPr/>
            </p:nvSpPr>
            <p:spPr>
              <a:xfrm>
                <a:off x="4989683" y="2047145"/>
                <a:ext cx="1509332" cy="806375"/>
              </a:xfrm>
              <a:prstGeom prst="rect">
                <a:avLst/>
              </a:prstGeom>
              <a:noFill/>
            </p:spPr>
            <p:txBody>
              <a:bodyPr wrap="square">
                <a:spAutoFit/>
              </a:bodyPr>
              <a:lstStyle/>
              <a:p>
                <a:pPr/>
                <a14:m>
                  <m:oMathPara xmlns:m="http://schemas.openxmlformats.org/officeDocument/2006/math">
                    <m:oMath>
                      <m:f>
                        <m:fPr>
                          <m:ctrlPr>
                            <a:rPr lang="en-US" altLang="zh-CN" sz="2400" i="1">
                              <a:solidFill>
                                <a:srgbClr val="FF0000"/>
                              </a:solidFill>
                              <a:latin typeface="Cambria Math" panose="02040503050406030204" pitchFamily="18" charset="0"/>
                            </a:rPr>
                          </m:ctrlPr>
                        </m:fPr>
                        <m:num>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𝐿</m:t>
                              </m:r>
                            </m:e>
                          </m:d>
                          <m:r>
                            <a:rPr lang="zh-CN" altLang="en-US" sz="2400" i="1">
                              <a:solidFill>
                                <a:srgbClr val="FF0000"/>
                              </a:solidFill>
                              <a:latin typeface="Cambria Math" panose="02040503050406030204" pitchFamily="18" charset="0"/>
                            </a:rPr>
                            <m:t>𝜆</m:t>
                          </m:r>
                        </m:num>
                        <m:den>
                          <m:r>
                            <a:rPr lang="en-US" altLang="zh-CN"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𝜋</m:t>
                          </m:r>
                        </m:den>
                      </m:f>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𝐺</m:t>
                          </m:r>
                        </m:e>
                      </m:acc>
                    </m:oMath>
                  </m:oMathPara>
                </a14:m>
                <a:endParaRPr lang="en-US" altLang="zh-CN" sz="2400" dirty="0">
                  <a:solidFill>
                    <a:srgbClr val="FF0000"/>
                  </a:solidFill>
                </a:endParaRPr>
              </a:p>
            </p:txBody>
          </p:sp>
        </mc:Choice>
        <mc:Fallback>
          <p:sp>
            <p:nvSpPr>
              <p:cNvPr id="88" name="文本框 87">
                <a:extLst>
                  <a:ext uri="{FF2B5EF4-FFF2-40B4-BE49-F238E27FC236}">
                    <a16:creationId xmlns:a16="http://schemas.microsoft.com/office/drawing/2014/main" id="{28D8E427-A3CC-2D8E-531B-DE8FC8168835}"/>
                  </a:ext>
                </a:extLst>
              </p:cNvPr>
              <p:cNvSpPr txBox="1">
                <a:spLocks noRot="1" noChangeAspect="1" noMove="1" noResize="1" noEditPoints="1" noAdjustHandles="1" noChangeArrowheads="1" noChangeShapeType="1" noTextEdit="1"/>
              </p:cNvSpPr>
              <p:nvPr/>
            </p:nvSpPr>
            <p:spPr>
              <a:xfrm>
                <a:off x="4989683" y="2047145"/>
                <a:ext cx="1509332" cy="806375"/>
              </a:xfrm>
              <a:prstGeom prst="rect">
                <a:avLst/>
              </a:prstGeom>
              <a:blipFill>
                <a:blip r:embed="rId5"/>
                <a:stretch>
                  <a:fillRect/>
                </a:stretch>
              </a:blipFill>
            </p:spPr>
            <p:txBody>
              <a:bodyPr/>
              <a:lstStyle/>
              <a:p>
                <a:r>
                  <a:rPr lang="en-US">
                    <a:noFill/>
                  </a:rPr>
                  <a:t> </a:t>
                </a:r>
              </a:p>
            </p:txBody>
          </p:sp>
        </mc:Fallback>
      </mc:AlternateContent>
      <p:sp>
        <p:nvSpPr>
          <p:cNvPr id="101" name="文本框 100">
            <a:extLst>
              <a:ext uri="{FF2B5EF4-FFF2-40B4-BE49-F238E27FC236}">
                <a16:creationId xmlns:a16="http://schemas.microsoft.com/office/drawing/2014/main" id="{1C7943A4-F440-905C-8B32-431592D85020}"/>
              </a:ext>
            </a:extLst>
          </p:cNvPr>
          <p:cNvSpPr txBox="1"/>
          <p:nvPr/>
        </p:nvSpPr>
        <p:spPr>
          <a:xfrm>
            <a:off x="1200675" y="1042902"/>
            <a:ext cx="2765501" cy="461665"/>
          </a:xfrm>
          <a:prstGeom prst="rect">
            <a:avLst/>
          </a:prstGeom>
          <a:noFill/>
        </p:spPr>
        <p:txBody>
          <a:bodyPr wrap="none" rtlCol="0">
            <a:spAutoFit/>
          </a:bodyPr>
          <a:lstStyle/>
          <a:p>
            <a:r>
              <a:rPr lang="zh-CN" altLang="en-US" sz="2400" dirty="0"/>
              <a:t>成像屏</a:t>
            </a:r>
            <a:r>
              <a:rPr lang="en-US" altLang="zh-CN" sz="2400" dirty="0"/>
              <a:t>/</a:t>
            </a:r>
            <a:r>
              <a:rPr lang="zh-CN" altLang="en-US" sz="2400" dirty="0"/>
              <a:t>探测器位置</a:t>
            </a:r>
            <a:endParaRPr lang="en-US" sz="2400" dirty="0"/>
          </a:p>
        </p:txBody>
      </p:sp>
      <p:cxnSp>
        <p:nvCxnSpPr>
          <p:cNvPr id="2" name="直接箭头连接符 1">
            <a:extLst>
              <a:ext uri="{FF2B5EF4-FFF2-40B4-BE49-F238E27FC236}">
                <a16:creationId xmlns:a16="http://schemas.microsoft.com/office/drawing/2014/main" id="{D7BF9057-E338-1271-439F-74CAA2447BC5}"/>
              </a:ext>
            </a:extLst>
          </p:cNvPr>
          <p:cNvCxnSpPr>
            <a:cxnSpLocks/>
          </p:cNvCxnSpPr>
          <p:nvPr/>
        </p:nvCxnSpPr>
        <p:spPr>
          <a:xfrm flipV="1">
            <a:off x="3490356" y="1841277"/>
            <a:ext cx="1063049" cy="159926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41" name="表格 40">
            <a:extLst>
              <a:ext uri="{FF2B5EF4-FFF2-40B4-BE49-F238E27FC236}">
                <a16:creationId xmlns:a16="http://schemas.microsoft.com/office/drawing/2014/main" id="{323CE8A4-3C7A-61BF-A0F5-BA68EFEBD823}"/>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14ECC320-445A-322B-A56F-6AF052399308}"/>
                  </a:ext>
                </a:extLst>
              </p:cNvPr>
              <p:cNvSpPr txBox="1"/>
              <p:nvPr/>
            </p:nvSpPr>
            <p:spPr>
              <a:xfrm>
                <a:off x="897774" y="5709601"/>
                <a:ext cx="5399235" cy="923330"/>
              </a:xfrm>
              <a:prstGeom prst="rect">
                <a:avLst/>
              </a:prstGeom>
              <a:noFill/>
            </p:spPr>
            <p:txBody>
              <a:bodyPr wrap="none" rtlCol="0">
                <a:spAutoFit/>
              </a:bodyPr>
              <a:lstStyle/>
              <a:p>
                <a:r>
                  <a:rPr lang="zh-CN" altLang="en-US" dirty="0">
                    <a:highlight>
                      <a:srgbClr val="FFFF00"/>
                    </a:highlight>
                  </a:rPr>
                  <a:t>思考：左右</a:t>
                </a:r>
                <a14:m>
                  <m:oMath xmlns:m="http://schemas.openxmlformats.org/officeDocument/2006/math">
                    <m:r>
                      <a:rPr lang="zh-CN" altLang="en-US" i="1" dirty="0">
                        <a:solidFill>
                          <a:srgbClr val="FF0000"/>
                        </a:solidFill>
                        <a:highlight>
                          <a:srgbClr val="FFFF00"/>
                        </a:highlight>
                        <a:latin typeface="Cambria Math" panose="02040503050406030204" pitchFamily="18" charset="0"/>
                      </a:rPr>
                      <m:t>两个</m:t>
                    </m:r>
                    <m:r>
                      <a:rPr lang="zh-CN" altLang="en-US" i="1" dirty="0" smtClean="0">
                        <a:solidFill>
                          <a:srgbClr val="FF0000"/>
                        </a:solidFill>
                        <a:highlight>
                          <a:srgbClr val="FFFF00"/>
                        </a:highlight>
                        <a:latin typeface="Cambria Math" panose="02040503050406030204" pitchFamily="18" charset="0"/>
                      </a:rPr>
                      <m:t>图像</m:t>
                    </m:r>
                    <m:r>
                      <a:rPr lang="zh-CN" altLang="en-US" i="1" dirty="0">
                        <a:solidFill>
                          <a:srgbClr val="FF0000"/>
                        </a:solidFill>
                        <a:highlight>
                          <a:srgbClr val="FFFF00"/>
                        </a:highlight>
                        <a:latin typeface="Cambria Math" panose="02040503050406030204" pitchFamily="18" charset="0"/>
                      </a:rPr>
                      <m:t>能否直接比较</m:t>
                    </m:r>
                    <m:r>
                      <a:rPr lang="zh-CN" altLang="en-US" i="1" dirty="0" smtClean="0">
                        <a:solidFill>
                          <a:srgbClr val="FF0000"/>
                        </a:solidFill>
                        <a:highlight>
                          <a:srgbClr val="FFFF00"/>
                        </a:highlight>
                        <a:latin typeface="Cambria Math" panose="02040503050406030204" pitchFamily="18" charset="0"/>
                      </a:rPr>
                      <m:t>？</m:t>
                    </m:r>
                  </m:oMath>
                </a14:m>
                <a:endParaRPr lang="en-US" altLang="zh-CN" dirty="0">
                  <a:solidFill>
                    <a:srgbClr val="FF0000"/>
                  </a:solidFill>
                  <a:highlight>
                    <a:srgbClr val="FFFF00"/>
                  </a:highlight>
                </a:endParaRPr>
              </a:p>
              <a:p>
                <a:r>
                  <a:rPr lang="zh-CN" altLang="en-US" i="1" dirty="0">
                    <a:solidFill>
                      <a:srgbClr val="FF0000"/>
                    </a:solidFill>
                    <a:highlight>
                      <a:srgbClr val="FFFF00"/>
                    </a:highlight>
                    <a:latin typeface="Cambria Math" panose="02040503050406030204" pitchFamily="18" charset="0"/>
                  </a:rPr>
                  <a:t>不能，左边量纲为</a:t>
                </a:r>
                <a:r>
                  <a:rPr lang="en-US" altLang="zh-CN" i="1" dirty="0">
                    <a:solidFill>
                      <a:srgbClr val="FF0000"/>
                    </a:solidFill>
                    <a:highlight>
                      <a:srgbClr val="FFFF00"/>
                    </a:highlight>
                    <a:latin typeface="Cambria Math" panose="02040503050406030204" pitchFamily="18" charset="0"/>
                  </a:rPr>
                  <a:t>【</a:t>
                </a:r>
                <a:r>
                  <a:rPr lang="zh-CN" altLang="en-US" i="1" dirty="0">
                    <a:solidFill>
                      <a:srgbClr val="FF0000"/>
                    </a:solidFill>
                    <a:highlight>
                      <a:srgbClr val="FFFF00"/>
                    </a:highlight>
                    <a:latin typeface="Cambria Math" panose="02040503050406030204" pitchFamily="18" charset="0"/>
                  </a:rPr>
                  <a:t>长度</a:t>
                </a:r>
                <a:r>
                  <a:rPr lang="en-US" altLang="zh-CN" i="1" dirty="0">
                    <a:solidFill>
                      <a:srgbClr val="FF0000"/>
                    </a:solidFill>
                    <a:highlight>
                      <a:srgbClr val="FFFF00"/>
                    </a:highlight>
                    <a:latin typeface="Cambria Math" panose="02040503050406030204" pitchFamily="18" charset="0"/>
                  </a:rPr>
                  <a:t>】</a:t>
                </a:r>
                <a:r>
                  <a:rPr lang="zh-CN" altLang="en-US" i="1" dirty="0">
                    <a:solidFill>
                      <a:srgbClr val="FF0000"/>
                    </a:solidFill>
                    <a:highlight>
                      <a:srgbClr val="FFFF00"/>
                    </a:highlight>
                    <a:latin typeface="Cambria Math" panose="02040503050406030204" pitchFamily="18" charset="0"/>
                  </a:rPr>
                  <a:t>，右边量纲为</a:t>
                </a:r>
                <a:r>
                  <a:rPr lang="en-US" altLang="zh-CN" i="1" dirty="0">
                    <a:solidFill>
                      <a:srgbClr val="FF0000"/>
                    </a:solidFill>
                    <a:highlight>
                      <a:srgbClr val="FFFF00"/>
                    </a:highlight>
                    <a:latin typeface="Cambria Math" panose="02040503050406030204" pitchFamily="18" charset="0"/>
                  </a:rPr>
                  <a:t>【</a:t>
                </a:r>
                <a:r>
                  <a:rPr lang="zh-CN" altLang="en-US" i="1" dirty="0">
                    <a:solidFill>
                      <a:srgbClr val="FF0000"/>
                    </a:solidFill>
                    <a:highlight>
                      <a:srgbClr val="FFFF00"/>
                    </a:highlight>
                    <a:latin typeface="Cambria Math" panose="02040503050406030204" pitchFamily="18" charset="0"/>
                  </a:rPr>
                  <a:t>长度</a:t>
                </a:r>
                <a:r>
                  <a:rPr lang="en-US" altLang="zh-CN" i="1" baseline="30000" dirty="0">
                    <a:solidFill>
                      <a:srgbClr val="FF0000"/>
                    </a:solidFill>
                    <a:highlight>
                      <a:srgbClr val="FFFF00"/>
                    </a:highlight>
                    <a:latin typeface="Cambria Math" panose="02040503050406030204" pitchFamily="18" charset="0"/>
                  </a:rPr>
                  <a:t>-1</a:t>
                </a:r>
                <a:r>
                  <a:rPr lang="en-US" altLang="zh-CN" i="1" dirty="0">
                    <a:solidFill>
                      <a:srgbClr val="FF0000"/>
                    </a:solidFill>
                    <a:highlight>
                      <a:srgbClr val="FFFF00"/>
                    </a:highlight>
                    <a:latin typeface="Cambria Math" panose="02040503050406030204" pitchFamily="18" charset="0"/>
                  </a:rPr>
                  <a:t>】</a:t>
                </a:r>
              </a:p>
              <a:p>
                <a:r>
                  <a:rPr lang="zh-CN" altLang="en-US" i="1" dirty="0">
                    <a:solidFill>
                      <a:srgbClr val="FF0000"/>
                    </a:solidFill>
                    <a:highlight>
                      <a:srgbClr val="FFFF00"/>
                    </a:highlight>
                    <a:latin typeface="Cambria Math" panose="02040503050406030204" pitchFamily="18" charset="0"/>
                  </a:rPr>
                  <a:t>要想个办法让它们能相互比较！</a:t>
                </a:r>
                <a:endParaRPr lang="en-US" altLang="zh-CN" i="1" dirty="0">
                  <a:solidFill>
                    <a:srgbClr val="FF0000"/>
                  </a:solidFill>
                  <a:highlight>
                    <a:srgbClr val="FFFF00"/>
                  </a:highlight>
                  <a:latin typeface="Cambria Math" panose="02040503050406030204" pitchFamily="18" charset="0"/>
                </a:endParaRPr>
              </a:p>
            </p:txBody>
          </p:sp>
        </mc:Choice>
        <mc:Fallback xmlns="">
          <p:sp>
            <p:nvSpPr>
              <p:cNvPr id="68" name="文本框 67">
                <a:extLst>
                  <a:ext uri="{FF2B5EF4-FFF2-40B4-BE49-F238E27FC236}">
                    <a16:creationId xmlns:a16="http://schemas.microsoft.com/office/drawing/2014/main" id="{14ECC320-445A-322B-A56F-6AF052399308}"/>
                  </a:ext>
                </a:extLst>
              </p:cNvPr>
              <p:cNvSpPr txBox="1">
                <a:spLocks noRot="1" noChangeAspect="1" noMove="1" noResize="1" noEditPoints="1" noAdjustHandles="1" noChangeArrowheads="1" noChangeShapeType="1" noTextEdit="1"/>
              </p:cNvSpPr>
              <p:nvPr/>
            </p:nvSpPr>
            <p:spPr>
              <a:xfrm>
                <a:off x="897774" y="5709601"/>
                <a:ext cx="5399235" cy="923330"/>
              </a:xfrm>
              <a:prstGeom prst="rect">
                <a:avLst/>
              </a:prstGeom>
              <a:blipFill>
                <a:blip r:embed="rId7"/>
                <a:stretch>
                  <a:fillRect l="-903" t="-5960" r="-339" b="-8609"/>
                </a:stretch>
              </a:blipFill>
            </p:spPr>
            <p:txBody>
              <a:bodyPr/>
              <a:lstStyle/>
              <a:p>
                <a:r>
                  <a:rPr lang="en-US">
                    <a:noFill/>
                  </a:rPr>
                  <a:t> </a:t>
                </a:r>
              </a:p>
            </p:txBody>
          </p:sp>
        </mc:Fallback>
      </mc:AlternateContent>
      <p:grpSp>
        <p:nvGrpSpPr>
          <p:cNvPr id="3" name="组合 2">
            <a:extLst>
              <a:ext uri="{FF2B5EF4-FFF2-40B4-BE49-F238E27FC236}">
                <a16:creationId xmlns:a16="http://schemas.microsoft.com/office/drawing/2014/main" id="{DB75A7EE-769A-1604-792A-6DB9CF61352D}"/>
              </a:ext>
            </a:extLst>
          </p:cNvPr>
          <p:cNvGrpSpPr/>
          <p:nvPr/>
        </p:nvGrpSpPr>
        <p:grpSpPr>
          <a:xfrm rot="5400000">
            <a:off x="7345434" y="2229047"/>
            <a:ext cx="4409056" cy="2723654"/>
            <a:chOff x="6514213" y="2017986"/>
            <a:chExt cx="3945583" cy="2437350"/>
          </a:xfrm>
          <a:solidFill>
            <a:srgbClr val="00B0F0"/>
          </a:solidFill>
        </p:grpSpPr>
        <p:sp>
          <p:nvSpPr>
            <p:cNvPr id="4" name="椭圆 3">
              <a:extLst>
                <a:ext uri="{FF2B5EF4-FFF2-40B4-BE49-F238E27FC236}">
                  <a16:creationId xmlns:a16="http://schemas.microsoft.com/office/drawing/2014/main" id="{9E8939AE-1624-74DF-BEA0-0A0C517AFA85}"/>
                </a:ext>
              </a:extLst>
            </p:cNvPr>
            <p:cNvSpPr/>
            <p:nvPr/>
          </p:nvSpPr>
          <p:spPr>
            <a:xfrm>
              <a:off x="7528461"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09A794F1-1A94-7841-CD82-C1ACD8167F63}"/>
                </a:ext>
              </a:extLst>
            </p:cNvPr>
            <p:cNvSpPr/>
            <p:nvPr/>
          </p:nvSpPr>
          <p:spPr>
            <a:xfrm>
              <a:off x="8078152"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0AA361B4-05BD-0720-C4B3-7B93720C14D4}"/>
                </a:ext>
              </a:extLst>
            </p:cNvPr>
            <p:cNvSpPr/>
            <p:nvPr/>
          </p:nvSpPr>
          <p:spPr>
            <a:xfrm>
              <a:off x="8627843"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DF5BFC0E-7B7B-0ED9-1B0A-C3C2F2246E68}"/>
                </a:ext>
              </a:extLst>
            </p:cNvPr>
            <p:cNvSpPr/>
            <p:nvPr/>
          </p:nvSpPr>
          <p:spPr>
            <a:xfrm>
              <a:off x="9177534"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椭圆 11">
              <a:extLst>
                <a:ext uri="{FF2B5EF4-FFF2-40B4-BE49-F238E27FC236}">
                  <a16:creationId xmlns:a16="http://schemas.microsoft.com/office/drawing/2014/main" id="{B26F1582-9F80-5ECA-384B-48DA5F2132DA}"/>
                </a:ext>
              </a:extLst>
            </p:cNvPr>
            <p:cNvSpPr/>
            <p:nvPr/>
          </p:nvSpPr>
          <p:spPr>
            <a:xfrm>
              <a:off x="9727225"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57EACF3A-01FA-1707-7C3E-C1312D7BE969}"/>
                </a:ext>
              </a:extLst>
            </p:cNvPr>
            <p:cNvSpPr/>
            <p:nvPr/>
          </p:nvSpPr>
          <p:spPr>
            <a:xfrm>
              <a:off x="10276916"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椭圆 13">
              <a:extLst>
                <a:ext uri="{FF2B5EF4-FFF2-40B4-BE49-F238E27FC236}">
                  <a16:creationId xmlns:a16="http://schemas.microsoft.com/office/drawing/2014/main" id="{7DFABD3C-C0F8-3492-540A-6C35A163AA5A}"/>
                </a:ext>
              </a:extLst>
            </p:cNvPr>
            <p:cNvSpPr/>
            <p:nvPr/>
          </p:nvSpPr>
          <p:spPr>
            <a:xfrm>
              <a:off x="7161650"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94B477FE-CA1C-8863-EB05-603D5DB7B241}"/>
                </a:ext>
              </a:extLst>
            </p:cNvPr>
            <p:cNvSpPr/>
            <p:nvPr/>
          </p:nvSpPr>
          <p:spPr>
            <a:xfrm>
              <a:off x="7711341"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椭圆 15">
              <a:extLst>
                <a:ext uri="{FF2B5EF4-FFF2-40B4-BE49-F238E27FC236}">
                  <a16:creationId xmlns:a16="http://schemas.microsoft.com/office/drawing/2014/main" id="{C7110A3E-1DF8-7649-B6CD-502448E83EFF}"/>
                </a:ext>
              </a:extLst>
            </p:cNvPr>
            <p:cNvSpPr/>
            <p:nvPr/>
          </p:nvSpPr>
          <p:spPr>
            <a:xfrm>
              <a:off x="8261032"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椭圆 17">
              <a:extLst>
                <a:ext uri="{FF2B5EF4-FFF2-40B4-BE49-F238E27FC236}">
                  <a16:creationId xmlns:a16="http://schemas.microsoft.com/office/drawing/2014/main" id="{1C9E62D4-1351-333C-277B-C3B2155BF3E7}"/>
                </a:ext>
              </a:extLst>
            </p:cNvPr>
            <p:cNvSpPr/>
            <p:nvPr/>
          </p:nvSpPr>
          <p:spPr>
            <a:xfrm>
              <a:off x="8810723"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椭圆 22">
              <a:extLst>
                <a:ext uri="{FF2B5EF4-FFF2-40B4-BE49-F238E27FC236}">
                  <a16:creationId xmlns:a16="http://schemas.microsoft.com/office/drawing/2014/main" id="{1E3C2D50-015E-E091-91C3-C60EBB6D9EB6}"/>
                </a:ext>
              </a:extLst>
            </p:cNvPr>
            <p:cNvSpPr/>
            <p:nvPr/>
          </p:nvSpPr>
          <p:spPr>
            <a:xfrm>
              <a:off x="9360414"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5B11A472-3346-B260-8EAB-720ACD8C57E5}"/>
                </a:ext>
              </a:extLst>
            </p:cNvPr>
            <p:cNvSpPr/>
            <p:nvPr/>
          </p:nvSpPr>
          <p:spPr>
            <a:xfrm>
              <a:off x="9910105"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椭圆 27">
              <a:extLst>
                <a:ext uri="{FF2B5EF4-FFF2-40B4-BE49-F238E27FC236}">
                  <a16:creationId xmlns:a16="http://schemas.microsoft.com/office/drawing/2014/main" id="{F9253F93-42E5-9FA5-ABCB-096A6E64D725}"/>
                </a:ext>
              </a:extLst>
            </p:cNvPr>
            <p:cNvSpPr/>
            <p:nvPr/>
          </p:nvSpPr>
          <p:spPr>
            <a:xfrm>
              <a:off x="683057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椭圆 28">
              <a:extLst>
                <a:ext uri="{FF2B5EF4-FFF2-40B4-BE49-F238E27FC236}">
                  <a16:creationId xmlns:a16="http://schemas.microsoft.com/office/drawing/2014/main" id="{D5303240-E454-1D83-57DF-4F17EA2BA0E5}"/>
                </a:ext>
              </a:extLst>
            </p:cNvPr>
            <p:cNvSpPr/>
            <p:nvPr/>
          </p:nvSpPr>
          <p:spPr>
            <a:xfrm>
              <a:off x="738026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椭圆 29">
              <a:extLst>
                <a:ext uri="{FF2B5EF4-FFF2-40B4-BE49-F238E27FC236}">
                  <a16:creationId xmlns:a16="http://schemas.microsoft.com/office/drawing/2014/main" id="{BBB08365-DFDD-E410-5ECA-70CEA1D3A412}"/>
                </a:ext>
              </a:extLst>
            </p:cNvPr>
            <p:cNvSpPr/>
            <p:nvPr/>
          </p:nvSpPr>
          <p:spPr>
            <a:xfrm>
              <a:off x="7929958"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椭圆 30">
              <a:extLst>
                <a:ext uri="{FF2B5EF4-FFF2-40B4-BE49-F238E27FC236}">
                  <a16:creationId xmlns:a16="http://schemas.microsoft.com/office/drawing/2014/main" id="{7C363533-952B-9374-DEFD-29A3C407EA66}"/>
                </a:ext>
              </a:extLst>
            </p:cNvPr>
            <p:cNvSpPr/>
            <p:nvPr/>
          </p:nvSpPr>
          <p:spPr>
            <a:xfrm>
              <a:off x="8479649"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椭圆 31">
              <a:extLst>
                <a:ext uri="{FF2B5EF4-FFF2-40B4-BE49-F238E27FC236}">
                  <a16:creationId xmlns:a16="http://schemas.microsoft.com/office/drawing/2014/main" id="{BBBBD021-F130-7F0D-357C-9C3B54944B69}"/>
                </a:ext>
              </a:extLst>
            </p:cNvPr>
            <p:cNvSpPr/>
            <p:nvPr/>
          </p:nvSpPr>
          <p:spPr>
            <a:xfrm>
              <a:off x="9029340"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椭圆 32">
              <a:extLst>
                <a:ext uri="{FF2B5EF4-FFF2-40B4-BE49-F238E27FC236}">
                  <a16:creationId xmlns:a16="http://schemas.microsoft.com/office/drawing/2014/main" id="{9D798F0F-925A-2672-B583-C0BFE057EF38}"/>
                </a:ext>
              </a:extLst>
            </p:cNvPr>
            <p:cNvSpPr/>
            <p:nvPr/>
          </p:nvSpPr>
          <p:spPr>
            <a:xfrm>
              <a:off x="9579031"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椭圆 33">
              <a:extLst>
                <a:ext uri="{FF2B5EF4-FFF2-40B4-BE49-F238E27FC236}">
                  <a16:creationId xmlns:a16="http://schemas.microsoft.com/office/drawing/2014/main" id="{E4CDF789-CCEF-854C-E64B-FBEBCFAC4DAD}"/>
                </a:ext>
              </a:extLst>
            </p:cNvPr>
            <p:cNvSpPr/>
            <p:nvPr/>
          </p:nvSpPr>
          <p:spPr>
            <a:xfrm>
              <a:off x="6514213"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椭圆 34">
              <a:extLst>
                <a:ext uri="{FF2B5EF4-FFF2-40B4-BE49-F238E27FC236}">
                  <a16:creationId xmlns:a16="http://schemas.microsoft.com/office/drawing/2014/main" id="{AB422AC4-A5C5-B02A-AEB8-D66140A4EF3A}"/>
                </a:ext>
              </a:extLst>
            </p:cNvPr>
            <p:cNvSpPr/>
            <p:nvPr/>
          </p:nvSpPr>
          <p:spPr>
            <a:xfrm>
              <a:off x="7063904"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椭圆 35">
              <a:extLst>
                <a:ext uri="{FF2B5EF4-FFF2-40B4-BE49-F238E27FC236}">
                  <a16:creationId xmlns:a16="http://schemas.microsoft.com/office/drawing/2014/main" id="{A961EC50-22D7-514D-3E76-D75D5AA7FC67}"/>
                </a:ext>
              </a:extLst>
            </p:cNvPr>
            <p:cNvSpPr/>
            <p:nvPr/>
          </p:nvSpPr>
          <p:spPr>
            <a:xfrm>
              <a:off x="7613595"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椭圆 36">
              <a:extLst>
                <a:ext uri="{FF2B5EF4-FFF2-40B4-BE49-F238E27FC236}">
                  <a16:creationId xmlns:a16="http://schemas.microsoft.com/office/drawing/2014/main" id="{3A7648E7-D5E9-46B8-D05A-FDEFA6BBCF92}"/>
                </a:ext>
              </a:extLst>
            </p:cNvPr>
            <p:cNvSpPr/>
            <p:nvPr/>
          </p:nvSpPr>
          <p:spPr>
            <a:xfrm>
              <a:off x="8163286"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椭圆 37">
              <a:extLst>
                <a:ext uri="{FF2B5EF4-FFF2-40B4-BE49-F238E27FC236}">
                  <a16:creationId xmlns:a16="http://schemas.microsoft.com/office/drawing/2014/main" id="{928BA017-B21F-CFAE-19C1-A92282229225}"/>
                </a:ext>
              </a:extLst>
            </p:cNvPr>
            <p:cNvSpPr/>
            <p:nvPr/>
          </p:nvSpPr>
          <p:spPr>
            <a:xfrm>
              <a:off x="8712977"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椭圆 38">
              <a:extLst>
                <a:ext uri="{FF2B5EF4-FFF2-40B4-BE49-F238E27FC236}">
                  <a16:creationId xmlns:a16="http://schemas.microsoft.com/office/drawing/2014/main" id="{575E11F8-622D-3B86-1F2D-94A8D508956C}"/>
                </a:ext>
              </a:extLst>
            </p:cNvPr>
            <p:cNvSpPr/>
            <p:nvPr/>
          </p:nvSpPr>
          <p:spPr>
            <a:xfrm>
              <a:off x="9262668"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43" name="文本框 42">
                <a:extLst>
                  <a:ext uri="{FF2B5EF4-FFF2-40B4-BE49-F238E27FC236}">
                    <a16:creationId xmlns:a16="http://schemas.microsoft.com/office/drawing/2014/main" id="{C9638D54-636D-1327-39FD-33582C5E8369}"/>
                  </a:ext>
                </a:extLst>
              </p:cNvPr>
              <p:cNvSpPr txBox="1"/>
              <p:nvPr/>
            </p:nvSpPr>
            <p:spPr>
              <a:xfrm>
                <a:off x="8904624" y="427446"/>
                <a:ext cx="1469085" cy="508857"/>
              </a:xfrm>
              <a:prstGeom prst="rect">
                <a:avLst/>
              </a:prstGeom>
              <a:noFill/>
            </p:spPr>
            <p:txBody>
              <a:bodyPr wrap="square">
                <a:spAutoFit/>
              </a:bodyPr>
              <a:lstStyle/>
              <a:p>
                <a:r>
                  <a:rPr lang="zh-CN" altLang="en-US" sz="2400" dirty="0">
                    <a:solidFill>
                      <a:srgbClr val="0070C0"/>
                    </a:solidFill>
                  </a:rPr>
                  <a:t>倒格矢</a:t>
                </a:r>
                <a14:m>
                  <m:oMath xmlns:m="http://schemas.openxmlformats.org/officeDocument/2006/math">
                    <m:acc>
                      <m:accPr>
                        <m:chr m:val="⃗"/>
                        <m:ctrlPr>
                          <a:rPr lang="en-US" altLang="zh-CN" sz="2400" i="1">
                            <a:solidFill>
                              <a:srgbClr val="0070C0"/>
                            </a:solidFill>
                            <a:latin typeface="Cambria Math" panose="02040503050406030204" pitchFamily="18" charset="0"/>
                          </a:rPr>
                        </m:ctrlPr>
                      </m:accPr>
                      <m:e>
                        <m:r>
                          <a:rPr lang="en-US" altLang="zh-CN" sz="2400" i="1">
                            <a:solidFill>
                              <a:srgbClr val="0070C0"/>
                            </a:solidFill>
                            <a:latin typeface="Cambria Math" panose="02040503050406030204" pitchFamily="18" charset="0"/>
                          </a:rPr>
                          <m:t>𝐺</m:t>
                        </m:r>
                      </m:e>
                    </m:acc>
                  </m:oMath>
                </a14:m>
                <a:endParaRPr lang="en-US" sz="2400" dirty="0">
                  <a:solidFill>
                    <a:srgbClr val="0070C0"/>
                  </a:solidFill>
                </a:endParaRPr>
              </a:p>
            </p:txBody>
          </p:sp>
        </mc:Choice>
        <mc:Fallback>
          <p:sp>
            <p:nvSpPr>
              <p:cNvPr id="43" name="文本框 42">
                <a:extLst>
                  <a:ext uri="{FF2B5EF4-FFF2-40B4-BE49-F238E27FC236}">
                    <a16:creationId xmlns:a16="http://schemas.microsoft.com/office/drawing/2014/main" id="{C9638D54-636D-1327-39FD-33582C5E8369}"/>
                  </a:ext>
                </a:extLst>
              </p:cNvPr>
              <p:cNvSpPr txBox="1">
                <a:spLocks noRot="1" noChangeAspect="1" noMove="1" noResize="1" noEditPoints="1" noAdjustHandles="1" noChangeArrowheads="1" noChangeShapeType="1" noTextEdit="1"/>
              </p:cNvSpPr>
              <p:nvPr/>
            </p:nvSpPr>
            <p:spPr>
              <a:xfrm>
                <a:off x="8904624" y="427446"/>
                <a:ext cx="1469085" cy="508857"/>
              </a:xfrm>
              <a:prstGeom prst="rect">
                <a:avLst/>
              </a:prstGeom>
              <a:blipFill>
                <a:blip r:embed="rId8"/>
                <a:stretch>
                  <a:fillRect l="-6639" t="-5952" b="-20238"/>
                </a:stretch>
              </a:blipFill>
            </p:spPr>
            <p:txBody>
              <a:bodyPr/>
              <a:lstStyle/>
              <a:p>
                <a:r>
                  <a:rPr lang="en-US">
                    <a:noFill/>
                  </a:rPr>
                  <a:t> </a:t>
                </a:r>
              </a:p>
            </p:txBody>
          </p:sp>
        </mc:Fallback>
      </mc:AlternateContent>
      <p:sp>
        <p:nvSpPr>
          <p:cNvPr id="45" name="文本框 44">
            <a:extLst>
              <a:ext uri="{FF2B5EF4-FFF2-40B4-BE49-F238E27FC236}">
                <a16:creationId xmlns:a16="http://schemas.microsoft.com/office/drawing/2014/main" id="{AC850384-6EF5-D42F-C662-E9D71F0F6552}"/>
              </a:ext>
            </a:extLst>
          </p:cNvPr>
          <p:cNvSpPr txBox="1"/>
          <p:nvPr/>
        </p:nvSpPr>
        <p:spPr>
          <a:xfrm>
            <a:off x="2949428" y="445175"/>
            <a:ext cx="1176108" cy="461665"/>
          </a:xfrm>
          <a:prstGeom prst="rect">
            <a:avLst/>
          </a:prstGeom>
          <a:noFill/>
        </p:spPr>
        <p:txBody>
          <a:bodyPr wrap="square">
            <a:spAutoFit/>
          </a:bodyPr>
          <a:lstStyle/>
          <a:p>
            <a:r>
              <a:rPr lang="zh-CN" altLang="en-US" sz="2400" dirty="0">
                <a:solidFill>
                  <a:srgbClr val="FF0000"/>
                </a:solidFill>
              </a:rPr>
              <a:t>光路图</a:t>
            </a:r>
            <a:endParaRPr lang="en-US" dirty="0">
              <a:solidFill>
                <a:srgbClr val="FF0000"/>
              </a:solidFill>
            </a:endParaRPr>
          </a:p>
        </p:txBody>
      </p:sp>
    </p:spTree>
    <p:extLst>
      <p:ext uri="{BB962C8B-B14F-4D97-AF65-F5344CB8AC3E}">
        <p14:creationId xmlns:p14="http://schemas.microsoft.com/office/powerpoint/2010/main" val="143061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0783E-2145-CCAF-7174-E0B23A0EBE92}"/>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E3A5D66C-04C5-430B-6BA8-584635364BC2}"/>
              </a:ext>
            </a:extLst>
          </p:cNvPr>
          <p:cNvSpPr/>
          <p:nvPr/>
        </p:nvSpPr>
        <p:spPr>
          <a:xfrm>
            <a:off x="939627" y="3265040"/>
            <a:ext cx="643232" cy="3279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六边形 8">
            <a:extLst>
              <a:ext uri="{FF2B5EF4-FFF2-40B4-BE49-F238E27FC236}">
                <a16:creationId xmlns:a16="http://schemas.microsoft.com/office/drawing/2014/main" id="{A135C84B-E9C1-02B5-0F13-C20E3275A4F6}"/>
              </a:ext>
            </a:extLst>
          </p:cNvPr>
          <p:cNvSpPr/>
          <p:nvPr/>
        </p:nvSpPr>
        <p:spPr>
          <a:xfrm>
            <a:off x="3297139" y="3265040"/>
            <a:ext cx="380387" cy="327920"/>
          </a:xfrm>
          <a:prstGeom prst="hexagon">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583514E3-6AAC-F1E5-2B41-1FDE2DA95469}"/>
              </a:ext>
            </a:extLst>
          </p:cNvPr>
          <p:cNvSpPr/>
          <p:nvPr/>
        </p:nvSpPr>
        <p:spPr>
          <a:xfrm>
            <a:off x="1582859" y="1524526"/>
            <a:ext cx="3808948" cy="3808948"/>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箭头连接符 10">
            <a:extLst>
              <a:ext uri="{FF2B5EF4-FFF2-40B4-BE49-F238E27FC236}">
                <a16:creationId xmlns:a16="http://schemas.microsoft.com/office/drawing/2014/main" id="{E2E88748-57DF-3EFF-0B07-5481659D284D}"/>
              </a:ext>
            </a:extLst>
          </p:cNvPr>
          <p:cNvCxnSpPr>
            <a:stCxn id="7" idx="3"/>
          </p:cNvCxnSpPr>
          <p:nvPr/>
        </p:nvCxnSpPr>
        <p:spPr>
          <a:xfrm>
            <a:off x="1582859" y="3429000"/>
            <a:ext cx="190447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25583C7-E4B6-6809-25D6-62BD44A312E7}"/>
              </a:ext>
            </a:extLst>
          </p:cNvPr>
          <p:cNvCxnSpPr/>
          <p:nvPr/>
        </p:nvCxnSpPr>
        <p:spPr>
          <a:xfrm>
            <a:off x="3487334" y="3429000"/>
            <a:ext cx="1904473"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495A5C3-7A50-E325-6522-8C1454EB0865}"/>
              </a:ext>
            </a:extLst>
          </p:cNvPr>
          <p:cNvCxnSpPr>
            <a:cxnSpLocks/>
            <a:stCxn id="6" idx="6"/>
          </p:cNvCxnSpPr>
          <p:nvPr/>
        </p:nvCxnSpPr>
        <p:spPr>
          <a:xfrm flipH="1" flipV="1">
            <a:off x="4541673" y="1842053"/>
            <a:ext cx="850134" cy="1586947"/>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18F9033E-7CD4-2756-42C6-A6745E6EB645}"/>
              </a:ext>
            </a:extLst>
          </p:cNvPr>
          <p:cNvSpPr txBox="1"/>
          <p:nvPr/>
        </p:nvSpPr>
        <p:spPr>
          <a:xfrm>
            <a:off x="472419" y="2438022"/>
            <a:ext cx="1015343" cy="830997"/>
          </a:xfrm>
          <a:prstGeom prst="rect">
            <a:avLst/>
          </a:prstGeom>
          <a:noFill/>
        </p:spPr>
        <p:txBody>
          <a:bodyPr wrap="none" rtlCol="0">
            <a:spAutoFit/>
          </a:bodyPr>
          <a:lstStyle/>
          <a:p>
            <a:r>
              <a:rPr lang="en-US" sz="2400" dirty="0"/>
              <a:t>X-ray</a:t>
            </a:r>
          </a:p>
          <a:p>
            <a:r>
              <a:rPr lang="en-US" sz="2400" dirty="0"/>
              <a:t>source</a:t>
            </a:r>
          </a:p>
        </p:txBody>
      </p:sp>
      <p:sp>
        <p:nvSpPr>
          <p:cNvPr id="26" name="矩形 25">
            <a:extLst>
              <a:ext uri="{FF2B5EF4-FFF2-40B4-BE49-F238E27FC236}">
                <a16:creationId xmlns:a16="http://schemas.microsoft.com/office/drawing/2014/main" id="{2D099CE3-0B87-C97E-137B-04CFEA1C8686}"/>
              </a:ext>
            </a:extLst>
          </p:cNvPr>
          <p:cNvSpPr/>
          <p:nvPr/>
        </p:nvSpPr>
        <p:spPr>
          <a:xfrm rot="2062486">
            <a:off x="4357908" y="1488882"/>
            <a:ext cx="643232" cy="327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文本框 26">
            <a:extLst>
              <a:ext uri="{FF2B5EF4-FFF2-40B4-BE49-F238E27FC236}">
                <a16:creationId xmlns:a16="http://schemas.microsoft.com/office/drawing/2014/main" id="{EA823ABA-9ABB-5D49-C44D-953C3A3330B7}"/>
              </a:ext>
            </a:extLst>
          </p:cNvPr>
          <p:cNvSpPr txBox="1"/>
          <p:nvPr/>
        </p:nvSpPr>
        <p:spPr>
          <a:xfrm>
            <a:off x="4920355" y="1209353"/>
            <a:ext cx="1896673" cy="461665"/>
          </a:xfrm>
          <a:prstGeom prst="rect">
            <a:avLst/>
          </a:prstGeom>
          <a:noFill/>
        </p:spPr>
        <p:txBody>
          <a:bodyPr wrap="none" rtlCol="0">
            <a:spAutoFit/>
          </a:bodyPr>
          <a:lstStyle/>
          <a:p>
            <a:r>
              <a:rPr lang="en-US" sz="2400" dirty="0"/>
              <a:t>Film/detector</a:t>
            </a:r>
          </a:p>
        </p:txBody>
      </p:sp>
      <mc:AlternateContent xmlns:mc="http://schemas.openxmlformats.org/markup-compatibility/2006">
        <mc:Choice xmlns:a14="http://schemas.microsoft.com/office/drawing/2010/main" Requires="a14">
          <p:sp>
            <p:nvSpPr>
              <p:cNvPr id="88" name="文本框 87">
                <a:extLst>
                  <a:ext uri="{FF2B5EF4-FFF2-40B4-BE49-F238E27FC236}">
                    <a16:creationId xmlns:a16="http://schemas.microsoft.com/office/drawing/2014/main" id="{1748239F-8745-FB33-45DE-3714D15BC975}"/>
                  </a:ext>
                </a:extLst>
              </p:cNvPr>
              <p:cNvSpPr txBox="1"/>
              <p:nvPr/>
            </p:nvSpPr>
            <p:spPr>
              <a:xfrm>
                <a:off x="4416826" y="2481229"/>
                <a:ext cx="622296" cy="508857"/>
              </a:xfrm>
              <a:prstGeom prst="rect">
                <a:avLst/>
              </a:prstGeom>
              <a:noFill/>
            </p:spPr>
            <p:txBody>
              <a:bodyPr wrap="square">
                <a:spAutoFit/>
              </a:bodyPr>
              <a:lstStyle/>
              <a:p>
                <a:pPr/>
                <a14:m>
                  <m:oMathPara xmlns:m="http://schemas.openxmlformats.org/officeDocument/2006/math">
                    <m:oMath>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𝐺</m:t>
                          </m:r>
                        </m:e>
                      </m:acc>
                    </m:oMath>
                  </m:oMathPara>
                </a14:m>
                <a:endParaRPr lang="en-US" altLang="zh-CN" sz="2400" dirty="0">
                  <a:solidFill>
                    <a:srgbClr val="0070C0"/>
                  </a:solidFill>
                </a:endParaRPr>
              </a:p>
            </p:txBody>
          </p:sp>
        </mc:Choice>
        <mc:Fallback>
          <p:sp>
            <p:nvSpPr>
              <p:cNvPr id="88" name="文本框 87">
                <a:extLst>
                  <a:ext uri="{FF2B5EF4-FFF2-40B4-BE49-F238E27FC236}">
                    <a16:creationId xmlns:a16="http://schemas.microsoft.com/office/drawing/2014/main" id="{1748239F-8745-FB33-45DE-3714D15BC975}"/>
                  </a:ext>
                </a:extLst>
              </p:cNvPr>
              <p:cNvSpPr txBox="1">
                <a:spLocks noRot="1" noChangeAspect="1" noMove="1" noResize="1" noEditPoints="1" noAdjustHandles="1" noChangeArrowheads="1" noChangeShapeType="1" noTextEdit="1"/>
              </p:cNvSpPr>
              <p:nvPr/>
            </p:nvSpPr>
            <p:spPr>
              <a:xfrm>
                <a:off x="4416826" y="2481229"/>
                <a:ext cx="622296" cy="508857"/>
              </a:xfrm>
              <a:prstGeom prst="rect">
                <a:avLst/>
              </a:prstGeom>
              <a:blipFill>
                <a:blip r:embed="rId2"/>
                <a:stretch>
                  <a:fillRect/>
                </a:stretch>
              </a:blipFill>
            </p:spPr>
            <p:txBody>
              <a:bodyPr/>
              <a:lstStyle/>
              <a:p>
                <a:r>
                  <a:rPr lang="en-US">
                    <a:noFill/>
                  </a:rPr>
                  <a:t> </a:t>
                </a:r>
              </a:p>
            </p:txBody>
          </p:sp>
        </mc:Fallback>
      </mc:AlternateContent>
      <p:sp>
        <p:nvSpPr>
          <p:cNvPr id="101" name="文本框 100">
            <a:extLst>
              <a:ext uri="{FF2B5EF4-FFF2-40B4-BE49-F238E27FC236}">
                <a16:creationId xmlns:a16="http://schemas.microsoft.com/office/drawing/2014/main" id="{A03D6E0A-7FCB-1F2F-2E91-EA58C60B9AB1}"/>
              </a:ext>
            </a:extLst>
          </p:cNvPr>
          <p:cNvSpPr txBox="1"/>
          <p:nvPr/>
        </p:nvSpPr>
        <p:spPr>
          <a:xfrm>
            <a:off x="1200675" y="1042902"/>
            <a:ext cx="2765501" cy="461665"/>
          </a:xfrm>
          <a:prstGeom prst="rect">
            <a:avLst/>
          </a:prstGeom>
          <a:noFill/>
        </p:spPr>
        <p:txBody>
          <a:bodyPr wrap="none" rtlCol="0">
            <a:spAutoFit/>
          </a:bodyPr>
          <a:lstStyle/>
          <a:p>
            <a:r>
              <a:rPr lang="zh-CN" altLang="en-US" sz="2400" dirty="0"/>
              <a:t>成像屏</a:t>
            </a:r>
            <a:r>
              <a:rPr lang="en-US" altLang="zh-CN" sz="2400" dirty="0"/>
              <a:t>/</a:t>
            </a:r>
            <a:r>
              <a:rPr lang="zh-CN" altLang="en-US" sz="2400" dirty="0"/>
              <a:t>探测器位置</a:t>
            </a:r>
            <a:endParaRPr lang="en-US" sz="2400" dirty="0"/>
          </a:p>
        </p:txBody>
      </p:sp>
      <p:cxnSp>
        <p:nvCxnSpPr>
          <p:cNvPr id="2" name="直接箭头连接符 1">
            <a:extLst>
              <a:ext uri="{FF2B5EF4-FFF2-40B4-BE49-F238E27FC236}">
                <a16:creationId xmlns:a16="http://schemas.microsoft.com/office/drawing/2014/main" id="{F12DF87D-0F93-BAB1-1319-85D89965A2A1}"/>
              </a:ext>
            </a:extLst>
          </p:cNvPr>
          <p:cNvCxnSpPr>
            <a:cxnSpLocks/>
          </p:cNvCxnSpPr>
          <p:nvPr/>
        </p:nvCxnSpPr>
        <p:spPr>
          <a:xfrm flipV="1">
            <a:off x="3490356" y="1841277"/>
            <a:ext cx="1063049" cy="159926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EE1156AA-4BB8-D3A8-58C9-FADC2EC26D03}"/>
              </a:ext>
            </a:extLst>
          </p:cNvPr>
          <p:cNvGrpSpPr/>
          <p:nvPr/>
        </p:nvGrpSpPr>
        <p:grpSpPr>
          <a:xfrm rot="5400000">
            <a:off x="7345434" y="2229047"/>
            <a:ext cx="4409056" cy="2723654"/>
            <a:chOff x="6514213" y="2017986"/>
            <a:chExt cx="3945583" cy="2437350"/>
          </a:xfrm>
          <a:solidFill>
            <a:srgbClr val="00B0F0"/>
          </a:solidFill>
        </p:grpSpPr>
        <p:sp>
          <p:nvSpPr>
            <p:cNvPr id="42" name="椭圆 41">
              <a:extLst>
                <a:ext uri="{FF2B5EF4-FFF2-40B4-BE49-F238E27FC236}">
                  <a16:creationId xmlns:a16="http://schemas.microsoft.com/office/drawing/2014/main" id="{D1A2DEDA-B82D-C76C-2804-C683ACE154C1}"/>
                </a:ext>
              </a:extLst>
            </p:cNvPr>
            <p:cNvSpPr/>
            <p:nvPr/>
          </p:nvSpPr>
          <p:spPr>
            <a:xfrm>
              <a:off x="7528461"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椭圆 42">
              <a:extLst>
                <a:ext uri="{FF2B5EF4-FFF2-40B4-BE49-F238E27FC236}">
                  <a16:creationId xmlns:a16="http://schemas.microsoft.com/office/drawing/2014/main" id="{336205AD-6296-C6A6-8B12-B3800D29C1AB}"/>
                </a:ext>
              </a:extLst>
            </p:cNvPr>
            <p:cNvSpPr/>
            <p:nvPr/>
          </p:nvSpPr>
          <p:spPr>
            <a:xfrm>
              <a:off x="8078152"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椭圆 43">
              <a:extLst>
                <a:ext uri="{FF2B5EF4-FFF2-40B4-BE49-F238E27FC236}">
                  <a16:creationId xmlns:a16="http://schemas.microsoft.com/office/drawing/2014/main" id="{8D47651A-6676-E8B8-F19B-4BFFF19E00BA}"/>
                </a:ext>
              </a:extLst>
            </p:cNvPr>
            <p:cNvSpPr/>
            <p:nvPr/>
          </p:nvSpPr>
          <p:spPr>
            <a:xfrm>
              <a:off x="8627843"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椭圆 44">
              <a:extLst>
                <a:ext uri="{FF2B5EF4-FFF2-40B4-BE49-F238E27FC236}">
                  <a16:creationId xmlns:a16="http://schemas.microsoft.com/office/drawing/2014/main" id="{8187874A-2CEB-F699-C6EF-9D4FD8C184BA}"/>
                </a:ext>
              </a:extLst>
            </p:cNvPr>
            <p:cNvSpPr/>
            <p:nvPr/>
          </p:nvSpPr>
          <p:spPr>
            <a:xfrm>
              <a:off x="9177534"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椭圆 45">
              <a:extLst>
                <a:ext uri="{FF2B5EF4-FFF2-40B4-BE49-F238E27FC236}">
                  <a16:creationId xmlns:a16="http://schemas.microsoft.com/office/drawing/2014/main" id="{644E53E8-E795-3972-C305-10C67C55FD17}"/>
                </a:ext>
              </a:extLst>
            </p:cNvPr>
            <p:cNvSpPr/>
            <p:nvPr/>
          </p:nvSpPr>
          <p:spPr>
            <a:xfrm>
              <a:off x="9727225"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椭圆 46">
              <a:extLst>
                <a:ext uri="{FF2B5EF4-FFF2-40B4-BE49-F238E27FC236}">
                  <a16:creationId xmlns:a16="http://schemas.microsoft.com/office/drawing/2014/main" id="{00992692-03FC-9671-A6FA-519D1A38BCD3}"/>
                </a:ext>
              </a:extLst>
            </p:cNvPr>
            <p:cNvSpPr/>
            <p:nvPr/>
          </p:nvSpPr>
          <p:spPr>
            <a:xfrm>
              <a:off x="10276916"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椭圆 47">
              <a:extLst>
                <a:ext uri="{FF2B5EF4-FFF2-40B4-BE49-F238E27FC236}">
                  <a16:creationId xmlns:a16="http://schemas.microsoft.com/office/drawing/2014/main" id="{B88FC6DC-86B6-1748-72C9-24B1BE650AFF}"/>
                </a:ext>
              </a:extLst>
            </p:cNvPr>
            <p:cNvSpPr/>
            <p:nvPr/>
          </p:nvSpPr>
          <p:spPr>
            <a:xfrm>
              <a:off x="7161650"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椭圆 48">
              <a:extLst>
                <a:ext uri="{FF2B5EF4-FFF2-40B4-BE49-F238E27FC236}">
                  <a16:creationId xmlns:a16="http://schemas.microsoft.com/office/drawing/2014/main" id="{5EF1928F-A410-42F3-2AA3-A6FC8A566023}"/>
                </a:ext>
              </a:extLst>
            </p:cNvPr>
            <p:cNvSpPr/>
            <p:nvPr/>
          </p:nvSpPr>
          <p:spPr>
            <a:xfrm>
              <a:off x="7711341"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椭圆 49">
              <a:extLst>
                <a:ext uri="{FF2B5EF4-FFF2-40B4-BE49-F238E27FC236}">
                  <a16:creationId xmlns:a16="http://schemas.microsoft.com/office/drawing/2014/main" id="{2ACC5B95-C0C0-8EA6-1001-57474153662E}"/>
                </a:ext>
              </a:extLst>
            </p:cNvPr>
            <p:cNvSpPr/>
            <p:nvPr/>
          </p:nvSpPr>
          <p:spPr>
            <a:xfrm>
              <a:off x="8261032"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椭圆 50">
              <a:extLst>
                <a:ext uri="{FF2B5EF4-FFF2-40B4-BE49-F238E27FC236}">
                  <a16:creationId xmlns:a16="http://schemas.microsoft.com/office/drawing/2014/main" id="{F71AC2B2-5C0B-6033-B656-4A27BE68FA05}"/>
                </a:ext>
              </a:extLst>
            </p:cNvPr>
            <p:cNvSpPr/>
            <p:nvPr/>
          </p:nvSpPr>
          <p:spPr>
            <a:xfrm>
              <a:off x="8810723"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椭圆 51">
              <a:extLst>
                <a:ext uri="{FF2B5EF4-FFF2-40B4-BE49-F238E27FC236}">
                  <a16:creationId xmlns:a16="http://schemas.microsoft.com/office/drawing/2014/main" id="{143D8012-8BCB-36D9-3967-3278D6BD2B00}"/>
                </a:ext>
              </a:extLst>
            </p:cNvPr>
            <p:cNvSpPr/>
            <p:nvPr/>
          </p:nvSpPr>
          <p:spPr>
            <a:xfrm>
              <a:off x="9360414"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椭圆 52">
              <a:extLst>
                <a:ext uri="{FF2B5EF4-FFF2-40B4-BE49-F238E27FC236}">
                  <a16:creationId xmlns:a16="http://schemas.microsoft.com/office/drawing/2014/main" id="{D2B7BFD9-0467-0623-91A5-69F13F84CCD1}"/>
                </a:ext>
              </a:extLst>
            </p:cNvPr>
            <p:cNvSpPr/>
            <p:nvPr/>
          </p:nvSpPr>
          <p:spPr>
            <a:xfrm>
              <a:off x="9910105"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椭圆 53">
              <a:extLst>
                <a:ext uri="{FF2B5EF4-FFF2-40B4-BE49-F238E27FC236}">
                  <a16:creationId xmlns:a16="http://schemas.microsoft.com/office/drawing/2014/main" id="{27507A71-B9F8-6839-C852-7F77A6869878}"/>
                </a:ext>
              </a:extLst>
            </p:cNvPr>
            <p:cNvSpPr/>
            <p:nvPr/>
          </p:nvSpPr>
          <p:spPr>
            <a:xfrm>
              <a:off x="683057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椭圆 54">
              <a:extLst>
                <a:ext uri="{FF2B5EF4-FFF2-40B4-BE49-F238E27FC236}">
                  <a16:creationId xmlns:a16="http://schemas.microsoft.com/office/drawing/2014/main" id="{E13512D8-A0EC-57A8-FA64-012DD1141BD5}"/>
                </a:ext>
              </a:extLst>
            </p:cNvPr>
            <p:cNvSpPr/>
            <p:nvPr/>
          </p:nvSpPr>
          <p:spPr>
            <a:xfrm>
              <a:off x="738026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椭圆 55">
              <a:extLst>
                <a:ext uri="{FF2B5EF4-FFF2-40B4-BE49-F238E27FC236}">
                  <a16:creationId xmlns:a16="http://schemas.microsoft.com/office/drawing/2014/main" id="{8E0586B5-2905-CD05-149D-F4D9482F03E6}"/>
                </a:ext>
              </a:extLst>
            </p:cNvPr>
            <p:cNvSpPr/>
            <p:nvPr/>
          </p:nvSpPr>
          <p:spPr>
            <a:xfrm>
              <a:off x="7929958"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椭圆 56">
              <a:extLst>
                <a:ext uri="{FF2B5EF4-FFF2-40B4-BE49-F238E27FC236}">
                  <a16:creationId xmlns:a16="http://schemas.microsoft.com/office/drawing/2014/main" id="{DB7EF681-A00C-15C1-993C-D5080112A0EB}"/>
                </a:ext>
              </a:extLst>
            </p:cNvPr>
            <p:cNvSpPr/>
            <p:nvPr/>
          </p:nvSpPr>
          <p:spPr>
            <a:xfrm>
              <a:off x="8479649"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椭圆 57">
              <a:extLst>
                <a:ext uri="{FF2B5EF4-FFF2-40B4-BE49-F238E27FC236}">
                  <a16:creationId xmlns:a16="http://schemas.microsoft.com/office/drawing/2014/main" id="{74C1303C-3DD2-F7D3-34C5-38DD262AEBE6}"/>
                </a:ext>
              </a:extLst>
            </p:cNvPr>
            <p:cNvSpPr/>
            <p:nvPr/>
          </p:nvSpPr>
          <p:spPr>
            <a:xfrm>
              <a:off x="9029340"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椭圆 58">
              <a:extLst>
                <a:ext uri="{FF2B5EF4-FFF2-40B4-BE49-F238E27FC236}">
                  <a16:creationId xmlns:a16="http://schemas.microsoft.com/office/drawing/2014/main" id="{8A08E183-8222-5F56-DC02-77CACB3E3A60}"/>
                </a:ext>
              </a:extLst>
            </p:cNvPr>
            <p:cNvSpPr/>
            <p:nvPr/>
          </p:nvSpPr>
          <p:spPr>
            <a:xfrm>
              <a:off x="9579031"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椭圆 59">
              <a:extLst>
                <a:ext uri="{FF2B5EF4-FFF2-40B4-BE49-F238E27FC236}">
                  <a16:creationId xmlns:a16="http://schemas.microsoft.com/office/drawing/2014/main" id="{8BA9B082-15CA-0516-5AE3-3F2D7B8004F4}"/>
                </a:ext>
              </a:extLst>
            </p:cNvPr>
            <p:cNvSpPr/>
            <p:nvPr/>
          </p:nvSpPr>
          <p:spPr>
            <a:xfrm>
              <a:off x="6514213"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椭圆 60">
              <a:extLst>
                <a:ext uri="{FF2B5EF4-FFF2-40B4-BE49-F238E27FC236}">
                  <a16:creationId xmlns:a16="http://schemas.microsoft.com/office/drawing/2014/main" id="{B51919DF-4B74-2667-95A9-0DAA036EEBC3}"/>
                </a:ext>
              </a:extLst>
            </p:cNvPr>
            <p:cNvSpPr/>
            <p:nvPr/>
          </p:nvSpPr>
          <p:spPr>
            <a:xfrm>
              <a:off x="7063904"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椭圆 61">
              <a:extLst>
                <a:ext uri="{FF2B5EF4-FFF2-40B4-BE49-F238E27FC236}">
                  <a16:creationId xmlns:a16="http://schemas.microsoft.com/office/drawing/2014/main" id="{F384A90B-4B8C-D4EF-F8B2-D726361FE433}"/>
                </a:ext>
              </a:extLst>
            </p:cNvPr>
            <p:cNvSpPr/>
            <p:nvPr/>
          </p:nvSpPr>
          <p:spPr>
            <a:xfrm>
              <a:off x="7613595"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椭圆 62">
              <a:extLst>
                <a:ext uri="{FF2B5EF4-FFF2-40B4-BE49-F238E27FC236}">
                  <a16:creationId xmlns:a16="http://schemas.microsoft.com/office/drawing/2014/main" id="{B703AACB-C508-5A56-9442-9E331E9CB24C}"/>
                </a:ext>
              </a:extLst>
            </p:cNvPr>
            <p:cNvSpPr/>
            <p:nvPr/>
          </p:nvSpPr>
          <p:spPr>
            <a:xfrm>
              <a:off x="8163286"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椭圆 63">
              <a:extLst>
                <a:ext uri="{FF2B5EF4-FFF2-40B4-BE49-F238E27FC236}">
                  <a16:creationId xmlns:a16="http://schemas.microsoft.com/office/drawing/2014/main" id="{6FB4D094-E998-20F9-C293-36D9043D6519}"/>
                </a:ext>
              </a:extLst>
            </p:cNvPr>
            <p:cNvSpPr/>
            <p:nvPr/>
          </p:nvSpPr>
          <p:spPr>
            <a:xfrm>
              <a:off x="8712977"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椭圆 64">
              <a:extLst>
                <a:ext uri="{FF2B5EF4-FFF2-40B4-BE49-F238E27FC236}">
                  <a16:creationId xmlns:a16="http://schemas.microsoft.com/office/drawing/2014/main" id="{8E9B834C-971C-E496-77C2-4DD92BD910C1}"/>
                </a:ext>
              </a:extLst>
            </p:cNvPr>
            <p:cNvSpPr/>
            <p:nvPr/>
          </p:nvSpPr>
          <p:spPr>
            <a:xfrm>
              <a:off x="9262668"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69" name="文本框 68">
                <a:extLst>
                  <a:ext uri="{FF2B5EF4-FFF2-40B4-BE49-F238E27FC236}">
                    <a16:creationId xmlns:a16="http://schemas.microsoft.com/office/drawing/2014/main" id="{D9E45813-1A28-213D-446A-246526E6C134}"/>
                  </a:ext>
                </a:extLst>
              </p:cNvPr>
              <p:cNvSpPr txBox="1"/>
              <p:nvPr/>
            </p:nvSpPr>
            <p:spPr>
              <a:xfrm>
                <a:off x="9867663" y="1209353"/>
                <a:ext cx="1509332" cy="878189"/>
              </a:xfrm>
              <a:prstGeom prst="rect">
                <a:avLst/>
              </a:prstGeom>
              <a:noFill/>
            </p:spPr>
            <p:txBody>
              <a:bodyPr wrap="square">
                <a:spAutoFit/>
              </a:bodyPr>
              <a:lstStyle/>
              <a:p>
                <a:pPr/>
                <a14:m>
                  <m:oMathPara xmlns:m="http://schemas.openxmlformats.org/officeDocument/2006/math">
                    <m:oMath>
                      <m:sSub>
                        <m:sSubPr>
                          <m:ctrlPr>
                            <a:rPr lang="en-US" altLang="zh-CN" sz="2400" i="1">
                              <a:solidFill>
                                <a:srgbClr val="0070C0"/>
                              </a:solidFill>
                              <a:latin typeface="Cambria Math" panose="02040503050406030204" pitchFamily="18" charset="0"/>
                            </a:rPr>
                          </m:ctrlPr>
                        </m:sSubPr>
                        <m:e>
                          <m:acc>
                            <m:accPr>
                              <m:chr m:val="⃑"/>
                              <m:ctrlPr>
                                <a:rPr lang="en-US" altLang="zh-CN" sz="2400" i="1">
                                  <a:solidFill>
                                    <a:srgbClr val="0070C0"/>
                                  </a:solidFill>
                                  <a:latin typeface="Cambria Math" panose="02040503050406030204" pitchFamily="18" charset="0"/>
                                </a:rPr>
                              </m:ctrlPr>
                            </m:accPr>
                            <m:e>
                              <m:r>
                                <a:rPr lang="en-US" altLang="zh-CN" sz="2400" i="1">
                                  <a:solidFill>
                                    <a:srgbClr val="0070C0"/>
                                  </a:solidFill>
                                  <a:latin typeface="Cambria Math" panose="02040503050406030204" pitchFamily="18" charset="0"/>
                                </a:rPr>
                                <m:t>𝐺</m:t>
                              </m:r>
                            </m:e>
                          </m:acc>
                        </m:e>
                        <m:sub>
                          <m:r>
                            <a:rPr lang="en-US" altLang="zh-CN" sz="2400" i="1">
                              <a:solidFill>
                                <a:srgbClr val="0070C0"/>
                              </a:solidFill>
                              <a:latin typeface="Cambria Math" panose="02040503050406030204" pitchFamily="18" charset="0"/>
                            </a:rPr>
                            <m:t>ℎ</m:t>
                          </m:r>
                        </m:sub>
                      </m:sSub>
                    </m:oMath>
                  </m:oMathPara>
                </a14:m>
                <a:endParaRPr lang="zh-CN" altLang="en-US" sz="2400" dirty="0"/>
              </a:p>
              <a:p>
                <a:endParaRPr lang="en-US" altLang="zh-CN" sz="2400" dirty="0">
                  <a:solidFill>
                    <a:srgbClr val="0070C0"/>
                  </a:solidFill>
                </a:endParaRPr>
              </a:p>
            </p:txBody>
          </p:sp>
        </mc:Choice>
        <mc:Fallback>
          <p:sp>
            <p:nvSpPr>
              <p:cNvPr id="69" name="文本框 68">
                <a:extLst>
                  <a:ext uri="{FF2B5EF4-FFF2-40B4-BE49-F238E27FC236}">
                    <a16:creationId xmlns:a16="http://schemas.microsoft.com/office/drawing/2014/main" id="{D9E45813-1A28-213D-446A-246526E6C134}"/>
                  </a:ext>
                </a:extLst>
              </p:cNvPr>
              <p:cNvSpPr txBox="1">
                <a:spLocks noRot="1" noChangeAspect="1" noMove="1" noResize="1" noEditPoints="1" noAdjustHandles="1" noChangeArrowheads="1" noChangeShapeType="1" noTextEdit="1"/>
              </p:cNvSpPr>
              <p:nvPr/>
            </p:nvSpPr>
            <p:spPr>
              <a:xfrm>
                <a:off x="9867663" y="1209353"/>
                <a:ext cx="1509332" cy="878189"/>
              </a:xfrm>
              <a:prstGeom prst="rect">
                <a:avLst/>
              </a:prstGeom>
              <a:blipFill>
                <a:blip r:embed="rId3"/>
                <a:stretch>
                  <a:fillRect/>
                </a:stretch>
              </a:blipFill>
            </p:spPr>
            <p:txBody>
              <a:bodyPr/>
              <a:lstStyle/>
              <a:p>
                <a:r>
                  <a:rPr lang="en-US">
                    <a:noFill/>
                  </a:rPr>
                  <a:t> </a:t>
                </a:r>
              </a:p>
            </p:txBody>
          </p:sp>
        </mc:Fallback>
      </mc:AlternateContent>
      <p:graphicFrame>
        <p:nvGraphicFramePr>
          <p:cNvPr id="70" name="表格 69">
            <a:extLst>
              <a:ext uri="{FF2B5EF4-FFF2-40B4-BE49-F238E27FC236}">
                <a16:creationId xmlns:a16="http://schemas.microsoft.com/office/drawing/2014/main" id="{1313CAED-1596-9A0A-38BB-35815A21412D}"/>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3" name="文本框 2">
            <a:extLst>
              <a:ext uri="{FF2B5EF4-FFF2-40B4-BE49-F238E27FC236}">
                <a16:creationId xmlns:a16="http://schemas.microsoft.com/office/drawing/2014/main" id="{6A05A9A3-5B19-422C-18F5-902F1D7CD487}"/>
              </a:ext>
            </a:extLst>
          </p:cNvPr>
          <p:cNvSpPr txBox="1"/>
          <p:nvPr/>
        </p:nvSpPr>
        <p:spPr>
          <a:xfrm>
            <a:off x="4250383" y="5908954"/>
            <a:ext cx="4339650" cy="646331"/>
          </a:xfrm>
          <a:prstGeom prst="rect">
            <a:avLst/>
          </a:prstGeom>
          <a:noFill/>
        </p:spPr>
        <p:txBody>
          <a:bodyPr wrap="none" rtlCol="0">
            <a:spAutoFit/>
          </a:bodyPr>
          <a:lstStyle/>
          <a:p>
            <a:r>
              <a:rPr lang="zh-CN" altLang="en-US" dirty="0">
                <a:highlight>
                  <a:srgbClr val="FFFF00"/>
                </a:highlight>
              </a:rPr>
              <a:t>量纲相同，形式相同，可以直接比较了！</a:t>
            </a:r>
            <a:endParaRPr lang="en-US" altLang="zh-CN" dirty="0">
              <a:highlight>
                <a:srgbClr val="FFFF00"/>
              </a:highlight>
            </a:endParaRPr>
          </a:p>
          <a:p>
            <a:r>
              <a:rPr lang="zh-CN" altLang="en-US" i="1" dirty="0">
                <a:solidFill>
                  <a:srgbClr val="FF0000"/>
                </a:solidFill>
                <a:highlight>
                  <a:srgbClr val="FFFF00"/>
                </a:highlight>
                <a:latin typeface="Cambria Math" panose="02040503050406030204" pitchFamily="18" charset="0"/>
              </a:rPr>
              <a:t>将左右两图叠放</a:t>
            </a:r>
            <a:r>
              <a:rPr lang="en-US" altLang="zh-CN" i="1" dirty="0">
                <a:solidFill>
                  <a:srgbClr val="FF0000"/>
                </a:solidFill>
                <a:highlight>
                  <a:srgbClr val="FFFF00"/>
                </a:highlight>
                <a:latin typeface="Cambria Math" panose="02040503050406030204" pitchFamily="18" charset="0"/>
              </a:rPr>
              <a:t>……</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04460596-2257-A55F-7091-5BB8AFFCE807}"/>
                  </a:ext>
                </a:extLst>
              </p:cNvPr>
              <p:cNvSpPr txBox="1"/>
              <p:nvPr/>
            </p:nvSpPr>
            <p:spPr>
              <a:xfrm>
                <a:off x="1980752" y="315615"/>
                <a:ext cx="2985988" cy="806375"/>
              </a:xfrm>
              <a:prstGeom prst="rect">
                <a:avLst/>
              </a:prstGeom>
              <a:noFill/>
            </p:spPr>
            <p:txBody>
              <a:bodyPr wrap="square">
                <a:spAutoFit/>
              </a:bodyPr>
              <a:lstStyle/>
              <a:p>
                <a:pPr/>
                <a14:m>
                  <m:oMathPara xmlns:m="http://schemas.openxmlformats.org/officeDocument/2006/math">
                    <m:oMath>
                      <m:r>
                        <a:rPr lang="zh-CN" altLang="en-US" sz="2400" i="1">
                          <a:solidFill>
                            <a:srgbClr val="FF0000"/>
                          </a:solidFill>
                          <a:latin typeface="Cambria Math" panose="02040503050406030204" pitchFamily="18" charset="0"/>
                        </a:rPr>
                        <m:t>光路图</m:t>
                      </m:r>
                      <m:r>
                        <a:rPr lang="zh-CN" altLang="en-US" sz="2400" i="1">
                          <a:solidFill>
                            <a:srgbClr val="FF0000"/>
                          </a:solidFill>
                          <a:latin typeface="Cambria Math" panose="02040503050406030204" pitchFamily="18" charset="0"/>
                        </a:rPr>
                        <m:t>除以</m:t>
                      </m:r>
                      <m:r>
                        <a:rPr lang="zh-CN" altLang="en-US" sz="2400" i="1">
                          <a:solidFill>
                            <a:srgbClr val="FF0000"/>
                          </a:solidFill>
                          <a:latin typeface="Cambria Math" panose="02040503050406030204" pitchFamily="18" charset="0"/>
                        </a:rPr>
                        <m:t>系数</m:t>
                      </m:r>
                      <m:f>
                        <m:fPr>
                          <m:ctrlPr>
                            <a:rPr lang="en-US" altLang="zh-CN" sz="2400" i="1">
                              <a:solidFill>
                                <a:srgbClr val="FF0000"/>
                              </a:solidFill>
                              <a:latin typeface="Cambria Math" panose="02040503050406030204" pitchFamily="18" charset="0"/>
                            </a:rPr>
                          </m:ctrlPr>
                        </m:fPr>
                        <m:num>
                          <m:d>
                            <m:dPr>
                              <m:begChr m:val="|"/>
                              <m:endChr m:val="|"/>
                              <m:ctrlPr>
                                <a:rPr lang="en-US" altLang="zh-CN" sz="2400" i="1">
                                  <a:solidFill>
                                    <a:srgbClr val="FF0000"/>
                                  </a:solidFill>
                                  <a:latin typeface="Cambria Math" panose="02040503050406030204" pitchFamily="18" charset="0"/>
                                </a:rPr>
                              </m:ctrlPr>
                            </m:dPr>
                            <m:e>
                              <m:r>
                                <a:rPr lang="en-US" altLang="zh-CN" sz="2400" i="1">
                                  <a:solidFill>
                                    <a:srgbClr val="FF0000"/>
                                  </a:solidFill>
                                  <a:latin typeface="Cambria Math" panose="02040503050406030204" pitchFamily="18" charset="0"/>
                                </a:rPr>
                                <m:t>𝐿</m:t>
                              </m:r>
                            </m:e>
                          </m:d>
                          <m:r>
                            <a:rPr lang="zh-CN" altLang="en-US" sz="2400" i="1">
                              <a:solidFill>
                                <a:srgbClr val="FF0000"/>
                              </a:solidFill>
                              <a:latin typeface="Cambria Math" panose="02040503050406030204" pitchFamily="18" charset="0"/>
                            </a:rPr>
                            <m:t>𝜆</m:t>
                          </m:r>
                        </m:num>
                        <m:den>
                          <m:r>
                            <a:rPr lang="en-US" altLang="zh-CN"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𝜋</m:t>
                          </m:r>
                        </m:den>
                      </m:f>
                    </m:oMath>
                  </m:oMathPara>
                </a14:m>
                <a:endParaRPr lang="en-US" dirty="0"/>
              </a:p>
            </p:txBody>
          </p:sp>
        </mc:Choice>
        <mc:Fallback>
          <p:sp>
            <p:nvSpPr>
              <p:cNvPr id="5" name="文本框 4">
                <a:extLst>
                  <a:ext uri="{FF2B5EF4-FFF2-40B4-BE49-F238E27FC236}">
                    <a16:creationId xmlns:a16="http://schemas.microsoft.com/office/drawing/2014/main" id="{04460596-2257-A55F-7091-5BB8AFFCE807}"/>
                  </a:ext>
                </a:extLst>
              </p:cNvPr>
              <p:cNvSpPr txBox="1">
                <a:spLocks noRot="1" noChangeAspect="1" noMove="1" noResize="1" noEditPoints="1" noAdjustHandles="1" noChangeArrowheads="1" noChangeShapeType="1" noTextEdit="1"/>
              </p:cNvSpPr>
              <p:nvPr/>
            </p:nvSpPr>
            <p:spPr>
              <a:xfrm>
                <a:off x="1980752" y="315615"/>
                <a:ext cx="2985988" cy="8063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B48D0018-1141-A91A-1A97-BBE4CC6EB9B5}"/>
                  </a:ext>
                </a:extLst>
              </p:cNvPr>
              <p:cNvSpPr txBox="1"/>
              <p:nvPr/>
            </p:nvSpPr>
            <p:spPr>
              <a:xfrm>
                <a:off x="1766017" y="3455524"/>
                <a:ext cx="1634815" cy="901785"/>
              </a:xfrm>
              <a:prstGeom prst="rect">
                <a:avLst/>
              </a:prstGeom>
              <a:noFill/>
            </p:spPr>
            <p:txBody>
              <a:bodyPr wrap="square">
                <a:spAutoFit/>
              </a:bodyPr>
              <a:lstStyle/>
              <a:p>
                <a:pPr/>
                <a14:m>
                  <m:oMathPara xmlns:m="http://schemas.openxmlformats.org/officeDocument/2006/math">
                    <m:oMath>
                      <m:acc>
                        <m:accPr>
                          <m:chr m:val="⃗"/>
                          <m:ctrlPr>
                            <a:rPr lang="en-US" sz="2800" b="0" i="1" smtClean="0">
                              <a:solidFill>
                                <a:srgbClr val="FF0000"/>
                              </a:solidFill>
                              <a:latin typeface="Cambria Math" panose="02040503050406030204" pitchFamily="18" charset="0"/>
                            </a:rPr>
                          </m:ctrlPr>
                        </m:accPr>
                        <m:e>
                          <m:r>
                            <a:rPr lang="en-US" sz="2800" b="0" i="1" smtClean="0">
                              <a:solidFill>
                                <a:srgbClr val="FF0000"/>
                              </a:solidFill>
                              <a:latin typeface="Cambria Math" panose="02040503050406030204" pitchFamily="18" charset="0"/>
                            </a:rPr>
                            <m:t>𝑘</m:t>
                          </m:r>
                        </m:e>
                      </m:acc>
                      <m:r>
                        <a:rPr lang="en-US" sz="2800" b="0" i="0"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rPr>
                          </m:ctrlPr>
                        </m:fPr>
                        <m:num>
                          <m:r>
                            <a:rPr lang="en-US" sz="2800" b="0" i="1" smtClean="0">
                              <a:solidFill>
                                <a:srgbClr val="FF0000"/>
                              </a:solidFill>
                              <a:latin typeface="Cambria Math" panose="02040503050406030204" pitchFamily="18" charset="0"/>
                            </a:rPr>
                            <m:t>2</m:t>
                          </m:r>
                          <m:r>
                            <a:rPr lang="en-US" sz="2800" b="0" i="1" smtClean="0">
                              <a:solidFill>
                                <a:srgbClr val="FF0000"/>
                              </a:solidFill>
                              <a:latin typeface="Cambria Math" panose="02040503050406030204" pitchFamily="18" charset="0"/>
                              <a:ea typeface="Cambria Math" panose="02040503050406030204" pitchFamily="18" charset="0"/>
                            </a:rPr>
                            <m:t>𝜋</m:t>
                          </m:r>
                        </m:num>
                        <m:den>
                          <m:r>
                            <a:rPr lang="en-US" sz="2800" i="1" smtClean="0">
                              <a:solidFill>
                                <a:srgbClr val="FF0000"/>
                              </a:solidFill>
                              <a:latin typeface="Cambria Math" panose="02040503050406030204" pitchFamily="18" charset="0"/>
                              <a:ea typeface="Cambria Math" panose="02040503050406030204" pitchFamily="18" charset="0"/>
                            </a:rPr>
                            <m:t>𝜆</m:t>
                          </m:r>
                        </m:den>
                      </m:f>
                      <m:acc>
                        <m:accPr>
                          <m:chr m:val="⃗"/>
                          <m:ctrlPr>
                            <a:rPr lang="en-US" altLang="zh-CN" sz="2800" i="1">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𝑛</m:t>
                          </m:r>
                        </m:e>
                      </m:acc>
                    </m:oMath>
                  </m:oMathPara>
                </a14:m>
                <a:endParaRPr lang="en-US" sz="2800" dirty="0">
                  <a:solidFill>
                    <a:srgbClr val="FF0000"/>
                  </a:solidFill>
                </a:endParaRPr>
              </a:p>
            </p:txBody>
          </p:sp>
        </mc:Choice>
        <mc:Fallback>
          <p:sp>
            <p:nvSpPr>
              <p:cNvPr id="10" name="文本框 9">
                <a:extLst>
                  <a:ext uri="{FF2B5EF4-FFF2-40B4-BE49-F238E27FC236}">
                    <a16:creationId xmlns:a16="http://schemas.microsoft.com/office/drawing/2014/main" id="{B48D0018-1141-A91A-1A97-BBE4CC6EB9B5}"/>
                  </a:ext>
                </a:extLst>
              </p:cNvPr>
              <p:cNvSpPr txBox="1">
                <a:spLocks noRot="1" noChangeAspect="1" noMove="1" noResize="1" noEditPoints="1" noAdjustHandles="1" noChangeArrowheads="1" noChangeShapeType="1" noTextEdit="1"/>
              </p:cNvSpPr>
              <p:nvPr/>
            </p:nvSpPr>
            <p:spPr>
              <a:xfrm>
                <a:off x="1766017" y="3455524"/>
                <a:ext cx="1634815" cy="90178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20A72775-4672-5322-980C-763F7698C25A}"/>
                  </a:ext>
                </a:extLst>
              </p:cNvPr>
              <p:cNvSpPr txBox="1"/>
              <p:nvPr/>
            </p:nvSpPr>
            <p:spPr>
              <a:xfrm>
                <a:off x="2233002" y="2020286"/>
                <a:ext cx="2087215" cy="901785"/>
              </a:xfrm>
              <a:prstGeom prst="rect">
                <a:avLst/>
              </a:prstGeom>
              <a:noFill/>
            </p:spPr>
            <p:txBody>
              <a:bodyPr wrap="square">
                <a:spAutoFit/>
              </a:bodyPr>
              <a:lstStyle/>
              <a:p>
                <a:pPr/>
                <a14:m>
                  <m:oMathPara xmlns:m="http://schemas.openxmlformats.org/officeDocument/2006/math">
                    <m:oMath>
                      <m:acc>
                        <m:accPr>
                          <m:chr m:val="⃗"/>
                          <m:ctrlPr>
                            <a:rPr lang="en-US" sz="2800" b="0" i="1" smtClean="0">
                              <a:solidFill>
                                <a:srgbClr val="FF0000"/>
                              </a:solidFill>
                              <a:latin typeface="Cambria Math" panose="02040503050406030204" pitchFamily="18" charset="0"/>
                            </a:rPr>
                          </m:ctrlPr>
                        </m:accPr>
                        <m:e>
                          <m:r>
                            <a:rPr lang="en-US" sz="2800" b="0" i="1" smtClean="0">
                              <a:solidFill>
                                <a:srgbClr val="FF0000"/>
                              </a:solidFill>
                              <a:latin typeface="Cambria Math" panose="02040503050406030204" pitchFamily="18" charset="0"/>
                            </a:rPr>
                            <m:t>𝑘</m:t>
                          </m:r>
                          <m:r>
                            <a:rPr lang="en-US" sz="2800" b="0" i="1" smtClean="0">
                              <a:solidFill>
                                <a:srgbClr val="FF0000"/>
                              </a:solidFill>
                              <a:latin typeface="Cambria Math" panose="02040503050406030204" pitchFamily="18" charset="0"/>
                            </a:rPr>
                            <m:t>′</m:t>
                          </m:r>
                        </m:e>
                      </m:acc>
                      <m:r>
                        <a:rPr lang="en-US" sz="2800" b="0" i="0"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rPr>
                          </m:ctrlPr>
                        </m:fPr>
                        <m:num>
                          <m:r>
                            <a:rPr lang="en-US" sz="2800" b="0" i="1" smtClean="0">
                              <a:solidFill>
                                <a:srgbClr val="FF0000"/>
                              </a:solidFill>
                              <a:latin typeface="Cambria Math" panose="02040503050406030204" pitchFamily="18" charset="0"/>
                            </a:rPr>
                            <m:t>2</m:t>
                          </m:r>
                          <m:r>
                            <a:rPr lang="en-US" sz="2800" b="0" i="1" smtClean="0">
                              <a:solidFill>
                                <a:srgbClr val="FF0000"/>
                              </a:solidFill>
                              <a:latin typeface="Cambria Math" panose="02040503050406030204" pitchFamily="18" charset="0"/>
                              <a:ea typeface="Cambria Math" panose="02040503050406030204" pitchFamily="18" charset="0"/>
                            </a:rPr>
                            <m:t>𝜋</m:t>
                          </m:r>
                        </m:num>
                        <m:den>
                          <m:r>
                            <a:rPr lang="en-US" sz="2800" i="1" smtClean="0">
                              <a:solidFill>
                                <a:srgbClr val="FF0000"/>
                              </a:solidFill>
                              <a:latin typeface="Cambria Math" panose="02040503050406030204" pitchFamily="18" charset="0"/>
                              <a:ea typeface="Cambria Math" panose="02040503050406030204" pitchFamily="18" charset="0"/>
                            </a:rPr>
                            <m:t>𝜆</m:t>
                          </m:r>
                        </m:den>
                      </m:f>
                      <m:acc>
                        <m:accPr>
                          <m:chr m:val="⃗"/>
                          <m:ctrlPr>
                            <a:rPr lang="en-US" altLang="zh-CN" sz="2800" i="1">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𝑛</m:t>
                          </m:r>
                          <m:r>
                            <a:rPr lang="en-US" altLang="zh-CN" sz="2800" b="0" i="1" smtClean="0">
                              <a:solidFill>
                                <a:srgbClr val="FF0000"/>
                              </a:solidFill>
                              <a:latin typeface="Cambria Math" panose="02040503050406030204" pitchFamily="18" charset="0"/>
                            </a:rPr>
                            <m:t>′</m:t>
                          </m:r>
                        </m:e>
                      </m:acc>
                    </m:oMath>
                  </m:oMathPara>
                </a14:m>
                <a:endParaRPr lang="en-US" sz="2800" dirty="0">
                  <a:solidFill>
                    <a:srgbClr val="FF0000"/>
                  </a:solidFill>
                </a:endParaRPr>
              </a:p>
            </p:txBody>
          </p:sp>
        </mc:Choice>
        <mc:Fallback>
          <p:sp>
            <p:nvSpPr>
              <p:cNvPr id="13" name="文本框 12">
                <a:extLst>
                  <a:ext uri="{FF2B5EF4-FFF2-40B4-BE49-F238E27FC236}">
                    <a16:creationId xmlns:a16="http://schemas.microsoft.com/office/drawing/2014/main" id="{20A72775-4672-5322-980C-763F7698C25A}"/>
                  </a:ext>
                </a:extLst>
              </p:cNvPr>
              <p:cNvSpPr txBox="1">
                <a:spLocks noRot="1" noChangeAspect="1" noMove="1" noResize="1" noEditPoints="1" noAdjustHandles="1" noChangeArrowheads="1" noChangeShapeType="1" noTextEdit="1"/>
              </p:cNvSpPr>
              <p:nvPr/>
            </p:nvSpPr>
            <p:spPr>
              <a:xfrm>
                <a:off x="2233002" y="2020286"/>
                <a:ext cx="2087215" cy="90178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05624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D7A37-8A12-C7A8-6CF6-73F7AF62A462}"/>
            </a:ext>
          </a:extLst>
        </p:cNvPr>
        <p:cNvGrpSpPr/>
        <p:nvPr/>
      </p:nvGrpSpPr>
      <p:grpSpPr>
        <a:xfrm>
          <a:off x="0" y="0"/>
          <a:ext cx="0" cy="0"/>
          <a:chOff x="0" y="0"/>
          <a:chExt cx="0" cy="0"/>
        </a:xfrm>
      </p:grpSpPr>
      <p:grpSp>
        <p:nvGrpSpPr>
          <p:cNvPr id="41" name="组合 40">
            <a:extLst>
              <a:ext uri="{FF2B5EF4-FFF2-40B4-BE49-F238E27FC236}">
                <a16:creationId xmlns:a16="http://schemas.microsoft.com/office/drawing/2014/main" id="{EA0BC664-1CBD-830D-3731-462A5A4466A0}"/>
              </a:ext>
            </a:extLst>
          </p:cNvPr>
          <p:cNvGrpSpPr/>
          <p:nvPr/>
        </p:nvGrpSpPr>
        <p:grpSpPr>
          <a:xfrm rot="5400000">
            <a:off x="4979921" y="2222421"/>
            <a:ext cx="4409056" cy="2723654"/>
            <a:chOff x="6514213" y="2017986"/>
            <a:chExt cx="3945583" cy="2437350"/>
          </a:xfrm>
          <a:solidFill>
            <a:srgbClr val="00B0F0"/>
          </a:solidFill>
        </p:grpSpPr>
        <p:sp>
          <p:nvSpPr>
            <p:cNvPr id="42" name="椭圆 41">
              <a:extLst>
                <a:ext uri="{FF2B5EF4-FFF2-40B4-BE49-F238E27FC236}">
                  <a16:creationId xmlns:a16="http://schemas.microsoft.com/office/drawing/2014/main" id="{065C8BF2-1CA7-5AE5-7596-2D6C63FA6F47}"/>
                </a:ext>
              </a:extLst>
            </p:cNvPr>
            <p:cNvSpPr/>
            <p:nvPr/>
          </p:nvSpPr>
          <p:spPr>
            <a:xfrm>
              <a:off x="7528461"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椭圆 42">
              <a:extLst>
                <a:ext uri="{FF2B5EF4-FFF2-40B4-BE49-F238E27FC236}">
                  <a16:creationId xmlns:a16="http://schemas.microsoft.com/office/drawing/2014/main" id="{053CAE6C-D179-C5C6-C5CE-F5B0081F1467}"/>
                </a:ext>
              </a:extLst>
            </p:cNvPr>
            <p:cNvSpPr/>
            <p:nvPr/>
          </p:nvSpPr>
          <p:spPr>
            <a:xfrm>
              <a:off x="8078152"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椭圆 43">
              <a:extLst>
                <a:ext uri="{FF2B5EF4-FFF2-40B4-BE49-F238E27FC236}">
                  <a16:creationId xmlns:a16="http://schemas.microsoft.com/office/drawing/2014/main" id="{D05E3C13-A83E-6245-898A-EE2E1A7180BF}"/>
                </a:ext>
              </a:extLst>
            </p:cNvPr>
            <p:cNvSpPr/>
            <p:nvPr/>
          </p:nvSpPr>
          <p:spPr>
            <a:xfrm>
              <a:off x="8627843"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椭圆 44">
              <a:extLst>
                <a:ext uri="{FF2B5EF4-FFF2-40B4-BE49-F238E27FC236}">
                  <a16:creationId xmlns:a16="http://schemas.microsoft.com/office/drawing/2014/main" id="{2F1794F5-721A-BCC3-E078-7C3C345AF604}"/>
                </a:ext>
              </a:extLst>
            </p:cNvPr>
            <p:cNvSpPr/>
            <p:nvPr/>
          </p:nvSpPr>
          <p:spPr>
            <a:xfrm>
              <a:off x="9177534"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椭圆 45">
              <a:extLst>
                <a:ext uri="{FF2B5EF4-FFF2-40B4-BE49-F238E27FC236}">
                  <a16:creationId xmlns:a16="http://schemas.microsoft.com/office/drawing/2014/main" id="{CC2CD2FD-9878-E7E4-BD84-E68D88F207B7}"/>
                </a:ext>
              </a:extLst>
            </p:cNvPr>
            <p:cNvSpPr/>
            <p:nvPr/>
          </p:nvSpPr>
          <p:spPr>
            <a:xfrm>
              <a:off x="9727225"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椭圆 46">
              <a:extLst>
                <a:ext uri="{FF2B5EF4-FFF2-40B4-BE49-F238E27FC236}">
                  <a16:creationId xmlns:a16="http://schemas.microsoft.com/office/drawing/2014/main" id="{2285B89C-DFA4-6253-4E6D-7FB5C433DB3C}"/>
                </a:ext>
              </a:extLst>
            </p:cNvPr>
            <p:cNvSpPr/>
            <p:nvPr/>
          </p:nvSpPr>
          <p:spPr>
            <a:xfrm>
              <a:off x="10276916"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椭圆 47">
              <a:extLst>
                <a:ext uri="{FF2B5EF4-FFF2-40B4-BE49-F238E27FC236}">
                  <a16:creationId xmlns:a16="http://schemas.microsoft.com/office/drawing/2014/main" id="{BB2F1B9A-0AC5-BA05-22DC-64EEB0E0F9E8}"/>
                </a:ext>
              </a:extLst>
            </p:cNvPr>
            <p:cNvSpPr/>
            <p:nvPr/>
          </p:nvSpPr>
          <p:spPr>
            <a:xfrm>
              <a:off x="7161650"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椭圆 48">
              <a:extLst>
                <a:ext uri="{FF2B5EF4-FFF2-40B4-BE49-F238E27FC236}">
                  <a16:creationId xmlns:a16="http://schemas.microsoft.com/office/drawing/2014/main" id="{F5B9987B-4BEB-E51A-2C36-1C56A151C635}"/>
                </a:ext>
              </a:extLst>
            </p:cNvPr>
            <p:cNvSpPr/>
            <p:nvPr/>
          </p:nvSpPr>
          <p:spPr>
            <a:xfrm>
              <a:off x="7711341"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椭圆 49">
              <a:extLst>
                <a:ext uri="{FF2B5EF4-FFF2-40B4-BE49-F238E27FC236}">
                  <a16:creationId xmlns:a16="http://schemas.microsoft.com/office/drawing/2014/main" id="{D9115662-03B0-A62C-24A1-6A1C30091C21}"/>
                </a:ext>
              </a:extLst>
            </p:cNvPr>
            <p:cNvSpPr/>
            <p:nvPr/>
          </p:nvSpPr>
          <p:spPr>
            <a:xfrm>
              <a:off x="8261032"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椭圆 50">
              <a:extLst>
                <a:ext uri="{FF2B5EF4-FFF2-40B4-BE49-F238E27FC236}">
                  <a16:creationId xmlns:a16="http://schemas.microsoft.com/office/drawing/2014/main" id="{54A11E51-630C-E7FF-8CB4-C2DFA5C30F5E}"/>
                </a:ext>
              </a:extLst>
            </p:cNvPr>
            <p:cNvSpPr/>
            <p:nvPr/>
          </p:nvSpPr>
          <p:spPr>
            <a:xfrm>
              <a:off x="8810723"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椭圆 51">
              <a:extLst>
                <a:ext uri="{FF2B5EF4-FFF2-40B4-BE49-F238E27FC236}">
                  <a16:creationId xmlns:a16="http://schemas.microsoft.com/office/drawing/2014/main" id="{C0FC8C8D-067E-1C70-83E4-B0B283AD3C0C}"/>
                </a:ext>
              </a:extLst>
            </p:cNvPr>
            <p:cNvSpPr/>
            <p:nvPr/>
          </p:nvSpPr>
          <p:spPr>
            <a:xfrm>
              <a:off x="9360414"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椭圆 52">
              <a:extLst>
                <a:ext uri="{FF2B5EF4-FFF2-40B4-BE49-F238E27FC236}">
                  <a16:creationId xmlns:a16="http://schemas.microsoft.com/office/drawing/2014/main" id="{CCFFD73D-975C-C710-E11D-D6786BF4C19A}"/>
                </a:ext>
              </a:extLst>
            </p:cNvPr>
            <p:cNvSpPr/>
            <p:nvPr/>
          </p:nvSpPr>
          <p:spPr>
            <a:xfrm>
              <a:off x="9910105"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椭圆 53">
              <a:extLst>
                <a:ext uri="{FF2B5EF4-FFF2-40B4-BE49-F238E27FC236}">
                  <a16:creationId xmlns:a16="http://schemas.microsoft.com/office/drawing/2014/main" id="{AD116F60-7949-BFF2-A0B2-1CC266A09DD4}"/>
                </a:ext>
              </a:extLst>
            </p:cNvPr>
            <p:cNvSpPr/>
            <p:nvPr/>
          </p:nvSpPr>
          <p:spPr>
            <a:xfrm>
              <a:off x="683057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椭圆 54">
              <a:extLst>
                <a:ext uri="{FF2B5EF4-FFF2-40B4-BE49-F238E27FC236}">
                  <a16:creationId xmlns:a16="http://schemas.microsoft.com/office/drawing/2014/main" id="{85AF89B4-5CF8-7822-82FB-3C057D9B3D5C}"/>
                </a:ext>
              </a:extLst>
            </p:cNvPr>
            <p:cNvSpPr/>
            <p:nvPr/>
          </p:nvSpPr>
          <p:spPr>
            <a:xfrm>
              <a:off x="738026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椭圆 55">
              <a:extLst>
                <a:ext uri="{FF2B5EF4-FFF2-40B4-BE49-F238E27FC236}">
                  <a16:creationId xmlns:a16="http://schemas.microsoft.com/office/drawing/2014/main" id="{B9D33439-2C6D-F885-661A-F5604F373413}"/>
                </a:ext>
              </a:extLst>
            </p:cNvPr>
            <p:cNvSpPr/>
            <p:nvPr/>
          </p:nvSpPr>
          <p:spPr>
            <a:xfrm>
              <a:off x="7929958"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椭圆 56">
              <a:extLst>
                <a:ext uri="{FF2B5EF4-FFF2-40B4-BE49-F238E27FC236}">
                  <a16:creationId xmlns:a16="http://schemas.microsoft.com/office/drawing/2014/main" id="{F47A9C9F-E8E0-220A-7D18-A78563F64AB3}"/>
                </a:ext>
              </a:extLst>
            </p:cNvPr>
            <p:cNvSpPr/>
            <p:nvPr/>
          </p:nvSpPr>
          <p:spPr>
            <a:xfrm>
              <a:off x="8479649"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椭圆 57">
              <a:extLst>
                <a:ext uri="{FF2B5EF4-FFF2-40B4-BE49-F238E27FC236}">
                  <a16:creationId xmlns:a16="http://schemas.microsoft.com/office/drawing/2014/main" id="{06E56685-0087-1971-196B-9C336C8935A0}"/>
                </a:ext>
              </a:extLst>
            </p:cNvPr>
            <p:cNvSpPr/>
            <p:nvPr/>
          </p:nvSpPr>
          <p:spPr>
            <a:xfrm>
              <a:off x="9029340"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椭圆 58">
              <a:extLst>
                <a:ext uri="{FF2B5EF4-FFF2-40B4-BE49-F238E27FC236}">
                  <a16:creationId xmlns:a16="http://schemas.microsoft.com/office/drawing/2014/main" id="{18CA533B-0F0A-30EB-B406-415987493CCE}"/>
                </a:ext>
              </a:extLst>
            </p:cNvPr>
            <p:cNvSpPr/>
            <p:nvPr/>
          </p:nvSpPr>
          <p:spPr>
            <a:xfrm>
              <a:off x="9579031"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椭圆 59">
              <a:extLst>
                <a:ext uri="{FF2B5EF4-FFF2-40B4-BE49-F238E27FC236}">
                  <a16:creationId xmlns:a16="http://schemas.microsoft.com/office/drawing/2014/main" id="{39EB47AB-824C-E16D-F316-6F5390B4DF2B}"/>
                </a:ext>
              </a:extLst>
            </p:cNvPr>
            <p:cNvSpPr/>
            <p:nvPr/>
          </p:nvSpPr>
          <p:spPr>
            <a:xfrm>
              <a:off x="6514213"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椭圆 60">
              <a:extLst>
                <a:ext uri="{FF2B5EF4-FFF2-40B4-BE49-F238E27FC236}">
                  <a16:creationId xmlns:a16="http://schemas.microsoft.com/office/drawing/2014/main" id="{A63C0893-6705-BB1A-5949-794E64F01E95}"/>
                </a:ext>
              </a:extLst>
            </p:cNvPr>
            <p:cNvSpPr/>
            <p:nvPr/>
          </p:nvSpPr>
          <p:spPr>
            <a:xfrm>
              <a:off x="7063904"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椭圆 61">
              <a:extLst>
                <a:ext uri="{FF2B5EF4-FFF2-40B4-BE49-F238E27FC236}">
                  <a16:creationId xmlns:a16="http://schemas.microsoft.com/office/drawing/2014/main" id="{4D348D4D-5E9D-8253-D4D4-F0B5C1D22A4C}"/>
                </a:ext>
              </a:extLst>
            </p:cNvPr>
            <p:cNvSpPr/>
            <p:nvPr/>
          </p:nvSpPr>
          <p:spPr>
            <a:xfrm>
              <a:off x="7613595"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椭圆 62">
              <a:extLst>
                <a:ext uri="{FF2B5EF4-FFF2-40B4-BE49-F238E27FC236}">
                  <a16:creationId xmlns:a16="http://schemas.microsoft.com/office/drawing/2014/main" id="{C5DB8A30-0138-F767-7FDD-2EA2F0CF8DE8}"/>
                </a:ext>
              </a:extLst>
            </p:cNvPr>
            <p:cNvSpPr/>
            <p:nvPr/>
          </p:nvSpPr>
          <p:spPr>
            <a:xfrm>
              <a:off x="8163286"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椭圆 63">
              <a:extLst>
                <a:ext uri="{FF2B5EF4-FFF2-40B4-BE49-F238E27FC236}">
                  <a16:creationId xmlns:a16="http://schemas.microsoft.com/office/drawing/2014/main" id="{536E3337-6FE5-27DF-9513-44D6C64108FF}"/>
                </a:ext>
              </a:extLst>
            </p:cNvPr>
            <p:cNvSpPr/>
            <p:nvPr/>
          </p:nvSpPr>
          <p:spPr>
            <a:xfrm>
              <a:off x="8712977"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椭圆 64">
              <a:extLst>
                <a:ext uri="{FF2B5EF4-FFF2-40B4-BE49-F238E27FC236}">
                  <a16:creationId xmlns:a16="http://schemas.microsoft.com/office/drawing/2014/main" id="{AB1256D6-2F4A-E220-4D3C-7190EFA31930}"/>
                </a:ext>
              </a:extLst>
            </p:cNvPr>
            <p:cNvSpPr/>
            <p:nvPr/>
          </p:nvSpPr>
          <p:spPr>
            <a:xfrm>
              <a:off x="9262668"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矩形 6">
            <a:extLst>
              <a:ext uri="{FF2B5EF4-FFF2-40B4-BE49-F238E27FC236}">
                <a16:creationId xmlns:a16="http://schemas.microsoft.com/office/drawing/2014/main" id="{D84E32BA-16B0-00FE-AF8B-74E5E36D7425}"/>
              </a:ext>
            </a:extLst>
          </p:cNvPr>
          <p:cNvSpPr/>
          <p:nvPr/>
        </p:nvSpPr>
        <p:spPr>
          <a:xfrm>
            <a:off x="3146115" y="3265040"/>
            <a:ext cx="643232" cy="32792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六边形 8">
            <a:extLst>
              <a:ext uri="{FF2B5EF4-FFF2-40B4-BE49-F238E27FC236}">
                <a16:creationId xmlns:a16="http://schemas.microsoft.com/office/drawing/2014/main" id="{F5E4DFCB-684B-115A-ADE9-602E33BE907D}"/>
              </a:ext>
            </a:extLst>
          </p:cNvPr>
          <p:cNvSpPr/>
          <p:nvPr/>
        </p:nvSpPr>
        <p:spPr>
          <a:xfrm>
            <a:off x="5503627" y="3265040"/>
            <a:ext cx="380387" cy="327920"/>
          </a:xfrm>
          <a:prstGeom prst="hexagon">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382068FA-506F-EBA3-4C62-9D7336CBB863}"/>
              </a:ext>
            </a:extLst>
          </p:cNvPr>
          <p:cNvSpPr/>
          <p:nvPr/>
        </p:nvSpPr>
        <p:spPr>
          <a:xfrm>
            <a:off x="3789347" y="1524526"/>
            <a:ext cx="3808948" cy="3808948"/>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箭头连接符 10">
            <a:extLst>
              <a:ext uri="{FF2B5EF4-FFF2-40B4-BE49-F238E27FC236}">
                <a16:creationId xmlns:a16="http://schemas.microsoft.com/office/drawing/2014/main" id="{5863242F-797E-81D3-11F3-2FAF899392A2}"/>
              </a:ext>
            </a:extLst>
          </p:cNvPr>
          <p:cNvCxnSpPr>
            <a:stCxn id="7" idx="3"/>
          </p:cNvCxnSpPr>
          <p:nvPr/>
        </p:nvCxnSpPr>
        <p:spPr>
          <a:xfrm>
            <a:off x="3789347" y="3429000"/>
            <a:ext cx="190447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50DA783-4549-1620-FB3B-236AFDCF5598}"/>
              </a:ext>
            </a:extLst>
          </p:cNvPr>
          <p:cNvCxnSpPr/>
          <p:nvPr/>
        </p:nvCxnSpPr>
        <p:spPr>
          <a:xfrm>
            <a:off x="5693822" y="3429000"/>
            <a:ext cx="1904473"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F19C7785-6569-F24A-FFEB-4919A454FE08}"/>
              </a:ext>
            </a:extLst>
          </p:cNvPr>
          <p:cNvSpPr txBox="1"/>
          <p:nvPr/>
        </p:nvSpPr>
        <p:spPr>
          <a:xfrm>
            <a:off x="2678907" y="2438022"/>
            <a:ext cx="1015343" cy="830997"/>
          </a:xfrm>
          <a:prstGeom prst="rect">
            <a:avLst/>
          </a:prstGeom>
          <a:noFill/>
        </p:spPr>
        <p:txBody>
          <a:bodyPr wrap="none" rtlCol="0">
            <a:spAutoFit/>
          </a:bodyPr>
          <a:lstStyle/>
          <a:p>
            <a:r>
              <a:rPr lang="en-US" sz="2400" dirty="0"/>
              <a:t>X-ray</a:t>
            </a:r>
          </a:p>
          <a:p>
            <a:r>
              <a:rPr lang="en-US" sz="2400" dirty="0"/>
              <a:t>source</a:t>
            </a:r>
          </a:p>
        </p:txBody>
      </p:sp>
      <p:sp>
        <p:nvSpPr>
          <p:cNvPr id="26" name="矩形 25">
            <a:extLst>
              <a:ext uri="{FF2B5EF4-FFF2-40B4-BE49-F238E27FC236}">
                <a16:creationId xmlns:a16="http://schemas.microsoft.com/office/drawing/2014/main" id="{35CB1771-0653-C9E7-02F0-9CEC41DFEE8B}"/>
              </a:ext>
            </a:extLst>
          </p:cNvPr>
          <p:cNvSpPr/>
          <p:nvPr/>
        </p:nvSpPr>
        <p:spPr>
          <a:xfrm rot="2062486">
            <a:off x="6564396" y="1488882"/>
            <a:ext cx="643232" cy="3279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直接箭头连接符 1">
            <a:extLst>
              <a:ext uri="{FF2B5EF4-FFF2-40B4-BE49-F238E27FC236}">
                <a16:creationId xmlns:a16="http://schemas.microsoft.com/office/drawing/2014/main" id="{1E1C4219-970A-06D4-8CF0-1C84C461760F}"/>
              </a:ext>
            </a:extLst>
          </p:cNvPr>
          <p:cNvCxnSpPr>
            <a:cxnSpLocks/>
          </p:cNvCxnSpPr>
          <p:nvPr/>
        </p:nvCxnSpPr>
        <p:spPr>
          <a:xfrm flipV="1">
            <a:off x="5696844" y="1841277"/>
            <a:ext cx="1063049" cy="159926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5702782B-7535-4A06-F79F-D075A4B44959}"/>
              </a:ext>
            </a:extLst>
          </p:cNvPr>
          <p:cNvSpPr txBox="1"/>
          <p:nvPr/>
        </p:nvSpPr>
        <p:spPr>
          <a:xfrm>
            <a:off x="2678171" y="6091535"/>
            <a:ext cx="6288901" cy="461665"/>
          </a:xfrm>
          <a:prstGeom prst="rect">
            <a:avLst/>
          </a:prstGeom>
          <a:noFill/>
        </p:spPr>
        <p:txBody>
          <a:bodyPr wrap="none" rtlCol="0">
            <a:spAutoFit/>
          </a:bodyPr>
          <a:lstStyle/>
          <a:p>
            <a:pPr algn="ctr"/>
            <a:r>
              <a:rPr lang="zh-CN" altLang="en-US" sz="2400" dirty="0">
                <a:solidFill>
                  <a:srgbClr val="FF0000"/>
                </a:solidFill>
                <a:highlight>
                  <a:srgbClr val="FFFF00"/>
                </a:highlight>
              </a:rPr>
              <a:t>位于</a:t>
            </a:r>
            <a:r>
              <a:rPr lang="en-US" altLang="zh-CN" sz="2400" dirty="0">
                <a:solidFill>
                  <a:srgbClr val="FF0000"/>
                </a:solidFill>
                <a:highlight>
                  <a:srgbClr val="FFFF00"/>
                </a:highlight>
              </a:rPr>
              <a:t>“</a:t>
            </a:r>
            <a:r>
              <a:rPr lang="zh-CN" altLang="en-US" sz="2400" dirty="0">
                <a:solidFill>
                  <a:srgbClr val="FF0000"/>
                </a:solidFill>
                <a:highlight>
                  <a:srgbClr val="FFFF00"/>
                </a:highlight>
              </a:rPr>
              <a:t>缩放后的</a:t>
            </a:r>
            <a:r>
              <a:rPr lang="en-US" altLang="zh-CN" sz="2400" dirty="0">
                <a:solidFill>
                  <a:srgbClr val="FF0000"/>
                </a:solidFill>
                <a:highlight>
                  <a:srgbClr val="FFFF00"/>
                </a:highlight>
              </a:rPr>
              <a:t>”</a:t>
            </a:r>
            <a:r>
              <a:rPr lang="zh-CN" altLang="en-US" sz="2400" dirty="0">
                <a:solidFill>
                  <a:srgbClr val="FF0000"/>
                </a:solidFill>
                <a:highlight>
                  <a:srgbClr val="FFFF00"/>
                </a:highlight>
              </a:rPr>
              <a:t>成像球面上的倒格点能够成像</a:t>
            </a:r>
            <a:endParaRPr lang="en-US" sz="2400" dirty="0">
              <a:solidFill>
                <a:srgbClr val="FF0000"/>
              </a:solidFill>
              <a:highlight>
                <a:srgbClr val="FFFF00"/>
              </a:highlight>
            </a:endParaRPr>
          </a:p>
        </p:txBody>
      </p:sp>
      <p:graphicFrame>
        <p:nvGraphicFramePr>
          <p:cNvPr id="15" name="表格 14">
            <a:extLst>
              <a:ext uri="{FF2B5EF4-FFF2-40B4-BE49-F238E27FC236}">
                <a16:creationId xmlns:a16="http://schemas.microsoft.com/office/drawing/2014/main" id="{4956046E-A9D9-F313-4ECF-BE8BE6E3DE1C}"/>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79925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F2AB-F156-6B8A-0906-B01AE9211AC6}"/>
            </a:ext>
          </a:extLst>
        </p:cNvPr>
        <p:cNvGrpSpPr/>
        <p:nvPr/>
      </p:nvGrpSpPr>
      <p:grpSpPr>
        <a:xfrm>
          <a:off x="0" y="0"/>
          <a:ext cx="0" cy="0"/>
          <a:chOff x="0" y="0"/>
          <a:chExt cx="0" cy="0"/>
        </a:xfrm>
      </p:grpSpPr>
      <p:grpSp>
        <p:nvGrpSpPr>
          <p:cNvPr id="41" name="组合 40">
            <a:extLst>
              <a:ext uri="{FF2B5EF4-FFF2-40B4-BE49-F238E27FC236}">
                <a16:creationId xmlns:a16="http://schemas.microsoft.com/office/drawing/2014/main" id="{9AFB050D-F774-9E46-1170-6E6E4471E232}"/>
              </a:ext>
            </a:extLst>
          </p:cNvPr>
          <p:cNvGrpSpPr/>
          <p:nvPr/>
        </p:nvGrpSpPr>
        <p:grpSpPr>
          <a:xfrm rot="5400000">
            <a:off x="2622801" y="2222421"/>
            <a:ext cx="4409056" cy="2723654"/>
            <a:chOff x="6514213" y="2017986"/>
            <a:chExt cx="3945583" cy="2437350"/>
          </a:xfrm>
          <a:solidFill>
            <a:srgbClr val="00B0F0"/>
          </a:solidFill>
        </p:grpSpPr>
        <p:sp>
          <p:nvSpPr>
            <p:cNvPr id="42" name="椭圆 41">
              <a:extLst>
                <a:ext uri="{FF2B5EF4-FFF2-40B4-BE49-F238E27FC236}">
                  <a16:creationId xmlns:a16="http://schemas.microsoft.com/office/drawing/2014/main" id="{68BE40F2-5F95-24C8-9175-9CCB1B5FB529}"/>
                </a:ext>
              </a:extLst>
            </p:cNvPr>
            <p:cNvSpPr/>
            <p:nvPr/>
          </p:nvSpPr>
          <p:spPr>
            <a:xfrm>
              <a:off x="7528461"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椭圆 42">
              <a:extLst>
                <a:ext uri="{FF2B5EF4-FFF2-40B4-BE49-F238E27FC236}">
                  <a16:creationId xmlns:a16="http://schemas.microsoft.com/office/drawing/2014/main" id="{958F6D14-2DAF-F9E6-A8DA-F0D6FE8073F8}"/>
                </a:ext>
              </a:extLst>
            </p:cNvPr>
            <p:cNvSpPr/>
            <p:nvPr/>
          </p:nvSpPr>
          <p:spPr>
            <a:xfrm>
              <a:off x="8078152"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椭圆 43">
              <a:extLst>
                <a:ext uri="{FF2B5EF4-FFF2-40B4-BE49-F238E27FC236}">
                  <a16:creationId xmlns:a16="http://schemas.microsoft.com/office/drawing/2014/main" id="{31F1A393-297A-004B-BA25-49BCD6734869}"/>
                </a:ext>
              </a:extLst>
            </p:cNvPr>
            <p:cNvSpPr/>
            <p:nvPr/>
          </p:nvSpPr>
          <p:spPr>
            <a:xfrm>
              <a:off x="8627843"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椭圆 44">
              <a:extLst>
                <a:ext uri="{FF2B5EF4-FFF2-40B4-BE49-F238E27FC236}">
                  <a16:creationId xmlns:a16="http://schemas.microsoft.com/office/drawing/2014/main" id="{5430E846-1E12-7A36-0E64-8D57FE10EAB6}"/>
                </a:ext>
              </a:extLst>
            </p:cNvPr>
            <p:cNvSpPr/>
            <p:nvPr/>
          </p:nvSpPr>
          <p:spPr>
            <a:xfrm>
              <a:off x="9177534"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椭圆 45">
              <a:extLst>
                <a:ext uri="{FF2B5EF4-FFF2-40B4-BE49-F238E27FC236}">
                  <a16:creationId xmlns:a16="http://schemas.microsoft.com/office/drawing/2014/main" id="{CBA4DDAE-7C21-F350-D92C-A166C379CB26}"/>
                </a:ext>
              </a:extLst>
            </p:cNvPr>
            <p:cNvSpPr/>
            <p:nvPr/>
          </p:nvSpPr>
          <p:spPr>
            <a:xfrm>
              <a:off x="9727225"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椭圆 46">
              <a:extLst>
                <a:ext uri="{FF2B5EF4-FFF2-40B4-BE49-F238E27FC236}">
                  <a16:creationId xmlns:a16="http://schemas.microsoft.com/office/drawing/2014/main" id="{15325C80-2D2B-9C66-5348-9AE77E56D653}"/>
                </a:ext>
              </a:extLst>
            </p:cNvPr>
            <p:cNvSpPr/>
            <p:nvPr/>
          </p:nvSpPr>
          <p:spPr>
            <a:xfrm>
              <a:off x="10276916" y="201798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椭圆 47">
              <a:extLst>
                <a:ext uri="{FF2B5EF4-FFF2-40B4-BE49-F238E27FC236}">
                  <a16:creationId xmlns:a16="http://schemas.microsoft.com/office/drawing/2014/main" id="{59B77BFF-7603-502E-CFEF-862AD88CF1C9}"/>
                </a:ext>
              </a:extLst>
            </p:cNvPr>
            <p:cNvSpPr/>
            <p:nvPr/>
          </p:nvSpPr>
          <p:spPr>
            <a:xfrm>
              <a:off x="7161650"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椭圆 48">
              <a:extLst>
                <a:ext uri="{FF2B5EF4-FFF2-40B4-BE49-F238E27FC236}">
                  <a16:creationId xmlns:a16="http://schemas.microsoft.com/office/drawing/2014/main" id="{29F3F2B0-018B-3FC6-929F-119C076ADE4E}"/>
                </a:ext>
              </a:extLst>
            </p:cNvPr>
            <p:cNvSpPr/>
            <p:nvPr/>
          </p:nvSpPr>
          <p:spPr>
            <a:xfrm>
              <a:off x="7711341"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椭圆 49">
              <a:extLst>
                <a:ext uri="{FF2B5EF4-FFF2-40B4-BE49-F238E27FC236}">
                  <a16:creationId xmlns:a16="http://schemas.microsoft.com/office/drawing/2014/main" id="{DB89F756-F1F9-11FA-3C43-A55C5ED3A402}"/>
                </a:ext>
              </a:extLst>
            </p:cNvPr>
            <p:cNvSpPr/>
            <p:nvPr/>
          </p:nvSpPr>
          <p:spPr>
            <a:xfrm>
              <a:off x="8261032"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椭圆 50">
              <a:extLst>
                <a:ext uri="{FF2B5EF4-FFF2-40B4-BE49-F238E27FC236}">
                  <a16:creationId xmlns:a16="http://schemas.microsoft.com/office/drawing/2014/main" id="{AAF9BD2D-B495-31CF-06CB-E832AF69FAC6}"/>
                </a:ext>
              </a:extLst>
            </p:cNvPr>
            <p:cNvSpPr/>
            <p:nvPr/>
          </p:nvSpPr>
          <p:spPr>
            <a:xfrm>
              <a:off x="8810723"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椭圆 51">
              <a:extLst>
                <a:ext uri="{FF2B5EF4-FFF2-40B4-BE49-F238E27FC236}">
                  <a16:creationId xmlns:a16="http://schemas.microsoft.com/office/drawing/2014/main" id="{51127C19-76B3-3A13-6018-3F1F63B4A37A}"/>
                </a:ext>
              </a:extLst>
            </p:cNvPr>
            <p:cNvSpPr/>
            <p:nvPr/>
          </p:nvSpPr>
          <p:spPr>
            <a:xfrm>
              <a:off x="9360414"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椭圆 52">
              <a:extLst>
                <a:ext uri="{FF2B5EF4-FFF2-40B4-BE49-F238E27FC236}">
                  <a16:creationId xmlns:a16="http://schemas.microsoft.com/office/drawing/2014/main" id="{420DF2FE-E25F-B580-CE06-530E5A9763E6}"/>
                </a:ext>
              </a:extLst>
            </p:cNvPr>
            <p:cNvSpPr/>
            <p:nvPr/>
          </p:nvSpPr>
          <p:spPr>
            <a:xfrm>
              <a:off x="9910105" y="276947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椭圆 53">
              <a:extLst>
                <a:ext uri="{FF2B5EF4-FFF2-40B4-BE49-F238E27FC236}">
                  <a16:creationId xmlns:a16="http://schemas.microsoft.com/office/drawing/2014/main" id="{D490A753-A4F8-FEAD-FAAD-10FE48D6E9B8}"/>
                </a:ext>
              </a:extLst>
            </p:cNvPr>
            <p:cNvSpPr/>
            <p:nvPr/>
          </p:nvSpPr>
          <p:spPr>
            <a:xfrm>
              <a:off x="683057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椭圆 54">
              <a:extLst>
                <a:ext uri="{FF2B5EF4-FFF2-40B4-BE49-F238E27FC236}">
                  <a16:creationId xmlns:a16="http://schemas.microsoft.com/office/drawing/2014/main" id="{FF7AB000-08EB-3C13-CF8D-6FD73D80408D}"/>
                </a:ext>
              </a:extLst>
            </p:cNvPr>
            <p:cNvSpPr/>
            <p:nvPr/>
          </p:nvSpPr>
          <p:spPr>
            <a:xfrm>
              <a:off x="7380267"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椭圆 55">
              <a:extLst>
                <a:ext uri="{FF2B5EF4-FFF2-40B4-BE49-F238E27FC236}">
                  <a16:creationId xmlns:a16="http://schemas.microsoft.com/office/drawing/2014/main" id="{979D1926-1536-4073-2B84-4926BD05DD4D}"/>
                </a:ext>
              </a:extLst>
            </p:cNvPr>
            <p:cNvSpPr/>
            <p:nvPr/>
          </p:nvSpPr>
          <p:spPr>
            <a:xfrm>
              <a:off x="7929958"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椭圆 56">
              <a:extLst>
                <a:ext uri="{FF2B5EF4-FFF2-40B4-BE49-F238E27FC236}">
                  <a16:creationId xmlns:a16="http://schemas.microsoft.com/office/drawing/2014/main" id="{36B8E7AA-D39C-DE64-B4ED-76E9E56D29F4}"/>
                </a:ext>
              </a:extLst>
            </p:cNvPr>
            <p:cNvSpPr/>
            <p:nvPr/>
          </p:nvSpPr>
          <p:spPr>
            <a:xfrm>
              <a:off x="8479649"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椭圆 57">
              <a:extLst>
                <a:ext uri="{FF2B5EF4-FFF2-40B4-BE49-F238E27FC236}">
                  <a16:creationId xmlns:a16="http://schemas.microsoft.com/office/drawing/2014/main" id="{5CFDD1E7-7A16-53B4-04C3-A4F834EDB547}"/>
                </a:ext>
              </a:extLst>
            </p:cNvPr>
            <p:cNvSpPr/>
            <p:nvPr/>
          </p:nvSpPr>
          <p:spPr>
            <a:xfrm>
              <a:off x="9029340"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椭圆 58">
              <a:extLst>
                <a:ext uri="{FF2B5EF4-FFF2-40B4-BE49-F238E27FC236}">
                  <a16:creationId xmlns:a16="http://schemas.microsoft.com/office/drawing/2014/main" id="{2A1F040F-847A-B075-FCE6-C322CADDA474}"/>
                </a:ext>
              </a:extLst>
            </p:cNvPr>
            <p:cNvSpPr/>
            <p:nvPr/>
          </p:nvSpPr>
          <p:spPr>
            <a:xfrm>
              <a:off x="9579031" y="352096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椭圆 59">
              <a:extLst>
                <a:ext uri="{FF2B5EF4-FFF2-40B4-BE49-F238E27FC236}">
                  <a16:creationId xmlns:a16="http://schemas.microsoft.com/office/drawing/2014/main" id="{4A0E552A-7B04-A109-8D3D-AE7DC4CD6185}"/>
                </a:ext>
              </a:extLst>
            </p:cNvPr>
            <p:cNvSpPr/>
            <p:nvPr/>
          </p:nvSpPr>
          <p:spPr>
            <a:xfrm>
              <a:off x="6514213"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椭圆 60">
              <a:extLst>
                <a:ext uri="{FF2B5EF4-FFF2-40B4-BE49-F238E27FC236}">
                  <a16:creationId xmlns:a16="http://schemas.microsoft.com/office/drawing/2014/main" id="{41A28330-C84F-1DCA-0C95-EC5596D595EE}"/>
                </a:ext>
              </a:extLst>
            </p:cNvPr>
            <p:cNvSpPr/>
            <p:nvPr/>
          </p:nvSpPr>
          <p:spPr>
            <a:xfrm>
              <a:off x="7063904"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椭圆 61">
              <a:extLst>
                <a:ext uri="{FF2B5EF4-FFF2-40B4-BE49-F238E27FC236}">
                  <a16:creationId xmlns:a16="http://schemas.microsoft.com/office/drawing/2014/main" id="{EE6924A7-C5C7-DEC2-D8B9-0BC156DB60DB}"/>
                </a:ext>
              </a:extLst>
            </p:cNvPr>
            <p:cNvSpPr/>
            <p:nvPr/>
          </p:nvSpPr>
          <p:spPr>
            <a:xfrm>
              <a:off x="7613595"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椭圆 62">
              <a:extLst>
                <a:ext uri="{FF2B5EF4-FFF2-40B4-BE49-F238E27FC236}">
                  <a16:creationId xmlns:a16="http://schemas.microsoft.com/office/drawing/2014/main" id="{5D9CA727-82BA-5F07-19E3-652E7DBFA71A}"/>
                </a:ext>
              </a:extLst>
            </p:cNvPr>
            <p:cNvSpPr/>
            <p:nvPr/>
          </p:nvSpPr>
          <p:spPr>
            <a:xfrm>
              <a:off x="8163286"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椭圆 63">
              <a:extLst>
                <a:ext uri="{FF2B5EF4-FFF2-40B4-BE49-F238E27FC236}">
                  <a16:creationId xmlns:a16="http://schemas.microsoft.com/office/drawing/2014/main" id="{1D38C220-11E6-35B0-1BF6-56DF85997C50}"/>
                </a:ext>
              </a:extLst>
            </p:cNvPr>
            <p:cNvSpPr/>
            <p:nvPr/>
          </p:nvSpPr>
          <p:spPr>
            <a:xfrm>
              <a:off x="8712977"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椭圆 64">
              <a:extLst>
                <a:ext uri="{FF2B5EF4-FFF2-40B4-BE49-F238E27FC236}">
                  <a16:creationId xmlns:a16="http://schemas.microsoft.com/office/drawing/2014/main" id="{B713D696-FCF9-6B3C-C8E2-6F9A3721D6AF}"/>
                </a:ext>
              </a:extLst>
            </p:cNvPr>
            <p:cNvSpPr/>
            <p:nvPr/>
          </p:nvSpPr>
          <p:spPr>
            <a:xfrm>
              <a:off x="9262668" y="4272456"/>
              <a:ext cx="182880" cy="182880"/>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六边形 8">
            <a:extLst>
              <a:ext uri="{FF2B5EF4-FFF2-40B4-BE49-F238E27FC236}">
                <a16:creationId xmlns:a16="http://schemas.microsoft.com/office/drawing/2014/main" id="{D62D34E6-B34B-41C5-74BD-FDE6942AAF1E}"/>
              </a:ext>
            </a:extLst>
          </p:cNvPr>
          <p:cNvSpPr/>
          <p:nvPr/>
        </p:nvSpPr>
        <p:spPr>
          <a:xfrm>
            <a:off x="3146507" y="3265040"/>
            <a:ext cx="380387" cy="327920"/>
          </a:xfrm>
          <a:prstGeom prst="hexagon">
            <a:avLst/>
          </a:prstGeom>
          <a:solidFill>
            <a:schemeClr val="bg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CD629D0A-E42F-786C-0B1A-C7ECF011920B}"/>
              </a:ext>
            </a:extLst>
          </p:cNvPr>
          <p:cNvSpPr/>
          <p:nvPr/>
        </p:nvSpPr>
        <p:spPr>
          <a:xfrm>
            <a:off x="1432227" y="1524526"/>
            <a:ext cx="3808948" cy="3808948"/>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接箭头连接符 10">
            <a:extLst>
              <a:ext uri="{FF2B5EF4-FFF2-40B4-BE49-F238E27FC236}">
                <a16:creationId xmlns:a16="http://schemas.microsoft.com/office/drawing/2014/main" id="{D0D59CA7-ED46-6032-3CEA-812403C39C7B}"/>
              </a:ext>
            </a:extLst>
          </p:cNvPr>
          <p:cNvCxnSpPr>
            <a:cxnSpLocks/>
          </p:cNvCxnSpPr>
          <p:nvPr/>
        </p:nvCxnSpPr>
        <p:spPr>
          <a:xfrm>
            <a:off x="1432227" y="3429000"/>
            <a:ext cx="190447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8FC85CB-154E-8F25-3A36-D2F38B097181}"/>
              </a:ext>
            </a:extLst>
          </p:cNvPr>
          <p:cNvCxnSpPr/>
          <p:nvPr/>
        </p:nvCxnSpPr>
        <p:spPr>
          <a:xfrm>
            <a:off x="3336702" y="3429000"/>
            <a:ext cx="1904473"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cxnSp>
        <p:nvCxnSpPr>
          <p:cNvPr id="2" name="直接箭头连接符 1">
            <a:extLst>
              <a:ext uri="{FF2B5EF4-FFF2-40B4-BE49-F238E27FC236}">
                <a16:creationId xmlns:a16="http://schemas.microsoft.com/office/drawing/2014/main" id="{E64B339D-A15C-B3EF-FB48-D9BBFAA7BE55}"/>
              </a:ext>
            </a:extLst>
          </p:cNvPr>
          <p:cNvCxnSpPr>
            <a:cxnSpLocks/>
          </p:cNvCxnSpPr>
          <p:nvPr/>
        </p:nvCxnSpPr>
        <p:spPr>
          <a:xfrm flipV="1">
            <a:off x="3339724" y="1841277"/>
            <a:ext cx="1063049" cy="159926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7989CAE4-85D7-A2D1-9F9B-C187CC9F6177}"/>
              </a:ext>
            </a:extLst>
          </p:cNvPr>
          <p:cNvSpPr txBox="1"/>
          <p:nvPr/>
        </p:nvSpPr>
        <p:spPr>
          <a:xfrm>
            <a:off x="6863434" y="1858588"/>
            <a:ext cx="4721293" cy="3046988"/>
          </a:xfrm>
          <a:prstGeom prst="rect">
            <a:avLst/>
          </a:prstGeom>
          <a:noFill/>
        </p:spPr>
        <p:txBody>
          <a:bodyPr wrap="square" rtlCol="0">
            <a:spAutoFit/>
          </a:bodyPr>
          <a:lstStyle/>
          <a:p>
            <a:r>
              <a:rPr lang="zh-CN" altLang="en-US" sz="2400" dirty="0">
                <a:highlight>
                  <a:srgbClr val="FFFF00"/>
                </a:highlight>
              </a:rPr>
              <a:t>思考：</a:t>
            </a:r>
            <a:endParaRPr lang="en-US" altLang="zh-CN" sz="2400" dirty="0">
              <a:highlight>
                <a:srgbClr val="FFFF00"/>
              </a:highlight>
            </a:endParaRPr>
          </a:p>
          <a:p>
            <a:endParaRPr lang="en-US" altLang="zh-CN" sz="2400" dirty="0"/>
          </a:p>
          <a:p>
            <a:r>
              <a:rPr lang="zh-CN" altLang="en-US" sz="2400" b="1" dirty="0"/>
              <a:t>如何重叠放置倒格子和光路图？</a:t>
            </a:r>
            <a:endParaRPr lang="en-US" altLang="zh-CN" sz="2400" b="1" dirty="0"/>
          </a:p>
          <a:p>
            <a:pPr marL="342900" indent="-342900">
              <a:buFontTx/>
              <a:buChar char="-"/>
            </a:pPr>
            <a:r>
              <a:rPr lang="zh-CN" altLang="en-US" sz="2400" dirty="0"/>
              <a:t>首先保证成像屏中心有一亮斑</a:t>
            </a:r>
            <a:endParaRPr lang="en-US" altLang="zh-CN" sz="2400" dirty="0"/>
          </a:p>
          <a:p>
            <a:pPr marL="342900" indent="-342900">
              <a:buFontTx/>
              <a:buChar char="-"/>
            </a:pPr>
            <a:r>
              <a:rPr lang="zh-CN" altLang="en-US" sz="2400" dirty="0"/>
              <a:t>即，</a:t>
            </a:r>
            <a:r>
              <a:rPr lang="zh-CN" altLang="en-US" sz="2400" dirty="0">
                <a:solidFill>
                  <a:srgbClr val="FF0000"/>
                </a:solidFill>
              </a:rPr>
              <a:t>先把成像球面的原点与任一倒格子格点对齐</a:t>
            </a:r>
            <a:endParaRPr lang="en-US" altLang="zh-CN" sz="2400" dirty="0">
              <a:solidFill>
                <a:srgbClr val="FF0000"/>
              </a:solidFill>
            </a:endParaRPr>
          </a:p>
          <a:p>
            <a:pPr marL="342900" indent="-342900">
              <a:buFontTx/>
              <a:buChar char="-"/>
            </a:pPr>
            <a:endParaRPr lang="en-US" altLang="zh-CN" sz="2400" dirty="0"/>
          </a:p>
          <a:p>
            <a:r>
              <a:rPr lang="zh-CN" altLang="en-US" sz="2400" b="1" dirty="0">
                <a:solidFill>
                  <a:srgbClr val="FF0000"/>
                </a:solidFill>
              </a:rPr>
              <a:t>晶体取向对成像有何影响？</a:t>
            </a:r>
            <a:endParaRPr lang="en-US" altLang="zh-CN" sz="2400" b="1" dirty="0">
              <a:solidFill>
                <a:srgbClr val="FF0000"/>
              </a:solidFill>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6FC33C9-DF4A-62DF-5CAD-5DDB71F42943}"/>
                  </a:ext>
                </a:extLst>
              </p:cNvPr>
              <p:cNvSpPr txBox="1"/>
              <p:nvPr/>
            </p:nvSpPr>
            <p:spPr>
              <a:xfrm>
                <a:off x="5017222" y="1479123"/>
                <a:ext cx="621864" cy="508857"/>
              </a:xfrm>
              <a:prstGeom prst="rect">
                <a:avLst/>
              </a:prstGeom>
              <a:noFill/>
            </p:spPr>
            <p:txBody>
              <a:bodyPr wrap="square">
                <a:spAutoFit/>
              </a:bodyPr>
              <a:lstStyle/>
              <a:p>
                <a:pPr/>
                <a14:m>
                  <m:oMathPara xmlns:m="http://schemas.openxmlformats.org/officeDocument/2006/math">
                    <m:oMath>
                      <m:sSub>
                        <m:sSubPr>
                          <m:ctrlPr>
                            <a:rPr lang="en-US" altLang="zh-CN" sz="2400" i="1">
                              <a:solidFill>
                                <a:srgbClr val="0070C0"/>
                              </a:solidFill>
                              <a:latin typeface="Cambria Math" panose="02040503050406030204" pitchFamily="18" charset="0"/>
                            </a:rPr>
                          </m:ctrlPr>
                        </m:sSubPr>
                        <m:e>
                          <m:acc>
                            <m:accPr>
                              <m:chr m:val="⃑"/>
                              <m:ctrlPr>
                                <a:rPr lang="en-US" altLang="zh-CN" sz="2400" i="1">
                                  <a:solidFill>
                                    <a:srgbClr val="0070C0"/>
                                  </a:solidFill>
                                  <a:latin typeface="Cambria Math" panose="02040503050406030204" pitchFamily="18" charset="0"/>
                                </a:rPr>
                              </m:ctrlPr>
                            </m:accPr>
                            <m:e>
                              <m:r>
                                <a:rPr lang="en-US" altLang="zh-CN" sz="2400" i="1">
                                  <a:solidFill>
                                    <a:srgbClr val="0070C0"/>
                                  </a:solidFill>
                                  <a:latin typeface="Cambria Math" panose="02040503050406030204" pitchFamily="18" charset="0"/>
                                </a:rPr>
                                <m:t>𝐺</m:t>
                              </m:r>
                            </m:e>
                          </m:acc>
                        </m:e>
                        <m:sub>
                          <m:r>
                            <a:rPr lang="en-US" altLang="zh-CN" sz="2400" i="1">
                              <a:solidFill>
                                <a:srgbClr val="0070C0"/>
                              </a:solidFill>
                              <a:latin typeface="Cambria Math" panose="02040503050406030204" pitchFamily="18" charset="0"/>
                            </a:rPr>
                            <m:t>ℎ</m:t>
                          </m:r>
                        </m:sub>
                      </m:sSub>
                    </m:oMath>
                  </m:oMathPara>
                </a14:m>
                <a:endParaRPr lang="zh-CN" altLang="en-US" sz="2400" dirty="0"/>
              </a:p>
            </p:txBody>
          </p:sp>
        </mc:Choice>
        <mc:Fallback xmlns="">
          <p:sp>
            <p:nvSpPr>
              <p:cNvPr id="5" name="文本框 4">
                <a:extLst>
                  <a:ext uri="{FF2B5EF4-FFF2-40B4-BE49-F238E27FC236}">
                    <a16:creationId xmlns:a16="http://schemas.microsoft.com/office/drawing/2014/main" id="{36FC33C9-DF4A-62DF-5CAD-5DDB71F42943}"/>
                  </a:ext>
                </a:extLst>
              </p:cNvPr>
              <p:cNvSpPr txBox="1">
                <a:spLocks noRot="1" noChangeAspect="1" noMove="1" noResize="1" noEditPoints="1" noAdjustHandles="1" noChangeArrowheads="1" noChangeShapeType="1" noTextEdit="1"/>
              </p:cNvSpPr>
              <p:nvPr/>
            </p:nvSpPr>
            <p:spPr>
              <a:xfrm>
                <a:off x="5017222" y="1479123"/>
                <a:ext cx="621864" cy="50885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FE90468-1621-3FE3-6D30-3D99D22FB5A2}"/>
                  </a:ext>
                </a:extLst>
              </p:cNvPr>
              <p:cNvSpPr txBox="1"/>
              <p:nvPr/>
            </p:nvSpPr>
            <p:spPr>
              <a:xfrm>
                <a:off x="1511692" y="2427603"/>
                <a:ext cx="1634815" cy="901785"/>
              </a:xfrm>
              <a:prstGeom prst="rect">
                <a:avLst/>
              </a:prstGeom>
              <a:noFill/>
            </p:spPr>
            <p:txBody>
              <a:bodyPr wrap="square">
                <a:spAutoFit/>
              </a:bodyPr>
              <a:lstStyle/>
              <a:p>
                <a:pPr/>
                <a14:m>
                  <m:oMathPara xmlns:m="http://schemas.openxmlformats.org/officeDocument/2006/math">
                    <m:oMath>
                      <m:r>
                        <a:rPr lang="en-US" sz="2800" i="1" smtClean="0">
                          <a:solidFill>
                            <a:srgbClr val="FF0000"/>
                          </a:solidFill>
                          <a:latin typeface="Cambria Math" panose="02040503050406030204" pitchFamily="18" charset="0"/>
                        </a:rPr>
                        <m:t>𝑟</m:t>
                      </m:r>
                      <m:r>
                        <a:rPr lang="en-US" sz="2800" b="0" i="0"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rPr>
                          </m:ctrlPr>
                        </m:fPr>
                        <m:num>
                          <m:r>
                            <a:rPr lang="en-US" sz="2800" b="0" i="1" smtClean="0">
                              <a:solidFill>
                                <a:srgbClr val="FF0000"/>
                              </a:solidFill>
                              <a:latin typeface="Cambria Math" panose="02040503050406030204" pitchFamily="18" charset="0"/>
                            </a:rPr>
                            <m:t>2</m:t>
                          </m:r>
                          <m:r>
                            <a:rPr lang="en-US" sz="2800" b="0" i="1" smtClean="0">
                              <a:solidFill>
                                <a:srgbClr val="FF0000"/>
                              </a:solidFill>
                              <a:latin typeface="Cambria Math" panose="02040503050406030204" pitchFamily="18" charset="0"/>
                              <a:ea typeface="Cambria Math" panose="02040503050406030204" pitchFamily="18" charset="0"/>
                            </a:rPr>
                            <m:t>𝜋</m:t>
                          </m:r>
                        </m:num>
                        <m:den>
                          <m:r>
                            <a:rPr lang="en-US" sz="2800" i="1" smtClean="0">
                              <a:solidFill>
                                <a:srgbClr val="FF0000"/>
                              </a:solidFill>
                              <a:latin typeface="Cambria Math" panose="02040503050406030204" pitchFamily="18" charset="0"/>
                              <a:ea typeface="Cambria Math" panose="02040503050406030204" pitchFamily="18" charset="0"/>
                            </a:rPr>
                            <m:t>𝜆</m:t>
                          </m:r>
                        </m:den>
                      </m:f>
                    </m:oMath>
                  </m:oMathPara>
                </a14:m>
                <a:endParaRPr lang="en-US" sz="2800" dirty="0">
                  <a:solidFill>
                    <a:srgbClr val="FF0000"/>
                  </a:solidFill>
                </a:endParaRPr>
              </a:p>
            </p:txBody>
          </p:sp>
        </mc:Choice>
        <mc:Fallback xmlns="">
          <p:sp>
            <p:nvSpPr>
              <p:cNvPr id="8" name="文本框 7">
                <a:extLst>
                  <a:ext uri="{FF2B5EF4-FFF2-40B4-BE49-F238E27FC236}">
                    <a16:creationId xmlns:a16="http://schemas.microsoft.com/office/drawing/2014/main" id="{4FE90468-1621-3FE3-6D30-3D99D22FB5A2}"/>
                  </a:ext>
                </a:extLst>
              </p:cNvPr>
              <p:cNvSpPr txBox="1">
                <a:spLocks noRot="1" noChangeAspect="1" noMove="1" noResize="1" noEditPoints="1" noAdjustHandles="1" noChangeArrowheads="1" noChangeShapeType="1" noTextEdit="1"/>
              </p:cNvSpPr>
              <p:nvPr/>
            </p:nvSpPr>
            <p:spPr>
              <a:xfrm>
                <a:off x="1511692" y="2427603"/>
                <a:ext cx="1634815" cy="901785"/>
              </a:xfrm>
              <a:prstGeom prst="rect">
                <a:avLst/>
              </a:prstGeom>
              <a:blipFill>
                <a:blip r:embed="rId4"/>
                <a:stretch>
                  <a:fillRect/>
                </a:stretch>
              </a:blipFill>
            </p:spPr>
            <p:txBody>
              <a:bodyPr/>
              <a:lstStyle/>
              <a:p>
                <a:r>
                  <a:rPr lang="en-US">
                    <a:noFill/>
                  </a:rPr>
                  <a:t> </a:t>
                </a:r>
              </a:p>
            </p:txBody>
          </p:sp>
        </mc:Fallback>
      </mc:AlternateContent>
      <p:graphicFrame>
        <p:nvGraphicFramePr>
          <p:cNvPr id="10" name="表格 9">
            <a:extLst>
              <a:ext uri="{FF2B5EF4-FFF2-40B4-BE49-F238E27FC236}">
                <a16:creationId xmlns:a16="http://schemas.microsoft.com/office/drawing/2014/main" id="{31E2BED0-E4A7-1955-4CB7-0C714D8F47D2}"/>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4" name="椭圆 3">
            <a:extLst>
              <a:ext uri="{FF2B5EF4-FFF2-40B4-BE49-F238E27FC236}">
                <a16:creationId xmlns:a16="http://schemas.microsoft.com/office/drawing/2014/main" id="{8C1FEE0A-FFF9-4DCD-416F-B7F3E196AB89}"/>
              </a:ext>
            </a:extLst>
          </p:cNvPr>
          <p:cNvSpPr/>
          <p:nvPr/>
        </p:nvSpPr>
        <p:spPr>
          <a:xfrm>
            <a:off x="4922980" y="3127369"/>
            <a:ext cx="609586" cy="60958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直接箭头连接符 11">
            <a:extLst>
              <a:ext uri="{FF2B5EF4-FFF2-40B4-BE49-F238E27FC236}">
                <a16:creationId xmlns:a16="http://schemas.microsoft.com/office/drawing/2014/main" id="{79A9E22B-23AF-577A-F46F-1AC669F6B278}"/>
              </a:ext>
            </a:extLst>
          </p:cNvPr>
          <p:cNvCxnSpPr>
            <a:cxnSpLocks/>
          </p:cNvCxnSpPr>
          <p:nvPr/>
        </p:nvCxnSpPr>
        <p:spPr>
          <a:xfrm flipH="1" flipV="1">
            <a:off x="5571442" y="3453449"/>
            <a:ext cx="1583383" cy="1225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158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 name="组合 245">
            <a:extLst>
              <a:ext uri="{FF2B5EF4-FFF2-40B4-BE49-F238E27FC236}">
                <a16:creationId xmlns:a16="http://schemas.microsoft.com/office/drawing/2014/main" id="{7A83F1E8-1475-36EF-AB06-FCC95C815631}"/>
              </a:ext>
            </a:extLst>
          </p:cNvPr>
          <p:cNvGrpSpPr/>
          <p:nvPr/>
        </p:nvGrpSpPr>
        <p:grpSpPr>
          <a:xfrm>
            <a:off x="4357592" y="162180"/>
            <a:ext cx="4157498" cy="6529169"/>
            <a:chOff x="4357592" y="174792"/>
            <a:chExt cx="4157498" cy="6529169"/>
          </a:xfrm>
        </p:grpSpPr>
        <p:sp>
          <p:nvSpPr>
            <p:cNvPr id="247" name="椭圆 246">
              <a:extLst>
                <a:ext uri="{FF2B5EF4-FFF2-40B4-BE49-F238E27FC236}">
                  <a16:creationId xmlns:a16="http://schemas.microsoft.com/office/drawing/2014/main" id="{3DBEC7B2-4081-8F92-A1EA-0E2172E7B780}"/>
                </a:ext>
              </a:extLst>
            </p:cNvPr>
            <p:cNvSpPr/>
            <p:nvPr/>
          </p:nvSpPr>
          <p:spPr>
            <a:xfrm rot="5400000">
              <a:off x="5883945" y="1286713"/>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椭圆 247">
              <a:extLst>
                <a:ext uri="{FF2B5EF4-FFF2-40B4-BE49-F238E27FC236}">
                  <a16:creationId xmlns:a16="http://schemas.microsoft.com/office/drawing/2014/main" id="{63FC7421-6831-7F36-938E-2ADE369DCAC1}"/>
                </a:ext>
              </a:extLst>
            </p:cNvPr>
            <p:cNvSpPr/>
            <p:nvPr/>
          </p:nvSpPr>
          <p:spPr>
            <a:xfrm rot="5400000">
              <a:off x="5883945" y="165887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椭圆 248">
              <a:extLst>
                <a:ext uri="{FF2B5EF4-FFF2-40B4-BE49-F238E27FC236}">
                  <a16:creationId xmlns:a16="http://schemas.microsoft.com/office/drawing/2014/main" id="{9E3EF81E-FF54-3F29-046B-0DADA6A5D8D9}"/>
                </a:ext>
              </a:extLst>
            </p:cNvPr>
            <p:cNvSpPr/>
            <p:nvPr/>
          </p:nvSpPr>
          <p:spPr>
            <a:xfrm rot="5400000">
              <a:off x="5883945" y="203103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椭圆 249">
              <a:extLst>
                <a:ext uri="{FF2B5EF4-FFF2-40B4-BE49-F238E27FC236}">
                  <a16:creationId xmlns:a16="http://schemas.microsoft.com/office/drawing/2014/main" id="{62AABF92-B298-9B89-FB6B-49A2E6DBD0A6}"/>
                </a:ext>
              </a:extLst>
            </p:cNvPr>
            <p:cNvSpPr/>
            <p:nvPr/>
          </p:nvSpPr>
          <p:spPr>
            <a:xfrm rot="5400000">
              <a:off x="5883945" y="240319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椭圆 250">
              <a:extLst>
                <a:ext uri="{FF2B5EF4-FFF2-40B4-BE49-F238E27FC236}">
                  <a16:creationId xmlns:a16="http://schemas.microsoft.com/office/drawing/2014/main" id="{9EC3E827-7444-0F54-920E-8CFB6B2BB9D1}"/>
                </a:ext>
              </a:extLst>
            </p:cNvPr>
            <p:cNvSpPr/>
            <p:nvPr/>
          </p:nvSpPr>
          <p:spPr>
            <a:xfrm rot="5400000">
              <a:off x="5883945" y="277534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椭圆 251">
              <a:extLst>
                <a:ext uri="{FF2B5EF4-FFF2-40B4-BE49-F238E27FC236}">
                  <a16:creationId xmlns:a16="http://schemas.microsoft.com/office/drawing/2014/main" id="{B35C1C49-B886-1A82-3B87-28E6D4BF14A5}"/>
                </a:ext>
              </a:extLst>
            </p:cNvPr>
            <p:cNvSpPr/>
            <p:nvPr/>
          </p:nvSpPr>
          <p:spPr>
            <a:xfrm rot="5400000">
              <a:off x="5883945" y="314750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椭圆 252">
              <a:extLst>
                <a:ext uri="{FF2B5EF4-FFF2-40B4-BE49-F238E27FC236}">
                  <a16:creationId xmlns:a16="http://schemas.microsoft.com/office/drawing/2014/main" id="{92761C39-75C8-EF48-E1A0-76449C161A8A}"/>
                </a:ext>
              </a:extLst>
            </p:cNvPr>
            <p:cNvSpPr/>
            <p:nvPr/>
          </p:nvSpPr>
          <p:spPr>
            <a:xfrm rot="5400000">
              <a:off x="5375161" y="103837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椭圆 253">
              <a:extLst>
                <a:ext uri="{FF2B5EF4-FFF2-40B4-BE49-F238E27FC236}">
                  <a16:creationId xmlns:a16="http://schemas.microsoft.com/office/drawing/2014/main" id="{E76A2318-73D7-B58D-8928-6FD8DA14CEBC}"/>
                </a:ext>
              </a:extLst>
            </p:cNvPr>
            <p:cNvSpPr/>
            <p:nvPr/>
          </p:nvSpPr>
          <p:spPr>
            <a:xfrm rot="5400000">
              <a:off x="5375161" y="141052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椭圆 254">
              <a:extLst>
                <a:ext uri="{FF2B5EF4-FFF2-40B4-BE49-F238E27FC236}">
                  <a16:creationId xmlns:a16="http://schemas.microsoft.com/office/drawing/2014/main" id="{76F93F5C-A32F-6010-D37F-F916B47A79E7}"/>
                </a:ext>
              </a:extLst>
            </p:cNvPr>
            <p:cNvSpPr/>
            <p:nvPr/>
          </p:nvSpPr>
          <p:spPr>
            <a:xfrm rot="5400000">
              <a:off x="5375161" y="178268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椭圆 255">
              <a:extLst>
                <a:ext uri="{FF2B5EF4-FFF2-40B4-BE49-F238E27FC236}">
                  <a16:creationId xmlns:a16="http://schemas.microsoft.com/office/drawing/2014/main" id="{0B580988-D5A1-9CAC-D420-93769A9C66F0}"/>
                </a:ext>
              </a:extLst>
            </p:cNvPr>
            <p:cNvSpPr/>
            <p:nvPr/>
          </p:nvSpPr>
          <p:spPr>
            <a:xfrm rot="5400000">
              <a:off x="5375161" y="215484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椭圆 256">
              <a:extLst>
                <a:ext uri="{FF2B5EF4-FFF2-40B4-BE49-F238E27FC236}">
                  <a16:creationId xmlns:a16="http://schemas.microsoft.com/office/drawing/2014/main" id="{13E710BC-E14A-2609-6E90-EB601FABA760}"/>
                </a:ext>
              </a:extLst>
            </p:cNvPr>
            <p:cNvSpPr/>
            <p:nvPr/>
          </p:nvSpPr>
          <p:spPr>
            <a:xfrm rot="5400000">
              <a:off x="5375161" y="252700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椭圆 257">
              <a:extLst>
                <a:ext uri="{FF2B5EF4-FFF2-40B4-BE49-F238E27FC236}">
                  <a16:creationId xmlns:a16="http://schemas.microsoft.com/office/drawing/2014/main" id="{94FB5D95-F998-D7BB-6F06-AD6CD2EFADAE}"/>
                </a:ext>
              </a:extLst>
            </p:cNvPr>
            <p:cNvSpPr/>
            <p:nvPr/>
          </p:nvSpPr>
          <p:spPr>
            <a:xfrm rot="5400000">
              <a:off x="5375161" y="289916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椭圆 258">
              <a:extLst>
                <a:ext uri="{FF2B5EF4-FFF2-40B4-BE49-F238E27FC236}">
                  <a16:creationId xmlns:a16="http://schemas.microsoft.com/office/drawing/2014/main" id="{30C3D055-6CA4-0765-3BD5-A27243206E8F}"/>
                </a:ext>
              </a:extLst>
            </p:cNvPr>
            <p:cNvSpPr/>
            <p:nvPr/>
          </p:nvSpPr>
          <p:spPr>
            <a:xfrm rot="5400000">
              <a:off x="4866377" y="814223"/>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椭圆 259">
              <a:extLst>
                <a:ext uri="{FF2B5EF4-FFF2-40B4-BE49-F238E27FC236}">
                  <a16:creationId xmlns:a16="http://schemas.microsoft.com/office/drawing/2014/main" id="{B77FE491-1F44-396E-0E47-C09CD5B32327}"/>
                </a:ext>
              </a:extLst>
            </p:cNvPr>
            <p:cNvSpPr/>
            <p:nvPr/>
          </p:nvSpPr>
          <p:spPr>
            <a:xfrm rot="5400000">
              <a:off x="4866377" y="118638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椭圆 260">
              <a:extLst>
                <a:ext uri="{FF2B5EF4-FFF2-40B4-BE49-F238E27FC236}">
                  <a16:creationId xmlns:a16="http://schemas.microsoft.com/office/drawing/2014/main" id="{772ADD76-3F37-AF7C-F64B-D5981451817D}"/>
                </a:ext>
              </a:extLst>
            </p:cNvPr>
            <p:cNvSpPr/>
            <p:nvPr/>
          </p:nvSpPr>
          <p:spPr>
            <a:xfrm rot="5400000">
              <a:off x="4866377" y="155854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椭圆 261">
              <a:extLst>
                <a:ext uri="{FF2B5EF4-FFF2-40B4-BE49-F238E27FC236}">
                  <a16:creationId xmlns:a16="http://schemas.microsoft.com/office/drawing/2014/main" id="{39665050-5251-4DEF-9533-6288C462F74F}"/>
                </a:ext>
              </a:extLst>
            </p:cNvPr>
            <p:cNvSpPr/>
            <p:nvPr/>
          </p:nvSpPr>
          <p:spPr>
            <a:xfrm rot="5400000">
              <a:off x="4866377" y="193069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椭圆 262">
              <a:extLst>
                <a:ext uri="{FF2B5EF4-FFF2-40B4-BE49-F238E27FC236}">
                  <a16:creationId xmlns:a16="http://schemas.microsoft.com/office/drawing/2014/main" id="{E4765CCE-54AF-4D11-04A5-8513CC184F01}"/>
                </a:ext>
              </a:extLst>
            </p:cNvPr>
            <p:cNvSpPr/>
            <p:nvPr/>
          </p:nvSpPr>
          <p:spPr>
            <a:xfrm rot="5400000">
              <a:off x="4866377" y="230285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椭圆 263">
              <a:extLst>
                <a:ext uri="{FF2B5EF4-FFF2-40B4-BE49-F238E27FC236}">
                  <a16:creationId xmlns:a16="http://schemas.microsoft.com/office/drawing/2014/main" id="{6B06875B-007F-CB4B-25AA-3E483E9149F3}"/>
                </a:ext>
              </a:extLst>
            </p:cNvPr>
            <p:cNvSpPr/>
            <p:nvPr/>
          </p:nvSpPr>
          <p:spPr>
            <a:xfrm rot="5400000">
              <a:off x="4866377" y="267501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椭圆 264">
              <a:extLst>
                <a:ext uri="{FF2B5EF4-FFF2-40B4-BE49-F238E27FC236}">
                  <a16:creationId xmlns:a16="http://schemas.microsoft.com/office/drawing/2014/main" id="{BF9B3ABD-0FE9-0498-0103-55E4DF7DE03C}"/>
                </a:ext>
              </a:extLst>
            </p:cNvPr>
            <p:cNvSpPr/>
            <p:nvPr/>
          </p:nvSpPr>
          <p:spPr>
            <a:xfrm rot="5400000">
              <a:off x="4357595" y="60003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椭圆 265">
              <a:extLst>
                <a:ext uri="{FF2B5EF4-FFF2-40B4-BE49-F238E27FC236}">
                  <a16:creationId xmlns:a16="http://schemas.microsoft.com/office/drawing/2014/main" id="{DF37BFFA-A64A-9BF7-E9D6-CD8464E414D6}"/>
                </a:ext>
              </a:extLst>
            </p:cNvPr>
            <p:cNvSpPr/>
            <p:nvPr/>
          </p:nvSpPr>
          <p:spPr>
            <a:xfrm rot="5400000">
              <a:off x="4357595" y="97219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椭圆 266">
              <a:extLst>
                <a:ext uri="{FF2B5EF4-FFF2-40B4-BE49-F238E27FC236}">
                  <a16:creationId xmlns:a16="http://schemas.microsoft.com/office/drawing/2014/main" id="{19F19091-6183-2847-2C09-E36BC14035A7}"/>
                </a:ext>
              </a:extLst>
            </p:cNvPr>
            <p:cNvSpPr/>
            <p:nvPr/>
          </p:nvSpPr>
          <p:spPr>
            <a:xfrm rot="5400000">
              <a:off x="4357595" y="134435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椭圆 267">
              <a:extLst>
                <a:ext uri="{FF2B5EF4-FFF2-40B4-BE49-F238E27FC236}">
                  <a16:creationId xmlns:a16="http://schemas.microsoft.com/office/drawing/2014/main" id="{944FF117-8DFF-E5E4-6E65-948DD7705FFF}"/>
                </a:ext>
              </a:extLst>
            </p:cNvPr>
            <p:cNvSpPr/>
            <p:nvPr/>
          </p:nvSpPr>
          <p:spPr>
            <a:xfrm rot="5400000">
              <a:off x="4357595" y="171651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椭圆 268">
              <a:extLst>
                <a:ext uri="{FF2B5EF4-FFF2-40B4-BE49-F238E27FC236}">
                  <a16:creationId xmlns:a16="http://schemas.microsoft.com/office/drawing/2014/main" id="{F8F38E20-37E6-30BC-3CD3-D50BBDD98FF4}"/>
                </a:ext>
              </a:extLst>
            </p:cNvPr>
            <p:cNvSpPr/>
            <p:nvPr/>
          </p:nvSpPr>
          <p:spPr>
            <a:xfrm rot="5400000">
              <a:off x="4357595" y="208867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椭圆 269">
              <a:extLst>
                <a:ext uri="{FF2B5EF4-FFF2-40B4-BE49-F238E27FC236}">
                  <a16:creationId xmlns:a16="http://schemas.microsoft.com/office/drawing/2014/main" id="{07977C64-F3B9-61A0-1596-8EF606D737A5}"/>
                </a:ext>
              </a:extLst>
            </p:cNvPr>
            <p:cNvSpPr/>
            <p:nvPr/>
          </p:nvSpPr>
          <p:spPr>
            <a:xfrm rot="5400000">
              <a:off x="4357595" y="2460823"/>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椭圆 270">
              <a:extLst>
                <a:ext uri="{FF2B5EF4-FFF2-40B4-BE49-F238E27FC236}">
                  <a16:creationId xmlns:a16="http://schemas.microsoft.com/office/drawing/2014/main" id="{7DA22A2A-DDC1-F30F-DA28-3AC4D33C53E2}"/>
                </a:ext>
              </a:extLst>
            </p:cNvPr>
            <p:cNvSpPr/>
            <p:nvPr/>
          </p:nvSpPr>
          <p:spPr>
            <a:xfrm rot="5400000">
              <a:off x="7882497" y="221508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椭圆 271">
              <a:extLst>
                <a:ext uri="{FF2B5EF4-FFF2-40B4-BE49-F238E27FC236}">
                  <a16:creationId xmlns:a16="http://schemas.microsoft.com/office/drawing/2014/main" id="{3D321535-8998-9B6F-963B-1AFBB79B1D13}"/>
                </a:ext>
              </a:extLst>
            </p:cNvPr>
            <p:cNvSpPr/>
            <p:nvPr/>
          </p:nvSpPr>
          <p:spPr>
            <a:xfrm rot="5400000">
              <a:off x="7882497" y="2587243"/>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椭圆 272">
              <a:extLst>
                <a:ext uri="{FF2B5EF4-FFF2-40B4-BE49-F238E27FC236}">
                  <a16:creationId xmlns:a16="http://schemas.microsoft.com/office/drawing/2014/main" id="{90D94C80-EEA0-A63F-4B1F-ACACD1BE0D39}"/>
                </a:ext>
              </a:extLst>
            </p:cNvPr>
            <p:cNvSpPr/>
            <p:nvPr/>
          </p:nvSpPr>
          <p:spPr>
            <a:xfrm rot="5400000">
              <a:off x="7882497" y="295940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椭圆 273">
              <a:extLst>
                <a:ext uri="{FF2B5EF4-FFF2-40B4-BE49-F238E27FC236}">
                  <a16:creationId xmlns:a16="http://schemas.microsoft.com/office/drawing/2014/main" id="{56F2992A-22A4-C3E9-E7F8-BE07D892FB24}"/>
                </a:ext>
              </a:extLst>
            </p:cNvPr>
            <p:cNvSpPr/>
            <p:nvPr/>
          </p:nvSpPr>
          <p:spPr>
            <a:xfrm rot="5400000">
              <a:off x="7882497" y="333156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椭圆 274">
              <a:extLst>
                <a:ext uri="{FF2B5EF4-FFF2-40B4-BE49-F238E27FC236}">
                  <a16:creationId xmlns:a16="http://schemas.microsoft.com/office/drawing/2014/main" id="{E9735C59-71B9-B170-202C-56A40E59FB52}"/>
                </a:ext>
              </a:extLst>
            </p:cNvPr>
            <p:cNvSpPr/>
            <p:nvPr/>
          </p:nvSpPr>
          <p:spPr>
            <a:xfrm rot="5400000">
              <a:off x="7882497" y="370372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椭圆 275">
              <a:extLst>
                <a:ext uri="{FF2B5EF4-FFF2-40B4-BE49-F238E27FC236}">
                  <a16:creationId xmlns:a16="http://schemas.microsoft.com/office/drawing/2014/main" id="{5CFC931D-4FD8-F73B-167C-56526AB35DDC}"/>
                </a:ext>
              </a:extLst>
            </p:cNvPr>
            <p:cNvSpPr/>
            <p:nvPr/>
          </p:nvSpPr>
          <p:spPr>
            <a:xfrm rot="5400000">
              <a:off x="7882497" y="407587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椭圆 276">
              <a:extLst>
                <a:ext uri="{FF2B5EF4-FFF2-40B4-BE49-F238E27FC236}">
                  <a16:creationId xmlns:a16="http://schemas.microsoft.com/office/drawing/2014/main" id="{A4F3C466-7187-02C1-077B-1F0C9EEA94A9}"/>
                </a:ext>
              </a:extLst>
            </p:cNvPr>
            <p:cNvSpPr/>
            <p:nvPr/>
          </p:nvSpPr>
          <p:spPr>
            <a:xfrm rot="5400000">
              <a:off x="7373713" y="196674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椭圆 277">
              <a:extLst>
                <a:ext uri="{FF2B5EF4-FFF2-40B4-BE49-F238E27FC236}">
                  <a16:creationId xmlns:a16="http://schemas.microsoft.com/office/drawing/2014/main" id="{F426D370-77CA-2985-B41F-BA527B0D4790}"/>
                </a:ext>
              </a:extLst>
            </p:cNvPr>
            <p:cNvSpPr/>
            <p:nvPr/>
          </p:nvSpPr>
          <p:spPr>
            <a:xfrm rot="5400000">
              <a:off x="7373713" y="233890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椭圆 278">
              <a:extLst>
                <a:ext uri="{FF2B5EF4-FFF2-40B4-BE49-F238E27FC236}">
                  <a16:creationId xmlns:a16="http://schemas.microsoft.com/office/drawing/2014/main" id="{D485D39F-37E0-D4F6-CB88-5D1F20FBDD65}"/>
                </a:ext>
              </a:extLst>
            </p:cNvPr>
            <p:cNvSpPr/>
            <p:nvPr/>
          </p:nvSpPr>
          <p:spPr>
            <a:xfrm rot="5400000">
              <a:off x="7373713" y="271105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椭圆 279">
              <a:extLst>
                <a:ext uri="{FF2B5EF4-FFF2-40B4-BE49-F238E27FC236}">
                  <a16:creationId xmlns:a16="http://schemas.microsoft.com/office/drawing/2014/main" id="{150CCD1D-C4BA-A099-E7FB-8C1A7D11B89D}"/>
                </a:ext>
              </a:extLst>
            </p:cNvPr>
            <p:cNvSpPr/>
            <p:nvPr/>
          </p:nvSpPr>
          <p:spPr>
            <a:xfrm rot="5400000">
              <a:off x="7373713" y="308321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椭圆 280">
              <a:extLst>
                <a:ext uri="{FF2B5EF4-FFF2-40B4-BE49-F238E27FC236}">
                  <a16:creationId xmlns:a16="http://schemas.microsoft.com/office/drawing/2014/main" id="{A93F1A58-06B4-E461-F353-153BC2E292E5}"/>
                </a:ext>
              </a:extLst>
            </p:cNvPr>
            <p:cNvSpPr/>
            <p:nvPr/>
          </p:nvSpPr>
          <p:spPr>
            <a:xfrm rot="5400000">
              <a:off x="7373713" y="345537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椭圆 281">
              <a:extLst>
                <a:ext uri="{FF2B5EF4-FFF2-40B4-BE49-F238E27FC236}">
                  <a16:creationId xmlns:a16="http://schemas.microsoft.com/office/drawing/2014/main" id="{BBB0453A-39CA-7639-600E-9D2D774CC223}"/>
                </a:ext>
              </a:extLst>
            </p:cNvPr>
            <p:cNvSpPr/>
            <p:nvPr/>
          </p:nvSpPr>
          <p:spPr>
            <a:xfrm rot="5400000">
              <a:off x="7373713" y="382753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椭圆 282">
              <a:extLst>
                <a:ext uri="{FF2B5EF4-FFF2-40B4-BE49-F238E27FC236}">
                  <a16:creationId xmlns:a16="http://schemas.microsoft.com/office/drawing/2014/main" id="{8718818C-4F1A-5C74-765A-5CAC2B17C9D2}"/>
                </a:ext>
              </a:extLst>
            </p:cNvPr>
            <p:cNvSpPr/>
            <p:nvPr/>
          </p:nvSpPr>
          <p:spPr>
            <a:xfrm rot="5400000">
              <a:off x="6864931" y="174259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椭圆 283">
              <a:extLst>
                <a:ext uri="{FF2B5EF4-FFF2-40B4-BE49-F238E27FC236}">
                  <a16:creationId xmlns:a16="http://schemas.microsoft.com/office/drawing/2014/main" id="{997A0159-A683-0008-4B6F-BE0D27B0D2E2}"/>
                </a:ext>
              </a:extLst>
            </p:cNvPr>
            <p:cNvSpPr/>
            <p:nvPr/>
          </p:nvSpPr>
          <p:spPr>
            <a:xfrm rot="5400000">
              <a:off x="6864931" y="2114753"/>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椭圆 284">
              <a:extLst>
                <a:ext uri="{FF2B5EF4-FFF2-40B4-BE49-F238E27FC236}">
                  <a16:creationId xmlns:a16="http://schemas.microsoft.com/office/drawing/2014/main" id="{C785D440-56F7-6CC5-38CC-425393F09613}"/>
                </a:ext>
              </a:extLst>
            </p:cNvPr>
            <p:cNvSpPr/>
            <p:nvPr/>
          </p:nvSpPr>
          <p:spPr>
            <a:xfrm rot="5400000">
              <a:off x="6864931" y="248691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椭圆 285">
              <a:extLst>
                <a:ext uri="{FF2B5EF4-FFF2-40B4-BE49-F238E27FC236}">
                  <a16:creationId xmlns:a16="http://schemas.microsoft.com/office/drawing/2014/main" id="{86FE9693-8FB5-EAFE-D985-45AE945BC6A5}"/>
                </a:ext>
              </a:extLst>
            </p:cNvPr>
            <p:cNvSpPr/>
            <p:nvPr/>
          </p:nvSpPr>
          <p:spPr>
            <a:xfrm rot="5400000">
              <a:off x="6864931" y="285907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椭圆 286">
              <a:extLst>
                <a:ext uri="{FF2B5EF4-FFF2-40B4-BE49-F238E27FC236}">
                  <a16:creationId xmlns:a16="http://schemas.microsoft.com/office/drawing/2014/main" id="{9E1D8674-CBAB-A86E-E99D-006EC51F262B}"/>
                </a:ext>
              </a:extLst>
            </p:cNvPr>
            <p:cNvSpPr/>
            <p:nvPr/>
          </p:nvSpPr>
          <p:spPr>
            <a:xfrm rot="5400000">
              <a:off x="6864931" y="323123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椭圆 287">
              <a:extLst>
                <a:ext uri="{FF2B5EF4-FFF2-40B4-BE49-F238E27FC236}">
                  <a16:creationId xmlns:a16="http://schemas.microsoft.com/office/drawing/2014/main" id="{E0F15560-1EB9-A60D-579E-C40B10974C6F}"/>
                </a:ext>
              </a:extLst>
            </p:cNvPr>
            <p:cNvSpPr/>
            <p:nvPr/>
          </p:nvSpPr>
          <p:spPr>
            <a:xfrm rot="5400000">
              <a:off x="6864931" y="360338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椭圆 288">
              <a:extLst>
                <a:ext uri="{FF2B5EF4-FFF2-40B4-BE49-F238E27FC236}">
                  <a16:creationId xmlns:a16="http://schemas.microsoft.com/office/drawing/2014/main" id="{1EC961E6-932F-35A8-A28F-48E47714208C}"/>
                </a:ext>
              </a:extLst>
            </p:cNvPr>
            <p:cNvSpPr/>
            <p:nvPr/>
          </p:nvSpPr>
          <p:spPr>
            <a:xfrm rot="5400000">
              <a:off x="6356148" y="152840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椭圆 289">
              <a:extLst>
                <a:ext uri="{FF2B5EF4-FFF2-40B4-BE49-F238E27FC236}">
                  <a16:creationId xmlns:a16="http://schemas.microsoft.com/office/drawing/2014/main" id="{04FF7046-7B4B-A4D6-4CC0-331C0D7AB86D}"/>
                </a:ext>
              </a:extLst>
            </p:cNvPr>
            <p:cNvSpPr/>
            <p:nvPr/>
          </p:nvSpPr>
          <p:spPr>
            <a:xfrm rot="5400000">
              <a:off x="6356148" y="190056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椭圆 290">
              <a:extLst>
                <a:ext uri="{FF2B5EF4-FFF2-40B4-BE49-F238E27FC236}">
                  <a16:creationId xmlns:a16="http://schemas.microsoft.com/office/drawing/2014/main" id="{B2E900CE-DB2C-4008-1CAF-1E24CBC706C8}"/>
                </a:ext>
              </a:extLst>
            </p:cNvPr>
            <p:cNvSpPr/>
            <p:nvPr/>
          </p:nvSpPr>
          <p:spPr>
            <a:xfrm rot="5400000">
              <a:off x="6356145" y="227272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椭圆 291">
              <a:extLst>
                <a:ext uri="{FF2B5EF4-FFF2-40B4-BE49-F238E27FC236}">
                  <a16:creationId xmlns:a16="http://schemas.microsoft.com/office/drawing/2014/main" id="{D9EC2ED0-4F06-1492-A236-273816FCFEAA}"/>
                </a:ext>
              </a:extLst>
            </p:cNvPr>
            <p:cNvSpPr/>
            <p:nvPr/>
          </p:nvSpPr>
          <p:spPr>
            <a:xfrm rot="5400000">
              <a:off x="6356150" y="264488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椭圆 292">
              <a:extLst>
                <a:ext uri="{FF2B5EF4-FFF2-40B4-BE49-F238E27FC236}">
                  <a16:creationId xmlns:a16="http://schemas.microsoft.com/office/drawing/2014/main" id="{2B9318C6-CC6B-6B48-5A8B-1450CCD2C925}"/>
                </a:ext>
              </a:extLst>
            </p:cNvPr>
            <p:cNvSpPr/>
            <p:nvPr/>
          </p:nvSpPr>
          <p:spPr>
            <a:xfrm rot="5400000">
              <a:off x="6356151" y="3017043"/>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椭圆 293">
              <a:extLst>
                <a:ext uri="{FF2B5EF4-FFF2-40B4-BE49-F238E27FC236}">
                  <a16:creationId xmlns:a16="http://schemas.microsoft.com/office/drawing/2014/main" id="{E8EDDA7C-873B-FEEF-011F-C24A7DD0F92F}"/>
                </a:ext>
              </a:extLst>
            </p:cNvPr>
            <p:cNvSpPr/>
            <p:nvPr/>
          </p:nvSpPr>
          <p:spPr>
            <a:xfrm rot="5400000">
              <a:off x="6356152" y="338919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椭圆 294">
              <a:extLst>
                <a:ext uri="{FF2B5EF4-FFF2-40B4-BE49-F238E27FC236}">
                  <a16:creationId xmlns:a16="http://schemas.microsoft.com/office/drawing/2014/main" id="{44B697E0-FA69-ADFD-C23A-3C5501D82E6C}"/>
                </a:ext>
              </a:extLst>
            </p:cNvPr>
            <p:cNvSpPr/>
            <p:nvPr/>
          </p:nvSpPr>
          <p:spPr>
            <a:xfrm rot="5400000">
              <a:off x="5883942" y="354979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椭圆 295">
              <a:extLst>
                <a:ext uri="{FF2B5EF4-FFF2-40B4-BE49-F238E27FC236}">
                  <a16:creationId xmlns:a16="http://schemas.microsoft.com/office/drawing/2014/main" id="{2BDA1132-C733-6D3B-3966-F7615C294A78}"/>
                </a:ext>
              </a:extLst>
            </p:cNvPr>
            <p:cNvSpPr/>
            <p:nvPr/>
          </p:nvSpPr>
          <p:spPr>
            <a:xfrm rot="5400000">
              <a:off x="5883942" y="392195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椭圆 296">
              <a:extLst>
                <a:ext uri="{FF2B5EF4-FFF2-40B4-BE49-F238E27FC236}">
                  <a16:creationId xmlns:a16="http://schemas.microsoft.com/office/drawing/2014/main" id="{033AE8CF-4CED-9744-543B-16605A2F67E8}"/>
                </a:ext>
              </a:extLst>
            </p:cNvPr>
            <p:cNvSpPr/>
            <p:nvPr/>
          </p:nvSpPr>
          <p:spPr>
            <a:xfrm rot="5400000">
              <a:off x="5883942" y="429411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椭圆 297">
              <a:extLst>
                <a:ext uri="{FF2B5EF4-FFF2-40B4-BE49-F238E27FC236}">
                  <a16:creationId xmlns:a16="http://schemas.microsoft.com/office/drawing/2014/main" id="{A5546799-496F-6159-B69C-216826F0A14D}"/>
                </a:ext>
              </a:extLst>
            </p:cNvPr>
            <p:cNvSpPr/>
            <p:nvPr/>
          </p:nvSpPr>
          <p:spPr>
            <a:xfrm rot="5400000">
              <a:off x="5883942" y="466627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椭圆 298">
              <a:extLst>
                <a:ext uri="{FF2B5EF4-FFF2-40B4-BE49-F238E27FC236}">
                  <a16:creationId xmlns:a16="http://schemas.microsoft.com/office/drawing/2014/main" id="{CF9E5C05-8010-D086-84BE-059B06921EB0}"/>
                </a:ext>
              </a:extLst>
            </p:cNvPr>
            <p:cNvSpPr/>
            <p:nvPr/>
          </p:nvSpPr>
          <p:spPr>
            <a:xfrm rot="5400000">
              <a:off x="5883942" y="503842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椭圆 299">
              <a:extLst>
                <a:ext uri="{FF2B5EF4-FFF2-40B4-BE49-F238E27FC236}">
                  <a16:creationId xmlns:a16="http://schemas.microsoft.com/office/drawing/2014/main" id="{367420DD-64AF-47F4-A27E-5DAD9E16FC3B}"/>
                </a:ext>
              </a:extLst>
            </p:cNvPr>
            <p:cNvSpPr/>
            <p:nvPr/>
          </p:nvSpPr>
          <p:spPr>
            <a:xfrm rot="5400000">
              <a:off x="5883942" y="541058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椭圆 300">
              <a:extLst>
                <a:ext uri="{FF2B5EF4-FFF2-40B4-BE49-F238E27FC236}">
                  <a16:creationId xmlns:a16="http://schemas.microsoft.com/office/drawing/2014/main" id="{94227750-E3CA-9B28-ED03-6DEBCF41EBA6}"/>
                </a:ext>
              </a:extLst>
            </p:cNvPr>
            <p:cNvSpPr/>
            <p:nvPr/>
          </p:nvSpPr>
          <p:spPr>
            <a:xfrm rot="5400000">
              <a:off x="5375158" y="330145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椭圆 301">
              <a:extLst>
                <a:ext uri="{FF2B5EF4-FFF2-40B4-BE49-F238E27FC236}">
                  <a16:creationId xmlns:a16="http://schemas.microsoft.com/office/drawing/2014/main" id="{20FAECED-BABA-7FF3-1CB0-D1AF35C39B49}"/>
                </a:ext>
              </a:extLst>
            </p:cNvPr>
            <p:cNvSpPr/>
            <p:nvPr/>
          </p:nvSpPr>
          <p:spPr>
            <a:xfrm rot="5400000">
              <a:off x="5375158" y="367360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椭圆 302">
              <a:extLst>
                <a:ext uri="{FF2B5EF4-FFF2-40B4-BE49-F238E27FC236}">
                  <a16:creationId xmlns:a16="http://schemas.microsoft.com/office/drawing/2014/main" id="{DE4A2E88-726B-ADD3-0A86-850C048C52B4}"/>
                </a:ext>
              </a:extLst>
            </p:cNvPr>
            <p:cNvSpPr/>
            <p:nvPr/>
          </p:nvSpPr>
          <p:spPr>
            <a:xfrm rot="5400000">
              <a:off x="5375158" y="404576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椭圆 303">
              <a:extLst>
                <a:ext uri="{FF2B5EF4-FFF2-40B4-BE49-F238E27FC236}">
                  <a16:creationId xmlns:a16="http://schemas.microsoft.com/office/drawing/2014/main" id="{D2F77351-5E7F-8522-01C9-BD63B59B3FA4}"/>
                </a:ext>
              </a:extLst>
            </p:cNvPr>
            <p:cNvSpPr/>
            <p:nvPr/>
          </p:nvSpPr>
          <p:spPr>
            <a:xfrm rot="5400000">
              <a:off x="5375158" y="441792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椭圆 304">
              <a:extLst>
                <a:ext uri="{FF2B5EF4-FFF2-40B4-BE49-F238E27FC236}">
                  <a16:creationId xmlns:a16="http://schemas.microsoft.com/office/drawing/2014/main" id="{33D113FC-8855-F73B-6EE9-950319741197}"/>
                </a:ext>
              </a:extLst>
            </p:cNvPr>
            <p:cNvSpPr/>
            <p:nvPr/>
          </p:nvSpPr>
          <p:spPr>
            <a:xfrm rot="5400000">
              <a:off x="5375158" y="479008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椭圆 305">
              <a:extLst>
                <a:ext uri="{FF2B5EF4-FFF2-40B4-BE49-F238E27FC236}">
                  <a16:creationId xmlns:a16="http://schemas.microsoft.com/office/drawing/2014/main" id="{040F4695-E1F8-6181-4CC9-EFBAAD8D4C0E}"/>
                </a:ext>
              </a:extLst>
            </p:cNvPr>
            <p:cNvSpPr/>
            <p:nvPr/>
          </p:nvSpPr>
          <p:spPr>
            <a:xfrm rot="5400000">
              <a:off x="5375158" y="516224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椭圆 306">
              <a:extLst>
                <a:ext uri="{FF2B5EF4-FFF2-40B4-BE49-F238E27FC236}">
                  <a16:creationId xmlns:a16="http://schemas.microsoft.com/office/drawing/2014/main" id="{95BAAC18-6589-7918-7438-13E1C4C02304}"/>
                </a:ext>
              </a:extLst>
            </p:cNvPr>
            <p:cNvSpPr/>
            <p:nvPr/>
          </p:nvSpPr>
          <p:spPr>
            <a:xfrm rot="5400000">
              <a:off x="4866377" y="307730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椭圆 307">
              <a:extLst>
                <a:ext uri="{FF2B5EF4-FFF2-40B4-BE49-F238E27FC236}">
                  <a16:creationId xmlns:a16="http://schemas.microsoft.com/office/drawing/2014/main" id="{98E5D399-EE77-DAA2-164F-BCD4AEA03F0C}"/>
                </a:ext>
              </a:extLst>
            </p:cNvPr>
            <p:cNvSpPr/>
            <p:nvPr/>
          </p:nvSpPr>
          <p:spPr>
            <a:xfrm rot="5400000">
              <a:off x="4866377" y="344946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椭圆 308">
              <a:extLst>
                <a:ext uri="{FF2B5EF4-FFF2-40B4-BE49-F238E27FC236}">
                  <a16:creationId xmlns:a16="http://schemas.microsoft.com/office/drawing/2014/main" id="{2F976ABF-F527-CB35-A048-B34458627FB7}"/>
                </a:ext>
              </a:extLst>
            </p:cNvPr>
            <p:cNvSpPr/>
            <p:nvPr/>
          </p:nvSpPr>
          <p:spPr>
            <a:xfrm rot="5400000">
              <a:off x="4866377" y="382162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椭圆 309">
              <a:extLst>
                <a:ext uri="{FF2B5EF4-FFF2-40B4-BE49-F238E27FC236}">
                  <a16:creationId xmlns:a16="http://schemas.microsoft.com/office/drawing/2014/main" id="{12749F17-A673-059A-C496-D2D2F573B75C}"/>
                </a:ext>
              </a:extLst>
            </p:cNvPr>
            <p:cNvSpPr/>
            <p:nvPr/>
          </p:nvSpPr>
          <p:spPr>
            <a:xfrm rot="5400000">
              <a:off x="4866377" y="419378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椭圆 310">
              <a:extLst>
                <a:ext uri="{FF2B5EF4-FFF2-40B4-BE49-F238E27FC236}">
                  <a16:creationId xmlns:a16="http://schemas.microsoft.com/office/drawing/2014/main" id="{31BA5525-05AC-63EF-AFB7-56A17CD8AF3D}"/>
                </a:ext>
              </a:extLst>
            </p:cNvPr>
            <p:cNvSpPr/>
            <p:nvPr/>
          </p:nvSpPr>
          <p:spPr>
            <a:xfrm rot="5400000">
              <a:off x="4866377" y="456593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椭圆 311">
              <a:extLst>
                <a:ext uri="{FF2B5EF4-FFF2-40B4-BE49-F238E27FC236}">
                  <a16:creationId xmlns:a16="http://schemas.microsoft.com/office/drawing/2014/main" id="{A923905F-62BC-1368-995C-0EDCBEAD2B3D}"/>
                </a:ext>
              </a:extLst>
            </p:cNvPr>
            <p:cNvSpPr/>
            <p:nvPr/>
          </p:nvSpPr>
          <p:spPr>
            <a:xfrm rot="5400000">
              <a:off x="4866377" y="493809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椭圆 312">
              <a:extLst>
                <a:ext uri="{FF2B5EF4-FFF2-40B4-BE49-F238E27FC236}">
                  <a16:creationId xmlns:a16="http://schemas.microsoft.com/office/drawing/2014/main" id="{7F25F349-C231-4D25-4774-7CB4E81B51B8}"/>
                </a:ext>
              </a:extLst>
            </p:cNvPr>
            <p:cNvSpPr/>
            <p:nvPr/>
          </p:nvSpPr>
          <p:spPr>
            <a:xfrm rot="5400000">
              <a:off x="4357595" y="286311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椭圆 313">
              <a:extLst>
                <a:ext uri="{FF2B5EF4-FFF2-40B4-BE49-F238E27FC236}">
                  <a16:creationId xmlns:a16="http://schemas.microsoft.com/office/drawing/2014/main" id="{614FF2AA-D5C2-9929-EA59-1FE62A18B19E}"/>
                </a:ext>
              </a:extLst>
            </p:cNvPr>
            <p:cNvSpPr/>
            <p:nvPr/>
          </p:nvSpPr>
          <p:spPr>
            <a:xfrm rot="5400000">
              <a:off x="4357595" y="323527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椭圆 314">
              <a:extLst>
                <a:ext uri="{FF2B5EF4-FFF2-40B4-BE49-F238E27FC236}">
                  <a16:creationId xmlns:a16="http://schemas.microsoft.com/office/drawing/2014/main" id="{7263162A-99D0-44AA-050D-0F3F97566087}"/>
                </a:ext>
              </a:extLst>
            </p:cNvPr>
            <p:cNvSpPr/>
            <p:nvPr/>
          </p:nvSpPr>
          <p:spPr>
            <a:xfrm rot="5400000">
              <a:off x="4357595" y="360743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椭圆 315">
              <a:extLst>
                <a:ext uri="{FF2B5EF4-FFF2-40B4-BE49-F238E27FC236}">
                  <a16:creationId xmlns:a16="http://schemas.microsoft.com/office/drawing/2014/main" id="{2282171C-A199-28CE-D07C-0DF61E11E0CA}"/>
                </a:ext>
              </a:extLst>
            </p:cNvPr>
            <p:cNvSpPr/>
            <p:nvPr/>
          </p:nvSpPr>
          <p:spPr>
            <a:xfrm rot="5400000">
              <a:off x="4357595" y="397959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椭圆 316">
              <a:extLst>
                <a:ext uri="{FF2B5EF4-FFF2-40B4-BE49-F238E27FC236}">
                  <a16:creationId xmlns:a16="http://schemas.microsoft.com/office/drawing/2014/main" id="{5793E2D3-B6BF-B360-6F8E-CC382109B72E}"/>
                </a:ext>
              </a:extLst>
            </p:cNvPr>
            <p:cNvSpPr/>
            <p:nvPr/>
          </p:nvSpPr>
          <p:spPr>
            <a:xfrm rot="5400000">
              <a:off x="4357595" y="435175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椭圆 317">
              <a:extLst>
                <a:ext uri="{FF2B5EF4-FFF2-40B4-BE49-F238E27FC236}">
                  <a16:creationId xmlns:a16="http://schemas.microsoft.com/office/drawing/2014/main" id="{DC6C93CE-6477-210C-9CD6-0C92AA4F7AD3}"/>
                </a:ext>
              </a:extLst>
            </p:cNvPr>
            <p:cNvSpPr/>
            <p:nvPr/>
          </p:nvSpPr>
          <p:spPr>
            <a:xfrm rot="5400000">
              <a:off x="4357595" y="472390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椭圆 318">
              <a:extLst>
                <a:ext uri="{FF2B5EF4-FFF2-40B4-BE49-F238E27FC236}">
                  <a16:creationId xmlns:a16="http://schemas.microsoft.com/office/drawing/2014/main" id="{EDBC69E9-D728-694D-5644-B12C0E0E16C8}"/>
                </a:ext>
              </a:extLst>
            </p:cNvPr>
            <p:cNvSpPr/>
            <p:nvPr/>
          </p:nvSpPr>
          <p:spPr>
            <a:xfrm rot="5400000">
              <a:off x="7882494" y="447816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椭圆 319">
              <a:extLst>
                <a:ext uri="{FF2B5EF4-FFF2-40B4-BE49-F238E27FC236}">
                  <a16:creationId xmlns:a16="http://schemas.microsoft.com/office/drawing/2014/main" id="{116AA5C2-9710-065C-2243-78B19B61617A}"/>
                </a:ext>
              </a:extLst>
            </p:cNvPr>
            <p:cNvSpPr/>
            <p:nvPr/>
          </p:nvSpPr>
          <p:spPr>
            <a:xfrm rot="5400000">
              <a:off x="7882494" y="485032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椭圆 320">
              <a:extLst>
                <a:ext uri="{FF2B5EF4-FFF2-40B4-BE49-F238E27FC236}">
                  <a16:creationId xmlns:a16="http://schemas.microsoft.com/office/drawing/2014/main" id="{FBBC51D3-CCA6-44F0-F663-F42BDC2BFE58}"/>
                </a:ext>
              </a:extLst>
            </p:cNvPr>
            <p:cNvSpPr/>
            <p:nvPr/>
          </p:nvSpPr>
          <p:spPr>
            <a:xfrm rot="5400000">
              <a:off x="7882494" y="522248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椭圆 321">
              <a:extLst>
                <a:ext uri="{FF2B5EF4-FFF2-40B4-BE49-F238E27FC236}">
                  <a16:creationId xmlns:a16="http://schemas.microsoft.com/office/drawing/2014/main" id="{5E3A4705-2558-F6F5-03AE-7C44B0B8ACCE}"/>
                </a:ext>
              </a:extLst>
            </p:cNvPr>
            <p:cNvSpPr/>
            <p:nvPr/>
          </p:nvSpPr>
          <p:spPr>
            <a:xfrm rot="5400000">
              <a:off x="7882494" y="559464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椭圆 322">
              <a:extLst>
                <a:ext uri="{FF2B5EF4-FFF2-40B4-BE49-F238E27FC236}">
                  <a16:creationId xmlns:a16="http://schemas.microsoft.com/office/drawing/2014/main" id="{7B2C752F-2D97-9DC2-363B-3708BF41FEC0}"/>
                </a:ext>
              </a:extLst>
            </p:cNvPr>
            <p:cNvSpPr/>
            <p:nvPr/>
          </p:nvSpPr>
          <p:spPr>
            <a:xfrm rot="5400000">
              <a:off x="7882494" y="596680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椭圆 323">
              <a:extLst>
                <a:ext uri="{FF2B5EF4-FFF2-40B4-BE49-F238E27FC236}">
                  <a16:creationId xmlns:a16="http://schemas.microsoft.com/office/drawing/2014/main" id="{6E499751-2C4C-6D76-8618-3ACA6C27B7C7}"/>
                </a:ext>
              </a:extLst>
            </p:cNvPr>
            <p:cNvSpPr/>
            <p:nvPr/>
          </p:nvSpPr>
          <p:spPr>
            <a:xfrm rot="5400000">
              <a:off x="7882494" y="633896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椭圆 324">
              <a:extLst>
                <a:ext uri="{FF2B5EF4-FFF2-40B4-BE49-F238E27FC236}">
                  <a16:creationId xmlns:a16="http://schemas.microsoft.com/office/drawing/2014/main" id="{7F0C13D9-AC3E-5323-4327-FF9285DB0C51}"/>
                </a:ext>
              </a:extLst>
            </p:cNvPr>
            <p:cNvSpPr/>
            <p:nvPr/>
          </p:nvSpPr>
          <p:spPr>
            <a:xfrm rot="5400000">
              <a:off x="7373710" y="422982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椭圆 325">
              <a:extLst>
                <a:ext uri="{FF2B5EF4-FFF2-40B4-BE49-F238E27FC236}">
                  <a16:creationId xmlns:a16="http://schemas.microsoft.com/office/drawing/2014/main" id="{DD8EEF5D-9C84-4E0C-A46B-DEF2C3B5F1D5}"/>
                </a:ext>
              </a:extLst>
            </p:cNvPr>
            <p:cNvSpPr/>
            <p:nvPr/>
          </p:nvSpPr>
          <p:spPr>
            <a:xfrm rot="5400000">
              <a:off x="7373710" y="460198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椭圆 326">
              <a:extLst>
                <a:ext uri="{FF2B5EF4-FFF2-40B4-BE49-F238E27FC236}">
                  <a16:creationId xmlns:a16="http://schemas.microsoft.com/office/drawing/2014/main" id="{DD4997C3-AD71-45E7-4F37-C4E3F994D1EB}"/>
                </a:ext>
              </a:extLst>
            </p:cNvPr>
            <p:cNvSpPr/>
            <p:nvPr/>
          </p:nvSpPr>
          <p:spPr>
            <a:xfrm rot="5400000">
              <a:off x="7373710" y="497414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椭圆 327">
              <a:extLst>
                <a:ext uri="{FF2B5EF4-FFF2-40B4-BE49-F238E27FC236}">
                  <a16:creationId xmlns:a16="http://schemas.microsoft.com/office/drawing/2014/main" id="{3D9BA81E-F9DF-D461-4BCF-1296CE0ED8D8}"/>
                </a:ext>
              </a:extLst>
            </p:cNvPr>
            <p:cNvSpPr/>
            <p:nvPr/>
          </p:nvSpPr>
          <p:spPr>
            <a:xfrm rot="5400000">
              <a:off x="7373710" y="534629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椭圆 328">
              <a:extLst>
                <a:ext uri="{FF2B5EF4-FFF2-40B4-BE49-F238E27FC236}">
                  <a16:creationId xmlns:a16="http://schemas.microsoft.com/office/drawing/2014/main" id="{F7AB7AF7-FF0C-66EF-0C48-413FFF35F382}"/>
                </a:ext>
              </a:extLst>
            </p:cNvPr>
            <p:cNvSpPr/>
            <p:nvPr/>
          </p:nvSpPr>
          <p:spPr>
            <a:xfrm rot="5400000">
              <a:off x="7373710" y="571845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椭圆 329">
              <a:extLst>
                <a:ext uri="{FF2B5EF4-FFF2-40B4-BE49-F238E27FC236}">
                  <a16:creationId xmlns:a16="http://schemas.microsoft.com/office/drawing/2014/main" id="{AC0DBB7D-78E2-0B6F-EAFE-616DE09E9EE5}"/>
                </a:ext>
              </a:extLst>
            </p:cNvPr>
            <p:cNvSpPr/>
            <p:nvPr/>
          </p:nvSpPr>
          <p:spPr>
            <a:xfrm rot="5400000">
              <a:off x="7373710" y="609061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椭圆 330">
              <a:extLst>
                <a:ext uri="{FF2B5EF4-FFF2-40B4-BE49-F238E27FC236}">
                  <a16:creationId xmlns:a16="http://schemas.microsoft.com/office/drawing/2014/main" id="{2A626E8E-A3A6-125A-CBCF-B4D7F1D77399}"/>
                </a:ext>
              </a:extLst>
            </p:cNvPr>
            <p:cNvSpPr/>
            <p:nvPr/>
          </p:nvSpPr>
          <p:spPr>
            <a:xfrm rot="5400000">
              <a:off x="6864928" y="400567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椭圆 331">
              <a:extLst>
                <a:ext uri="{FF2B5EF4-FFF2-40B4-BE49-F238E27FC236}">
                  <a16:creationId xmlns:a16="http://schemas.microsoft.com/office/drawing/2014/main" id="{3059E1F2-5B61-1BB3-C366-80726F8E6F55}"/>
                </a:ext>
              </a:extLst>
            </p:cNvPr>
            <p:cNvSpPr/>
            <p:nvPr/>
          </p:nvSpPr>
          <p:spPr>
            <a:xfrm rot="5400000">
              <a:off x="6864928" y="437783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椭圆 332">
              <a:extLst>
                <a:ext uri="{FF2B5EF4-FFF2-40B4-BE49-F238E27FC236}">
                  <a16:creationId xmlns:a16="http://schemas.microsoft.com/office/drawing/2014/main" id="{42DE2AAB-3D7C-BE50-3AE6-1E554B4C689B}"/>
                </a:ext>
              </a:extLst>
            </p:cNvPr>
            <p:cNvSpPr/>
            <p:nvPr/>
          </p:nvSpPr>
          <p:spPr>
            <a:xfrm rot="5400000">
              <a:off x="6864928" y="474999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椭圆 333">
              <a:extLst>
                <a:ext uri="{FF2B5EF4-FFF2-40B4-BE49-F238E27FC236}">
                  <a16:creationId xmlns:a16="http://schemas.microsoft.com/office/drawing/2014/main" id="{F3CEFBFA-DA2E-3B6B-2E35-B4A6001BD7EA}"/>
                </a:ext>
              </a:extLst>
            </p:cNvPr>
            <p:cNvSpPr/>
            <p:nvPr/>
          </p:nvSpPr>
          <p:spPr>
            <a:xfrm rot="5400000">
              <a:off x="6864928" y="512215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椭圆 334">
              <a:extLst>
                <a:ext uri="{FF2B5EF4-FFF2-40B4-BE49-F238E27FC236}">
                  <a16:creationId xmlns:a16="http://schemas.microsoft.com/office/drawing/2014/main" id="{28645E65-07FD-7F0F-5113-00A680B8355C}"/>
                </a:ext>
              </a:extLst>
            </p:cNvPr>
            <p:cNvSpPr/>
            <p:nvPr/>
          </p:nvSpPr>
          <p:spPr>
            <a:xfrm rot="5400000">
              <a:off x="6864928" y="549431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椭圆 335">
              <a:extLst>
                <a:ext uri="{FF2B5EF4-FFF2-40B4-BE49-F238E27FC236}">
                  <a16:creationId xmlns:a16="http://schemas.microsoft.com/office/drawing/2014/main" id="{495B944F-CA29-0FE7-5DEC-06088A3E9431}"/>
                </a:ext>
              </a:extLst>
            </p:cNvPr>
            <p:cNvSpPr/>
            <p:nvPr/>
          </p:nvSpPr>
          <p:spPr>
            <a:xfrm rot="5400000">
              <a:off x="6864928" y="586647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椭圆 336">
              <a:extLst>
                <a:ext uri="{FF2B5EF4-FFF2-40B4-BE49-F238E27FC236}">
                  <a16:creationId xmlns:a16="http://schemas.microsoft.com/office/drawing/2014/main" id="{00FBABFA-0967-B68F-6982-86CC98EB7331}"/>
                </a:ext>
              </a:extLst>
            </p:cNvPr>
            <p:cNvSpPr/>
            <p:nvPr/>
          </p:nvSpPr>
          <p:spPr>
            <a:xfrm rot="5400000">
              <a:off x="6356145" y="379148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椭圆 337">
              <a:extLst>
                <a:ext uri="{FF2B5EF4-FFF2-40B4-BE49-F238E27FC236}">
                  <a16:creationId xmlns:a16="http://schemas.microsoft.com/office/drawing/2014/main" id="{EA19E07E-8E98-B592-5E58-CBAC41742737}"/>
                </a:ext>
              </a:extLst>
            </p:cNvPr>
            <p:cNvSpPr/>
            <p:nvPr/>
          </p:nvSpPr>
          <p:spPr>
            <a:xfrm rot="5400000">
              <a:off x="6356145" y="416364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椭圆 338">
              <a:extLst>
                <a:ext uri="{FF2B5EF4-FFF2-40B4-BE49-F238E27FC236}">
                  <a16:creationId xmlns:a16="http://schemas.microsoft.com/office/drawing/2014/main" id="{F33FE600-3E10-39D5-2FD1-38B5981E4328}"/>
                </a:ext>
              </a:extLst>
            </p:cNvPr>
            <p:cNvSpPr/>
            <p:nvPr/>
          </p:nvSpPr>
          <p:spPr>
            <a:xfrm rot="5400000">
              <a:off x="6356142" y="453580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椭圆 339">
              <a:extLst>
                <a:ext uri="{FF2B5EF4-FFF2-40B4-BE49-F238E27FC236}">
                  <a16:creationId xmlns:a16="http://schemas.microsoft.com/office/drawing/2014/main" id="{43F4DB8A-9E0A-AD18-F589-3563C5690731}"/>
                </a:ext>
              </a:extLst>
            </p:cNvPr>
            <p:cNvSpPr/>
            <p:nvPr/>
          </p:nvSpPr>
          <p:spPr>
            <a:xfrm rot="5400000">
              <a:off x="6356147" y="490796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椭圆 340">
              <a:extLst>
                <a:ext uri="{FF2B5EF4-FFF2-40B4-BE49-F238E27FC236}">
                  <a16:creationId xmlns:a16="http://schemas.microsoft.com/office/drawing/2014/main" id="{02824B56-052F-F0D3-B6A9-5CF98BFB1145}"/>
                </a:ext>
              </a:extLst>
            </p:cNvPr>
            <p:cNvSpPr/>
            <p:nvPr/>
          </p:nvSpPr>
          <p:spPr>
            <a:xfrm rot="5400000">
              <a:off x="6356149" y="528012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椭圆 341">
              <a:extLst>
                <a:ext uri="{FF2B5EF4-FFF2-40B4-BE49-F238E27FC236}">
                  <a16:creationId xmlns:a16="http://schemas.microsoft.com/office/drawing/2014/main" id="{CCB98E69-2AB5-5671-A627-9FB49A726EBB}"/>
                </a:ext>
              </a:extLst>
            </p:cNvPr>
            <p:cNvSpPr/>
            <p:nvPr/>
          </p:nvSpPr>
          <p:spPr>
            <a:xfrm rot="5400000">
              <a:off x="6356150" y="565227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椭圆 342">
              <a:extLst>
                <a:ext uri="{FF2B5EF4-FFF2-40B4-BE49-F238E27FC236}">
                  <a16:creationId xmlns:a16="http://schemas.microsoft.com/office/drawing/2014/main" id="{C8E0846D-69B8-82D1-3553-164DDF6D991C}"/>
                </a:ext>
              </a:extLst>
            </p:cNvPr>
            <p:cNvSpPr/>
            <p:nvPr/>
          </p:nvSpPr>
          <p:spPr>
            <a:xfrm rot="5400000">
              <a:off x="8391274" y="245627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椭圆 343">
              <a:extLst>
                <a:ext uri="{FF2B5EF4-FFF2-40B4-BE49-F238E27FC236}">
                  <a16:creationId xmlns:a16="http://schemas.microsoft.com/office/drawing/2014/main" id="{64980673-EA29-EBAE-51DE-81D9B738ECCD}"/>
                </a:ext>
              </a:extLst>
            </p:cNvPr>
            <p:cNvSpPr/>
            <p:nvPr/>
          </p:nvSpPr>
          <p:spPr>
            <a:xfrm rot="5400000">
              <a:off x="8391274" y="282842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椭圆 344">
              <a:extLst>
                <a:ext uri="{FF2B5EF4-FFF2-40B4-BE49-F238E27FC236}">
                  <a16:creationId xmlns:a16="http://schemas.microsoft.com/office/drawing/2014/main" id="{5AF59755-0DAD-C506-4E7D-4859A6937D45}"/>
                </a:ext>
              </a:extLst>
            </p:cNvPr>
            <p:cNvSpPr/>
            <p:nvPr/>
          </p:nvSpPr>
          <p:spPr>
            <a:xfrm rot="5400000">
              <a:off x="8391274" y="320058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椭圆 345">
              <a:extLst>
                <a:ext uri="{FF2B5EF4-FFF2-40B4-BE49-F238E27FC236}">
                  <a16:creationId xmlns:a16="http://schemas.microsoft.com/office/drawing/2014/main" id="{665F7FFE-0FCA-6413-B7D4-15AE176859A0}"/>
                </a:ext>
              </a:extLst>
            </p:cNvPr>
            <p:cNvSpPr/>
            <p:nvPr/>
          </p:nvSpPr>
          <p:spPr>
            <a:xfrm rot="5400000">
              <a:off x="8391274" y="357274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椭圆 346">
              <a:extLst>
                <a:ext uri="{FF2B5EF4-FFF2-40B4-BE49-F238E27FC236}">
                  <a16:creationId xmlns:a16="http://schemas.microsoft.com/office/drawing/2014/main" id="{FFC2FCCB-BE8C-52F1-3313-6D0F9502274F}"/>
                </a:ext>
              </a:extLst>
            </p:cNvPr>
            <p:cNvSpPr/>
            <p:nvPr/>
          </p:nvSpPr>
          <p:spPr>
            <a:xfrm rot="5400000">
              <a:off x="8391274" y="394490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椭圆 347">
              <a:extLst>
                <a:ext uri="{FF2B5EF4-FFF2-40B4-BE49-F238E27FC236}">
                  <a16:creationId xmlns:a16="http://schemas.microsoft.com/office/drawing/2014/main" id="{76E7FA6C-810C-124E-1CD5-19CA5CF46685}"/>
                </a:ext>
              </a:extLst>
            </p:cNvPr>
            <p:cNvSpPr/>
            <p:nvPr/>
          </p:nvSpPr>
          <p:spPr>
            <a:xfrm rot="5400000">
              <a:off x="8391274" y="431706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椭圆 348">
              <a:extLst>
                <a:ext uri="{FF2B5EF4-FFF2-40B4-BE49-F238E27FC236}">
                  <a16:creationId xmlns:a16="http://schemas.microsoft.com/office/drawing/2014/main" id="{FF88E9FE-C2FC-FD24-0F30-9765AB88298B}"/>
                </a:ext>
              </a:extLst>
            </p:cNvPr>
            <p:cNvSpPr/>
            <p:nvPr/>
          </p:nvSpPr>
          <p:spPr>
            <a:xfrm rot="5400000">
              <a:off x="8391271" y="4719351"/>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椭圆 349">
              <a:extLst>
                <a:ext uri="{FF2B5EF4-FFF2-40B4-BE49-F238E27FC236}">
                  <a16:creationId xmlns:a16="http://schemas.microsoft.com/office/drawing/2014/main" id="{EB24B2D3-B117-4718-F05A-A0B095587096}"/>
                </a:ext>
              </a:extLst>
            </p:cNvPr>
            <p:cNvSpPr/>
            <p:nvPr/>
          </p:nvSpPr>
          <p:spPr>
            <a:xfrm rot="5400000">
              <a:off x="8391271" y="509151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椭圆 350">
              <a:extLst>
                <a:ext uri="{FF2B5EF4-FFF2-40B4-BE49-F238E27FC236}">
                  <a16:creationId xmlns:a16="http://schemas.microsoft.com/office/drawing/2014/main" id="{7C3678C6-B98B-E1B7-7D1C-66A2B458363D}"/>
                </a:ext>
              </a:extLst>
            </p:cNvPr>
            <p:cNvSpPr/>
            <p:nvPr/>
          </p:nvSpPr>
          <p:spPr>
            <a:xfrm rot="5400000">
              <a:off x="8391271" y="546366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椭圆 351">
              <a:extLst>
                <a:ext uri="{FF2B5EF4-FFF2-40B4-BE49-F238E27FC236}">
                  <a16:creationId xmlns:a16="http://schemas.microsoft.com/office/drawing/2014/main" id="{5335F1DD-4CE7-68BE-A277-3B8818548C1E}"/>
                </a:ext>
              </a:extLst>
            </p:cNvPr>
            <p:cNvSpPr/>
            <p:nvPr/>
          </p:nvSpPr>
          <p:spPr>
            <a:xfrm rot="5400000">
              <a:off x="8391271" y="583582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椭圆 352">
              <a:extLst>
                <a:ext uri="{FF2B5EF4-FFF2-40B4-BE49-F238E27FC236}">
                  <a16:creationId xmlns:a16="http://schemas.microsoft.com/office/drawing/2014/main" id="{E51DBE8F-17E5-29B6-DB6C-3A3FFA4C5DCE}"/>
                </a:ext>
              </a:extLst>
            </p:cNvPr>
            <p:cNvSpPr/>
            <p:nvPr/>
          </p:nvSpPr>
          <p:spPr>
            <a:xfrm rot="5400000">
              <a:off x="8391271" y="6207986"/>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椭圆 353">
              <a:extLst>
                <a:ext uri="{FF2B5EF4-FFF2-40B4-BE49-F238E27FC236}">
                  <a16:creationId xmlns:a16="http://schemas.microsoft.com/office/drawing/2014/main" id="{3A2FE3AA-21B8-DD0C-7813-112114C5015F}"/>
                </a:ext>
              </a:extLst>
            </p:cNvPr>
            <p:cNvSpPr/>
            <p:nvPr/>
          </p:nvSpPr>
          <p:spPr>
            <a:xfrm rot="5400000">
              <a:off x="8391271" y="6580145"/>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椭圆 354">
              <a:extLst>
                <a:ext uri="{FF2B5EF4-FFF2-40B4-BE49-F238E27FC236}">
                  <a16:creationId xmlns:a16="http://schemas.microsoft.com/office/drawing/2014/main" id="{371DA7A7-82DC-6F0A-D8F7-0F9C4F48AC5C}"/>
                </a:ext>
              </a:extLst>
            </p:cNvPr>
            <p:cNvSpPr/>
            <p:nvPr/>
          </p:nvSpPr>
          <p:spPr>
            <a:xfrm rot="5400000">
              <a:off x="5883942" y="86147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椭圆 355">
              <a:extLst>
                <a:ext uri="{FF2B5EF4-FFF2-40B4-BE49-F238E27FC236}">
                  <a16:creationId xmlns:a16="http://schemas.microsoft.com/office/drawing/2014/main" id="{FDC98B46-2309-AF1D-F8C8-7D7257053B00}"/>
                </a:ext>
              </a:extLst>
            </p:cNvPr>
            <p:cNvSpPr/>
            <p:nvPr/>
          </p:nvSpPr>
          <p:spPr>
            <a:xfrm rot="5400000">
              <a:off x="5375158" y="613127"/>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椭圆 356">
              <a:extLst>
                <a:ext uri="{FF2B5EF4-FFF2-40B4-BE49-F238E27FC236}">
                  <a16:creationId xmlns:a16="http://schemas.microsoft.com/office/drawing/2014/main" id="{F884F06B-0DF2-A910-7583-233F5D930597}"/>
                </a:ext>
              </a:extLst>
            </p:cNvPr>
            <p:cNvSpPr/>
            <p:nvPr/>
          </p:nvSpPr>
          <p:spPr>
            <a:xfrm rot="5400000">
              <a:off x="4866374" y="388980"/>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椭圆 357">
              <a:extLst>
                <a:ext uri="{FF2B5EF4-FFF2-40B4-BE49-F238E27FC236}">
                  <a16:creationId xmlns:a16="http://schemas.microsoft.com/office/drawing/2014/main" id="{DA750368-91E6-1AAD-500D-B84D00943534}"/>
                </a:ext>
              </a:extLst>
            </p:cNvPr>
            <p:cNvSpPr/>
            <p:nvPr/>
          </p:nvSpPr>
          <p:spPr>
            <a:xfrm rot="5400000">
              <a:off x="4357592" y="17479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椭圆 358">
              <a:extLst>
                <a:ext uri="{FF2B5EF4-FFF2-40B4-BE49-F238E27FC236}">
                  <a16:creationId xmlns:a16="http://schemas.microsoft.com/office/drawing/2014/main" id="{B89DB80C-7346-3EAF-A45F-B323FEDAF5E7}"/>
                </a:ext>
              </a:extLst>
            </p:cNvPr>
            <p:cNvSpPr/>
            <p:nvPr/>
          </p:nvSpPr>
          <p:spPr>
            <a:xfrm rot="5400000">
              <a:off x="7882494" y="178984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椭圆 359">
              <a:extLst>
                <a:ext uri="{FF2B5EF4-FFF2-40B4-BE49-F238E27FC236}">
                  <a16:creationId xmlns:a16="http://schemas.microsoft.com/office/drawing/2014/main" id="{6350FC21-AB6A-112D-E9F3-59C52FA5A12C}"/>
                </a:ext>
              </a:extLst>
            </p:cNvPr>
            <p:cNvSpPr/>
            <p:nvPr/>
          </p:nvSpPr>
          <p:spPr>
            <a:xfrm rot="5400000">
              <a:off x="7373710" y="1541499"/>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椭圆 360">
              <a:extLst>
                <a:ext uri="{FF2B5EF4-FFF2-40B4-BE49-F238E27FC236}">
                  <a16:creationId xmlns:a16="http://schemas.microsoft.com/office/drawing/2014/main" id="{30D49AAA-A024-D982-9562-DBD7D5B9FE06}"/>
                </a:ext>
              </a:extLst>
            </p:cNvPr>
            <p:cNvSpPr/>
            <p:nvPr/>
          </p:nvSpPr>
          <p:spPr>
            <a:xfrm rot="5400000">
              <a:off x="6864928" y="1317352"/>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椭圆 361">
              <a:extLst>
                <a:ext uri="{FF2B5EF4-FFF2-40B4-BE49-F238E27FC236}">
                  <a16:creationId xmlns:a16="http://schemas.microsoft.com/office/drawing/2014/main" id="{33F32C09-3972-6D14-BD73-AF9DC5FDA969}"/>
                </a:ext>
              </a:extLst>
            </p:cNvPr>
            <p:cNvSpPr/>
            <p:nvPr/>
          </p:nvSpPr>
          <p:spPr>
            <a:xfrm rot="5400000">
              <a:off x="6356145" y="1103164"/>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椭圆 362">
              <a:extLst>
                <a:ext uri="{FF2B5EF4-FFF2-40B4-BE49-F238E27FC236}">
                  <a16:creationId xmlns:a16="http://schemas.microsoft.com/office/drawing/2014/main" id="{900892B0-B2E8-E972-8015-F4113C4F4902}"/>
                </a:ext>
              </a:extLst>
            </p:cNvPr>
            <p:cNvSpPr/>
            <p:nvPr/>
          </p:nvSpPr>
          <p:spPr>
            <a:xfrm rot="5400000">
              <a:off x="8391271" y="2031028"/>
              <a:ext cx="123816" cy="12381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标题 1">
            <a:extLst>
              <a:ext uri="{FF2B5EF4-FFF2-40B4-BE49-F238E27FC236}">
                <a16:creationId xmlns:a16="http://schemas.microsoft.com/office/drawing/2014/main" id="{0D55B40B-EEC8-F711-E180-22087B9448F7}"/>
              </a:ext>
            </a:extLst>
          </p:cNvPr>
          <p:cNvSpPr>
            <a:spLocks noGrp="1"/>
          </p:cNvSpPr>
          <p:nvPr>
            <p:ph type="title"/>
          </p:nvPr>
        </p:nvSpPr>
        <p:spPr/>
        <p:txBody>
          <a:bodyPr/>
          <a:lstStyle/>
          <a:p>
            <a:r>
              <a:rPr lang="en-US" altLang="zh-CN" dirty="0"/>
              <a:t>Ewald</a:t>
            </a:r>
            <a:r>
              <a:rPr lang="zh-CN" altLang="en-US" dirty="0"/>
              <a:t> </a:t>
            </a:r>
            <a:r>
              <a:rPr lang="en-US" altLang="zh-CN" dirty="0"/>
              <a:t>sphere</a:t>
            </a:r>
            <a:endParaRPr lang="en-US" dirty="0"/>
          </a:p>
        </p:txBody>
      </p:sp>
      <p:sp>
        <p:nvSpPr>
          <p:cNvPr id="5" name="椭圆 4">
            <a:extLst>
              <a:ext uri="{FF2B5EF4-FFF2-40B4-BE49-F238E27FC236}">
                <a16:creationId xmlns:a16="http://schemas.microsoft.com/office/drawing/2014/main" id="{4D756FFC-24EE-996C-19F9-36E1CCEA72DA}"/>
              </a:ext>
            </a:extLst>
          </p:cNvPr>
          <p:cNvSpPr/>
          <p:nvPr/>
        </p:nvSpPr>
        <p:spPr>
          <a:xfrm>
            <a:off x="3171116" y="1809000"/>
            <a:ext cx="3240000" cy="3240000"/>
          </a:xfrm>
          <a:prstGeom prst="ellipse">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箭头连接符 5">
            <a:extLst>
              <a:ext uri="{FF2B5EF4-FFF2-40B4-BE49-F238E27FC236}">
                <a16:creationId xmlns:a16="http://schemas.microsoft.com/office/drawing/2014/main" id="{2CABE44B-CE05-BA1B-073F-D544C40ACE81}"/>
              </a:ext>
            </a:extLst>
          </p:cNvPr>
          <p:cNvCxnSpPr>
            <a:cxnSpLocks/>
            <a:stCxn id="9" idx="2"/>
          </p:cNvCxnSpPr>
          <p:nvPr/>
        </p:nvCxnSpPr>
        <p:spPr>
          <a:xfrm>
            <a:off x="3171116" y="3429000"/>
            <a:ext cx="1620000"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371D3076-8B41-9DA9-B10B-2F06EAD6731E}"/>
              </a:ext>
            </a:extLst>
          </p:cNvPr>
          <p:cNvCxnSpPr>
            <a:cxnSpLocks/>
            <a:endCxn id="5" idx="7"/>
          </p:cNvCxnSpPr>
          <p:nvPr/>
        </p:nvCxnSpPr>
        <p:spPr>
          <a:xfrm flipV="1">
            <a:off x="4791116" y="2283487"/>
            <a:ext cx="1145513" cy="114551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64FC3E00-0DA2-7117-FBAD-FC78C92AE4CE}"/>
              </a:ext>
            </a:extLst>
          </p:cNvPr>
          <p:cNvCxnSpPr>
            <a:cxnSpLocks/>
            <a:endCxn id="5" idx="6"/>
          </p:cNvCxnSpPr>
          <p:nvPr/>
        </p:nvCxnSpPr>
        <p:spPr>
          <a:xfrm>
            <a:off x="4805931" y="3429000"/>
            <a:ext cx="1605185" cy="0"/>
          </a:xfrm>
          <a:prstGeom prst="straightConnector1">
            <a:avLst/>
          </a:prstGeom>
          <a:ln w="38100">
            <a:solidFill>
              <a:schemeClr val="tx1"/>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82140621-AE70-E980-E69D-8AAA8A90BA8D}"/>
              </a:ext>
            </a:extLst>
          </p:cNvPr>
          <p:cNvSpPr/>
          <p:nvPr/>
        </p:nvSpPr>
        <p:spPr>
          <a:xfrm>
            <a:off x="3171116" y="189000"/>
            <a:ext cx="6480000" cy="6480000"/>
          </a:xfrm>
          <a:prstGeom prst="ellipse">
            <a:avLst/>
          </a:prstGeom>
          <a:noFill/>
          <a:ln w="28575">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4" name="文本框 363">
                <a:extLst>
                  <a:ext uri="{FF2B5EF4-FFF2-40B4-BE49-F238E27FC236}">
                    <a16:creationId xmlns:a16="http://schemas.microsoft.com/office/drawing/2014/main" id="{D8661CA3-D523-3F38-53ED-7BCD31AD6216}"/>
                  </a:ext>
                </a:extLst>
              </p:cNvPr>
              <p:cNvSpPr txBox="1"/>
              <p:nvPr/>
            </p:nvSpPr>
            <p:spPr>
              <a:xfrm>
                <a:off x="6898754" y="640096"/>
                <a:ext cx="848710" cy="647870"/>
              </a:xfrm>
              <a:prstGeom prst="rect">
                <a:avLst/>
              </a:prstGeom>
              <a:noFill/>
            </p:spPr>
            <p:txBody>
              <a:bodyPr wrap="square">
                <a:spAutoFit/>
              </a:bodyPr>
              <a:lstStyle/>
              <a:p>
                <a:pPr/>
                <a14:m>
                  <m:oMathPara xmlns:m="http://schemas.openxmlformats.org/officeDocument/2006/math">
                    <m:oMath>
                      <m:sSub>
                        <m:sSubPr>
                          <m:ctrlPr>
                            <a:rPr lang="en-US" altLang="zh-CN" sz="3200" b="0" i="1" smtClean="0">
                              <a:solidFill>
                                <a:srgbClr val="0070C0"/>
                              </a:solidFill>
                              <a:latin typeface="Cambria Math" panose="02040503050406030204" pitchFamily="18" charset="0"/>
                            </a:rPr>
                          </m:ctrlPr>
                        </m:sSubPr>
                        <m:e>
                          <m:acc>
                            <m:accPr>
                              <m:chr m:val="⃑"/>
                              <m:ctrlPr>
                                <a:rPr lang="en-US" altLang="zh-CN" sz="3200" b="0" i="1" smtClean="0">
                                  <a:solidFill>
                                    <a:srgbClr val="0070C0"/>
                                  </a:solidFill>
                                  <a:latin typeface="Cambria Math" panose="02040503050406030204" pitchFamily="18" charset="0"/>
                                </a:rPr>
                              </m:ctrlPr>
                            </m:accPr>
                            <m:e>
                              <m:r>
                                <a:rPr lang="en-US" altLang="zh-CN" sz="3200" b="0" i="1" smtClean="0">
                                  <a:solidFill>
                                    <a:srgbClr val="0070C0"/>
                                  </a:solidFill>
                                  <a:latin typeface="Cambria Math" panose="02040503050406030204" pitchFamily="18" charset="0"/>
                                </a:rPr>
                                <m:t>𝐺</m:t>
                              </m:r>
                            </m:e>
                          </m:acc>
                        </m:e>
                        <m:sub>
                          <m:r>
                            <a:rPr lang="en-US" altLang="zh-CN" sz="3200" b="0" i="1" smtClean="0">
                              <a:solidFill>
                                <a:srgbClr val="0070C0"/>
                              </a:solidFill>
                              <a:latin typeface="Cambria Math" panose="02040503050406030204" pitchFamily="18" charset="0"/>
                            </a:rPr>
                            <m:t>ℎ</m:t>
                          </m:r>
                        </m:sub>
                      </m:sSub>
                    </m:oMath>
                  </m:oMathPara>
                </a14:m>
                <a:endParaRPr lang="en-US" sz="3200" dirty="0">
                  <a:solidFill>
                    <a:srgbClr val="0070C0"/>
                  </a:solidFill>
                </a:endParaRPr>
              </a:p>
            </p:txBody>
          </p:sp>
        </mc:Choice>
        <mc:Fallback xmlns="">
          <p:sp>
            <p:nvSpPr>
              <p:cNvPr id="364" name="文本框 363">
                <a:extLst>
                  <a:ext uri="{FF2B5EF4-FFF2-40B4-BE49-F238E27FC236}">
                    <a16:creationId xmlns:a16="http://schemas.microsoft.com/office/drawing/2014/main" id="{D8661CA3-D523-3F38-53ED-7BCD31AD6216}"/>
                  </a:ext>
                </a:extLst>
              </p:cNvPr>
              <p:cNvSpPr txBox="1">
                <a:spLocks noRot="1" noChangeAspect="1" noMove="1" noResize="1" noEditPoints="1" noAdjustHandles="1" noChangeArrowheads="1" noChangeShapeType="1" noTextEdit="1"/>
              </p:cNvSpPr>
              <p:nvPr/>
            </p:nvSpPr>
            <p:spPr>
              <a:xfrm>
                <a:off x="6898754" y="640096"/>
                <a:ext cx="848710" cy="64787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5" name="文本框 364">
                <a:extLst>
                  <a:ext uri="{FF2B5EF4-FFF2-40B4-BE49-F238E27FC236}">
                    <a16:creationId xmlns:a16="http://schemas.microsoft.com/office/drawing/2014/main" id="{58489888-0562-2DCB-ED65-F12DD7960E96}"/>
                  </a:ext>
                </a:extLst>
              </p:cNvPr>
              <p:cNvSpPr txBox="1"/>
              <p:nvPr/>
            </p:nvSpPr>
            <p:spPr>
              <a:xfrm>
                <a:off x="1526313" y="2929964"/>
                <a:ext cx="1634815" cy="901785"/>
              </a:xfrm>
              <a:prstGeom prst="rect">
                <a:avLst/>
              </a:prstGeom>
              <a:noFill/>
            </p:spPr>
            <p:txBody>
              <a:bodyPr wrap="square">
                <a:spAutoFit/>
              </a:bodyPr>
              <a:lstStyle/>
              <a:p>
                <a:pPr/>
                <a14:m>
                  <m:oMathPara xmlns:m="http://schemas.openxmlformats.org/officeDocument/2006/math">
                    <m:oMath>
                      <m:r>
                        <a:rPr lang="en-US" sz="2800" i="1" smtClean="0">
                          <a:solidFill>
                            <a:srgbClr val="FF0000"/>
                          </a:solidFill>
                          <a:latin typeface="Cambria Math" panose="02040503050406030204" pitchFamily="18" charset="0"/>
                        </a:rPr>
                        <m:t>𝑟</m:t>
                      </m:r>
                      <m:r>
                        <a:rPr lang="en-US" sz="2800" b="0" i="0"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rPr>
                          </m:ctrlPr>
                        </m:fPr>
                        <m:num>
                          <m:r>
                            <a:rPr lang="en-US" sz="2800" b="0" i="1" smtClean="0">
                              <a:solidFill>
                                <a:srgbClr val="FF0000"/>
                              </a:solidFill>
                              <a:latin typeface="Cambria Math" panose="02040503050406030204" pitchFamily="18" charset="0"/>
                            </a:rPr>
                            <m:t>2</m:t>
                          </m:r>
                          <m:r>
                            <a:rPr lang="en-US" sz="2800" b="0" i="1" smtClean="0">
                              <a:solidFill>
                                <a:srgbClr val="FF0000"/>
                              </a:solidFill>
                              <a:latin typeface="Cambria Math" panose="02040503050406030204" pitchFamily="18" charset="0"/>
                              <a:ea typeface="Cambria Math" panose="02040503050406030204" pitchFamily="18" charset="0"/>
                            </a:rPr>
                            <m:t>𝜋</m:t>
                          </m:r>
                        </m:num>
                        <m:den>
                          <m:r>
                            <a:rPr lang="en-US" sz="2800" i="1" smtClean="0">
                              <a:solidFill>
                                <a:srgbClr val="FF0000"/>
                              </a:solidFill>
                              <a:latin typeface="Cambria Math" panose="02040503050406030204" pitchFamily="18" charset="0"/>
                              <a:ea typeface="Cambria Math" panose="02040503050406030204" pitchFamily="18" charset="0"/>
                            </a:rPr>
                            <m:t>𝜆</m:t>
                          </m:r>
                        </m:den>
                      </m:f>
                    </m:oMath>
                  </m:oMathPara>
                </a14:m>
                <a:endParaRPr lang="en-US" sz="2800" dirty="0">
                  <a:solidFill>
                    <a:srgbClr val="FF0000"/>
                  </a:solidFill>
                </a:endParaRPr>
              </a:p>
            </p:txBody>
          </p:sp>
        </mc:Choice>
        <mc:Fallback xmlns="">
          <p:sp>
            <p:nvSpPr>
              <p:cNvPr id="365" name="文本框 364">
                <a:extLst>
                  <a:ext uri="{FF2B5EF4-FFF2-40B4-BE49-F238E27FC236}">
                    <a16:creationId xmlns:a16="http://schemas.microsoft.com/office/drawing/2014/main" id="{58489888-0562-2DCB-ED65-F12DD7960E96}"/>
                  </a:ext>
                </a:extLst>
              </p:cNvPr>
              <p:cNvSpPr txBox="1">
                <a:spLocks noRot="1" noChangeAspect="1" noMove="1" noResize="1" noEditPoints="1" noAdjustHandles="1" noChangeArrowheads="1" noChangeShapeType="1" noTextEdit="1"/>
              </p:cNvSpPr>
              <p:nvPr/>
            </p:nvSpPr>
            <p:spPr>
              <a:xfrm>
                <a:off x="1526313" y="2929964"/>
                <a:ext cx="1634815" cy="90178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6" name="文本框 365">
                <a:extLst>
                  <a:ext uri="{FF2B5EF4-FFF2-40B4-BE49-F238E27FC236}">
                    <a16:creationId xmlns:a16="http://schemas.microsoft.com/office/drawing/2014/main" id="{ECF854B4-A7F9-21B1-3AE4-3C8CA1452E92}"/>
                  </a:ext>
                </a:extLst>
              </p:cNvPr>
              <p:cNvSpPr txBox="1"/>
              <p:nvPr/>
            </p:nvSpPr>
            <p:spPr>
              <a:xfrm>
                <a:off x="9623973" y="2931503"/>
                <a:ext cx="1560920" cy="900246"/>
              </a:xfrm>
              <a:prstGeom prst="rect">
                <a:avLst/>
              </a:prstGeom>
              <a:noFill/>
            </p:spPr>
            <p:txBody>
              <a:bodyPr wrap="square">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𝑅</m:t>
                      </m:r>
                      <m:r>
                        <a:rPr lang="en-US" sz="2800" b="0" i="0" smtClean="0">
                          <a:solidFill>
                            <a:srgbClr val="00B050"/>
                          </a:solidFill>
                          <a:latin typeface="Cambria Math" panose="02040503050406030204" pitchFamily="18" charset="0"/>
                        </a:rPr>
                        <m:t>=</m:t>
                      </m:r>
                      <m:f>
                        <m:fPr>
                          <m:ctrlPr>
                            <a:rPr lang="en-US" sz="2800" b="0" i="1" smtClean="0">
                              <a:solidFill>
                                <a:srgbClr val="00B050"/>
                              </a:solidFill>
                              <a:latin typeface="Cambria Math" panose="02040503050406030204" pitchFamily="18" charset="0"/>
                            </a:rPr>
                          </m:ctrlPr>
                        </m:fPr>
                        <m:num>
                          <m:r>
                            <a:rPr lang="en-US" sz="2800" b="0" i="1" smtClean="0">
                              <a:solidFill>
                                <a:srgbClr val="00B050"/>
                              </a:solidFill>
                              <a:latin typeface="Cambria Math" panose="02040503050406030204" pitchFamily="18" charset="0"/>
                            </a:rPr>
                            <m:t>4</m:t>
                          </m:r>
                          <m:r>
                            <a:rPr lang="en-US" sz="2800" b="0" i="1" smtClean="0">
                              <a:solidFill>
                                <a:srgbClr val="00B050"/>
                              </a:solidFill>
                              <a:latin typeface="Cambria Math" panose="02040503050406030204" pitchFamily="18" charset="0"/>
                              <a:ea typeface="Cambria Math" panose="02040503050406030204" pitchFamily="18" charset="0"/>
                            </a:rPr>
                            <m:t>𝜋</m:t>
                          </m:r>
                        </m:num>
                        <m:den>
                          <m:r>
                            <a:rPr lang="en-US" sz="2800" i="1" smtClean="0">
                              <a:solidFill>
                                <a:srgbClr val="00B050"/>
                              </a:solidFill>
                              <a:latin typeface="Cambria Math" panose="02040503050406030204" pitchFamily="18" charset="0"/>
                              <a:ea typeface="Cambria Math" panose="02040503050406030204" pitchFamily="18" charset="0"/>
                            </a:rPr>
                            <m:t>𝜆</m:t>
                          </m:r>
                        </m:den>
                      </m:f>
                    </m:oMath>
                  </m:oMathPara>
                </a14:m>
                <a:endParaRPr lang="en-US" sz="2800" dirty="0">
                  <a:solidFill>
                    <a:srgbClr val="00B050"/>
                  </a:solidFill>
                </a:endParaRPr>
              </a:p>
            </p:txBody>
          </p:sp>
        </mc:Choice>
        <mc:Fallback xmlns="">
          <p:sp>
            <p:nvSpPr>
              <p:cNvPr id="366" name="文本框 365">
                <a:extLst>
                  <a:ext uri="{FF2B5EF4-FFF2-40B4-BE49-F238E27FC236}">
                    <a16:creationId xmlns:a16="http://schemas.microsoft.com/office/drawing/2014/main" id="{ECF854B4-A7F9-21B1-3AE4-3C8CA1452E92}"/>
                  </a:ext>
                </a:extLst>
              </p:cNvPr>
              <p:cNvSpPr txBox="1">
                <a:spLocks noRot="1" noChangeAspect="1" noMove="1" noResize="1" noEditPoints="1" noAdjustHandles="1" noChangeArrowheads="1" noChangeShapeType="1" noTextEdit="1"/>
              </p:cNvSpPr>
              <p:nvPr/>
            </p:nvSpPr>
            <p:spPr>
              <a:xfrm>
                <a:off x="9623973" y="2931503"/>
                <a:ext cx="1560920" cy="900246"/>
              </a:xfrm>
              <a:prstGeom prst="rect">
                <a:avLst/>
              </a:prstGeom>
              <a:blipFill>
                <a:blip r:embed="rId4"/>
                <a:stretch>
                  <a:fillRect/>
                </a:stretch>
              </a:blipFill>
            </p:spPr>
            <p:txBody>
              <a:bodyPr/>
              <a:lstStyle/>
              <a:p>
                <a:r>
                  <a:rPr lang="zh-CN" altLang="en-US">
                    <a:noFill/>
                  </a:rPr>
                  <a:t> </a:t>
                </a:r>
              </a:p>
            </p:txBody>
          </p:sp>
        </mc:Fallback>
      </mc:AlternateContent>
      <p:sp>
        <p:nvSpPr>
          <p:cNvPr id="369" name="文本框 368">
            <a:extLst>
              <a:ext uri="{FF2B5EF4-FFF2-40B4-BE49-F238E27FC236}">
                <a16:creationId xmlns:a16="http://schemas.microsoft.com/office/drawing/2014/main" id="{0E9C8F44-9B5F-DAF0-6790-D42C01D77521}"/>
              </a:ext>
            </a:extLst>
          </p:cNvPr>
          <p:cNvSpPr txBox="1"/>
          <p:nvPr/>
        </p:nvSpPr>
        <p:spPr>
          <a:xfrm>
            <a:off x="550892" y="2232870"/>
            <a:ext cx="2706447" cy="523220"/>
          </a:xfrm>
          <a:prstGeom prst="rect">
            <a:avLst/>
          </a:prstGeom>
          <a:noFill/>
        </p:spPr>
        <p:txBody>
          <a:bodyPr wrap="none" rtlCol="0">
            <a:spAutoFit/>
          </a:bodyPr>
          <a:lstStyle/>
          <a:p>
            <a:r>
              <a:rPr lang="en-US" sz="2800" dirty="0">
                <a:solidFill>
                  <a:srgbClr val="FF0000"/>
                </a:solidFill>
              </a:rPr>
              <a:t>Reflecting sphere</a:t>
            </a:r>
          </a:p>
        </p:txBody>
      </p:sp>
      <p:sp>
        <p:nvSpPr>
          <p:cNvPr id="370" name="文本框 369">
            <a:extLst>
              <a:ext uri="{FF2B5EF4-FFF2-40B4-BE49-F238E27FC236}">
                <a16:creationId xmlns:a16="http://schemas.microsoft.com/office/drawing/2014/main" id="{43D84B69-B899-D79A-935F-73009FB6DB53}"/>
              </a:ext>
            </a:extLst>
          </p:cNvPr>
          <p:cNvSpPr txBox="1"/>
          <p:nvPr/>
        </p:nvSpPr>
        <p:spPr>
          <a:xfrm>
            <a:off x="8775237" y="749880"/>
            <a:ext cx="2422523" cy="523220"/>
          </a:xfrm>
          <a:prstGeom prst="rect">
            <a:avLst/>
          </a:prstGeom>
          <a:noFill/>
        </p:spPr>
        <p:txBody>
          <a:bodyPr wrap="none" rtlCol="0">
            <a:spAutoFit/>
          </a:bodyPr>
          <a:lstStyle/>
          <a:p>
            <a:r>
              <a:rPr lang="en-US" sz="2800" dirty="0">
                <a:solidFill>
                  <a:srgbClr val="00B050"/>
                </a:solidFill>
              </a:rPr>
              <a:t>Limiting sphere</a:t>
            </a:r>
          </a:p>
        </p:txBody>
      </p:sp>
      <p:sp>
        <p:nvSpPr>
          <p:cNvPr id="371" name="文本框 370">
            <a:extLst>
              <a:ext uri="{FF2B5EF4-FFF2-40B4-BE49-F238E27FC236}">
                <a16:creationId xmlns:a16="http://schemas.microsoft.com/office/drawing/2014/main" id="{5646F3DD-06D5-FD3B-C9A1-9CB002EB2444}"/>
              </a:ext>
            </a:extLst>
          </p:cNvPr>
          <p:cNvSpPr txBox="1"/>
          <p:nvPr/>
        </p:nvSpPr>
        <p:spPr>
          <a:xfrm>
            <a:off x="347086" y="5639663"/>
            <a:ext cx="12113381" cy="830997"/>
          </a:xfrm>
          <a:prstGeom prst="rect">
            <a:avLst/>
          </a:prstGeom>
          <a:noFill/>
        </p:spPr>
        <p:txBody>
          <a:bodyPr wrap="none" rtlCol="0">
            <a:spAutoFit/>
          </a:bodyPr>
          <a:lstStyle/>
          <a:p>
            <a:r>
              <a:rPr lang="en-US" sz="2400" dirty="0">
                <a:highlight>
                  <a:srgbClr val="FFFF00"/>
                </a:highlight>
              </a:rPr>
              <a:t>Reflecting sphere</a:t>
            </a:r>
            <a:r>
              <a:rPr lang="zh-CN" altLang="en-US" sz="2400" dirty="0">
                <a:highlight>
                  <a:srgbClr val="FFFF00"/>
                </a:highlight>
              </a:rPr>
              <a:t>：固定晶体与</a:t>
            </a:r>
            <a:r>
              <a:rPr lang="en-US" altLang="zh-CN" sz="2400" dirty="0">
                <a:highlight>
                  <a:srgbClr val="FFFF00"/>
                </a:highlight>
              </a:rPr>
              <a:t>X</a:t>
            </a:r>
            <a:r>
              <a:rPr lang="zh-CN" altLang="en-US" sz="2400" dirty="0">
                <a:highlight>
                  <a:srgbClr val="FFFF00"/>
                </a:highlight>
              </a:rPr>
              <a:t>射线入射方向，有且仅有该球面</a:t>
            </a:r>
            <a:r>
              <a:rPr lang="zh-CN" altLang="en-US" sz="2400" dirty="0">
                <a:solidFill>
                  <a:srgbClr val="FF0000"/>
                </a:solidFill>
                <a:highlight>
                  <a:srgbClr val="FFFF00"/>
                </a:highlight>
              </a:rPr>
              <a:t>上</a:t>
            </a:r>
            <a:r>
              <a:rPr lang="zh-CN" altLang="en-US" sz="2400" dirty="0">
                <a:highlight>
                  <a:srgbClr val="FFFF00"/>
                </a:highlight>
              </a:rPr>
              <a:t>的倒格子能够成像</a:t>
            </a:r>
            <a:endParaRPr lang="en-US" altLang="zh-CN" sz="2400" dirty="0">
              <a:highlight>
                <a:srgbClr val="FFFF00"/>
              </a:highlight>
            </a:endParaRPr>
          </a:p>
          <a:p>
            <a:r>
              <a:rPr lang="en-US" sz="2400" dirty="0">
                <a:highlight>
                  <a:srgbClr val="FFFF00"/>
                </a:highlight>
              </a:rPr>
              <a:t>Limiting sphere</a:t>
            </a:r>
            <a:r>
              <a:rPr lang="zh-CN" altLang="en-US" sz="2400" dirty="0">
                <a:highlight>
                  <a:srgbClr val="FFFF00"/>
                </a:highlight>
              </a:rPr>
              <a:t>：允许旋转晶体或</a:t>
            </a:r>
            <a:r>
              <a:rPr lang="en-US" altLang="zh-CN" sz="2400" dirty="0">
                <a:highlight>
                  <a:srgbClr val="FFFF00"/>
                </a:highlight>
              </a:rPr>
              <a:t>X</a:t>
            </a:r>
            <a:r>
              <a:rPr lang="zh-CN" altLang="en-US" sz="2400" dirty="0">
                <a:highlight>
                  <a:srgbClr val="FFFF00"/>
                </a:highlight>
              </a:rPr>
              <a:t>射线入射方向，有且仅有该球面</a:t>
            </a:r>
            <a:r>
              <a:rPr lang="zh-CN" altLang="en-US" sz="2400" dirty="0">
                <a:solidFill>
                  <a:srgbClr val="FF0000"/>
                </a:solidFill>
                <a:highlight>
                  <a:srgbClr val="FFFF00"/>
                </a:highlight>
              </a:rPr>
              <a:t>内</a:t>
            </a:r>
            <a:r>
              <a:rPr lang="zh-CN" altLang="en-US" sz="2400" dirty="0">
                <a:highlight>
                  <a:srgbClr val="FFFF00"/>
                </a:highlight>
              </a:rPr>
              <a:t>的倒格子能够成像</a:t>
            </a:r>
            <a:endParaRPr lang="en-US" sz="2400" dirty="0">
              <a:highlight>
                <a:srgbClr val="FFFF00"/>
              </a:highlight>
            </a:endParaRPr>
          </a:p>
        </p:txBody>
      </p:sp>
      <p:graphicFrame>
        <p:nvGraphicFramePr>
          <p:cNvPr id="3" name="表格 2">
            <a:extLst>
              <a:ext uri="{FF2B5EF4-FFF2-40B4-BE49-F238E27FC236}">
                <a16:creationId xmlns:a16="http://schemas.microsoft.com/office/drawing/2014/main" id="{9FD18743-543A-E824-3481-BE72077F5231}"/>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05552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10000" fill="hold"/>
                                        <p:tgtEl>
                                          <p:spTgt spid="246"/>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0"/>
                                        </p:tgtEl>
                                        <p:attrNameLst>
                                          <p:attrName>style.visibility</p:attrName>
                                        </p:attrNameLst>
                                      </p:cBhvr>
                                      <p:to>
                                        <p:strVal val="visible"/>
                                      </p:to>
                                    </p:set>
                                    <p:animEffect transition="in" filter="fade">
                                      <p:cBhvr>
                                        <p:cTn id="14" dur="500"/>
                                        <p:tgtEl>
                                          <p:spTgt spid="37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66"/>
                                        </p:tgtEl>
                                        <p:attrNameLst>
                                          <p:attrName>style.visibility</p:attrName>
                                        </p:attrNameLst>
                                      </p:cBhvr>
                                      <p:to>
                                        <p:strVal val="visible"/>
                                      </p:to>
                                    </p:set>
                                    <p:animEffect transition="in" filter="fade">
                                      <p:cBhvr>
                                        <p:cTn id="17" dur="500"/>
                                        <p:tgtEl>
                                          <p:spTgt spid="3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1"/>
                                        </p:tgtEl>
                                        <p:attrNameLst>
                                          <p:attrName>style.visibility</p:attrName>
                                        </p:attrNameLst>
                                      </p:cBhvr>
                                      <p:to>
                                        <p:strVal val="visible"/>
                                      </p:to>
                                    </p:set>
                                    <p:animEffect transition="in" filter="fade">
                                      <p:cBhvr>
                                        <p:cTn id="22" dur="500"/>
                                        <p:tgtEl>
                                          <p:spTgt spid="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66" grpId="0"/>
      <p:bldP spid="370" grpId="0"/>
      <p:bldP spid="37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5C4C21-F261-E0D6-8305-1CEC177CA6BE}"/>
              </a:ext>
            </a:extLst>
          </p:cNvPr>
          <p:cNvSpPr>
            <a:spLocks noGrp="1"/>
          </p:cNvSpPr>
          <p:nvPr>
            <p:ph type="title"/>
          </p:nvPr>
        </p:nvSpPr>
        <p:spPr/>
        <p:txBody>
          <a:bodyPr/>
          <a:lstStyle/>
          <a:p>
            <a:r>
              <a:rPr lang="en-US" altLang="zh-CN" dirty="0"/>
              <a:t>Ewald</a:t>
            </a:r>
            <a:r>
              <a:rPr lang="zh-CN" altLang="en-US" dirty="0"/>
              <a:t> </a:t>
            </a:r>
            <a:r>
              <a:rPr lang="en-US" altLang="zh-CN" dirty="0"/>
              <a:t>sphere</a:t>
            </a:r>
            <a:endParaRPr lang="en-US" dirty="0"/>
          </a:p>
        </p:txBody>
      </p:sp>
      <p:sp>
        <p:nvSpPr>
          <p:cNvPr id="3" name="内容占位符 2">
            <a:extLst>
              <a:ext uri="{FF2B5EF4-FFF2-40B4-BE49-F238E27FC236}">
                <a16:creationId xmlns:a16="http://schemas.microsoft.com/office/drawing/2014/main" id="{3C535A01-74B4-D8CF-77A6-87ED583AEA7F}"/>
              </a:ext>
            </a:extLst>
          </p:cNvPr>
          <p:cNvSpPr>
            <a:spLocks noGrp="1"/>
          </p:cNvSpPr>
          <p:nvPr>
            <p:ph idx="1"/>
          </p:nvPr>
        </p:nvSpPr>
        <p:spPr>
          <a:xfrm>
            <a:off x="838200" y="1825625"/>
            <a:ext cx="4988854" cy="4351338"/>
          </a:xfrm>
        </p:spPr>
        <p:txBody>
          <a:bodyPr/>
          <a:lstStyle/>
          <a:p>
            <a:r>
              <a:rPr lang="zh-CN" altLang="en-US" dirty="0">
                <a:highlight>
                  <a:srgbClr val="FFFF00"/>
                </a:highlight>
              </a:rPr>
              <a:t>思考：</a:t>
            </a:r>
            <a:r>
              <a:rPr lang="zh-CN" altLang="en-US" dirty="0"/>
              <a:t>若使用的射线波长</a:t>
            </a:r>
            <a:r>
              <a:rPr lang="zh-CN" altLang="en-US" dirty="0">
                <a:solidFill>
                  <a:srgbClr val="FF0000"/>
                </a:solidFill>
              </a:rPr>
              <a:t>变短</a:t>
            </a:r>
            <a:r>
              <a:rPr lang="zh-CN" altLang="en-US" dirty="0"/>
              <a:t>，</a:t>
            </a:r>
            <a:r>
              <a:rPr lang="en-US" altLang="zh-CN" dirty="0"/>
              <a:t>Ewald</a:t>
            </a:r>
            <a:r>
              <a:rPr lang="zh-CN" altLang="en-US" dirty="0"/>
              <a:t>球如何变化？探测到的衍射图样如何变化？</a:t>
            </a:r>
            <a:endParaRPr lang="en-US" dirty="0"/>
          </a:p>
        </p:txBody>
      </p:sp>
      <p:pic>
        <p:nvPicPr>
          <p:cNvPr id="4" name="内容占位符 3" descr="ewald_mikey2.gif">
            <a:extLst>
              <a:ext uri="{FF2B5EF4-FFF2-40B4-BE49-F238E27FC236}">
                <a16:creationId xmlns:a16="http://schemas.microsoft.com/office/drawing/2014/main" id="{6C8E99CC-91EE-DF7F-D42C-E025F4C90008}"/>
              </a:ext>
            </a:extLst>
          </p:cNvPr>
          <p:cNvPicPr>
            <a:picLocks noChangeAspect="1"/>
          </p:cNvPicPr>
          <p:nvPr/>
        </p:nvPicPr>
        <p:blipFill>
          <a:blip r:embed="rId2"/>
          <a:stretch>
            <a:fillRect/>
          </a:stretch>
        </p:blipFill>
        <p:spPr>
          <a:xfrm>
            <a:off x="6364947" y="0"/>
            <a:ext cx="5441177" cy="6858000"/>
          </a:xfrm>
          <a:prstGeom prst="rect">
            <a:avLst/>
          </a:prstGeom>
        </p:spPr>
      </p:pic>
      <p:graphicFrame>
        <p:nvGraphicFramePr>
          <p:cNvPr id="5" name="表格 4">
            <a:extLst>
              <a:ext uri="{FF2B5EF4-FFF2-40B4-BE49-F238E27FC236}">
                <a16:creationId xmlns:a16="http://schemas.microsoft.com/office/drawing/2014/main" id="{21058DAD-E8A1-E042-FE26-55520DDF8FAE}"/>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6B02E32A-8DA3-41FC-C30E-5121BFC0E4E3}"/>
                  </a:ext>
                </a:extLst>
              </p:cNvPr>
              <p:cNvSpPr txBox="1"/>
              <p:nvPr/>
            </p:nvSpPr>
            <p:spPr>
              <a:xfrm>
                <a:off x="4480560" y="2279695"/>
                <a:ext cx="6098102" cy="901785"/>
              </a:xfrm>
              <a:prstGeom prst="rect">
                <a:avLst/>
              </a:prstGeom>
              <a:noFill/>
            </p:spPr>
            <p:txBody>
              <a:bodyPr wrap="square">
                <a:spAutoFit/>
              </a:bodyPr>
              <a:lstStyle/>
              <a:p>
                <a:pPr/>
                <a14:m>
                  <m:oMathPara xmlns:m="http://schemas.openxmlformats.org/officeDocument/2006/math">
                    <m:oMath>
                      <m:r>
                        <a:rPr lang="en-US" sz="2800" i="1" smtClean="0">
                          <a:solidFill>
                            <a:srgbClr val="FF0000"/>
                          </a:solidFill>
                          <a:latin typeface="Cambria Math" panose="02040503050406030204" pitchFamily="18" charset="0"/>
                        </a:rPr>
                        <m:t>𝑟</m:t>
                      </m:r>
                      <m:r>
                        <a:rPr lang="en-US" sz="2800" b="0" i="0"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rPr>
                          </m:ctrlPr>
                        </m:fPr>
                        <m:num>
                          <m:r>
                            <a:rPr lang="en-US" sz="2800" b="0" i="1" smtClean="0">
                              <a:solidFill>
                                <a:srgbClr val="FF0000"/>
                              </a:solidFill>
                              <a:latin typeface="Cambria Math" panose="02040503050406030204" pitchFamily="18" charset="0"/>
                            </a:rPr>
                            <m:t>2</m:t>
                          </m:r>
                          <m:r>
                            <a:rPr lang="en-US" sz="2800" b="0" i="1" smtClean="0">
                              <a:solidFill>
                                <a:srgbClr val="FF0000"/>
                              </a:solidFill>
                              <a:latin typeface="Cambria Math" panose="02040503050406030204" pitchFamily="18" charset="0"/>
                              <a:ea typeface="Cambria Math" panose="02040503050406030204" pitchFamily="18" charset="0"/>
                            </a:rPr>
                            <m:t>𝜋</m:t>
                          </m:r>
                        </m:num>
                        <m:den>
                          <m:r>
                            <a:rPr lang="en-US" sz="2800" i="1" smtClean="0">
                              <a:solidFill>
                                <a:srgbClr val="FF0000"/>
                              </a:solidFill>
                              <a:latin typeface="Cambria Math" panose="02040503050406030204" pitchFamily="18" charset="0"/>
                              <a:ea typeface="Cambria Math" panose="02040503050406030204" pitchFamily="18" charset="0"/>
                            </a:rPr>
                            <m:t>𝜆</m:t>
                          </m:r>
                        </m:den>
                      </m:f>
                    </m:oMath>
                  </m:oMathPara>
                </a14:m>
                <a:endParaRPr lang="en-US" sz="2800" dirty="0">
                  <a:solidFill>
                    <a:srgbClr val="FF0000"/>
                  </a:solidFill>
                </a:endParaRPr>
              </a:p>
            </p:txBody>
          </p:sp>
        </mc:Choice>
        <mc:Fallback>
          <p:sp>
            <p:nvSpPr>
              <p:cNvPr id="7" name="文本框 6">
                <a:extLst>
                  <a:ext uri="{FF2B5EF4-FFF2-40B4-BE49-F238E27FC236}">
                    <a16:creationId xmlns:a16="http://schemas.microsoft.com/office/drawing/2014/main" id="{6B02E32A-8DA3-41FC-C30E-5121BFC0E4E3}"/>
                  </a:ext>
                </a:extLst>
              </p:cNvPr>
              <p:cNvSpPr txBox="1">
                <a:spLocks noRot="1" noChangeAspect="1" noMove="1" noResize="1" noEditPoints="1" noAdjustHandles="1" noChangeArrowheads="1" noChangeShapeType="1" noTextEdit="1"/>
              </p:cNvSpPr>
              <p:nvPr/>
            </p:nvSpPr>
            <p:spPr>
              <a:xfrm>
                <a:off x="4480560" y="2279695"/>
                <a:ext cx="6098102" cy="901785"/>
              </a:xfrm>
              <a:prstGeom prst="rect">
                <a:avLst/>
              </a:prstGeom>
              <a:blipFill>
                <a:blip r:embed="rId3"/>
                <a:stretch>
                  <a:fillRect/>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717FE9C5-80F8-BDA7-59C9-7875925BD905}"/>
              </a:ext>
            </a:extLst>
          </p:cNvPr>
          <p:cNvSpPr/>
          <p:nvPr/>
        </p:nvSpPr>
        <p:spPr>
          <a:xfrm>
            <a:off x="6589986" y="1809000"/>
            <a:ext cx="3447199" cy="3240000"/>
          </a:xfrm>
          <a:prstGeom prst="ellipse">
            <a:avLst/>
          </a:prstGeom>
          <a:noFill/>
          <a:ln w="28575">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697D7D47-4009-0583-7827-0914F6BB2E4C}"/>
              </a:ext>
            </a:extLst>
          </p:cNvPr>
          <p:cNvSpPr/>
          <p:nvPr/>
        </p:nvSpPr>
        <p:spPr>
          <a:xfrm>
            <a:off x="5826671" y="1450282"/>
            <a:ext cx="4210514" cy="3957435"/>
          </a:xfrm>
          <a:prstGeom prst="ellipse">
            <a:avLst/>
          </a:prstGeom>
          <a:noFill/>
          <a:ln w="28575">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2173497C-364A-50A9-6D45-E48B0D557390}"/>
              </a:ext>
            </a:extLst>
          </p:cNvPr>
          <p:cNvSpPr/>
          <p:nvPr/>
        </p:nvSpPr>
        <p:spPr>
          <a:xfrm>
            <a:off x="5145865" y="1130340"/>
            <a:ext cx="4891320" cy="4597320"/>
          </a:xfrm>
          <a:prstGeom prst="ellipse">
            <a:avLst/>
          </a:prstGeom>
          <a:noFill/>
          <a:ln w="28575">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835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211842" y="1465241"/>
                <a:ext cx="8229600" cy="5072098"/>
              </a:xfrm>
            </p:spPr>
            <p:txBody>
              <a:bodyPr>
                <a:normAutofit/>
              </a:bodyPr>
              <a:lstStyle/>
              <a:p>
                <a:r>
                  <a:rPr lang="zh-CN" altLang="en-US" dirty="0"/>
                  <a:t>晶体取向固定，采用波长在</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𝜆</m:t>
                        </m:r>
                      </m:e>
                      <m:sub>
                        <m:r>
                          <m:rPr>
                            <m:sty m:val="p"/>
                          </m:rPr>
                          <a:rPr lang="en-US" sz="2800" i="0">
                            <a:solidFill>
                              <a:srgbClr val="000000"/>
                            </a:solidFill>
                            <a:latin typeface="Cambria Math" panose="02040503050406030204" pitchFamily="18" charset="0"/>
                          </a:rPr>
                          <m:t>min</m:t>
                        </m:r>
                      </m:sub>
                    </m:sSub>
                  </m:oMath>
                </a14:m>
                <a:r>
                  <a:rPr lang="zh-CN" altLang="en-US" dirty="0"/>
                  <a:t>和</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m:rPr>
                            <m:sty m:val="p"/>
                          </m:rPr>
                          <a:rPr lang="en-US">
                            <a:solidFill>
                              <a:srgbClr val="000000"/>
                            </a:solidFill>
                            <a:latin typeface="Cambria Math" panose="02040503050406030204" pitchFamily="18" charset="0"/>
                          </a:rPr>
                          <m:t>max</m:t>
                        </m:r>
                      </m:sub>
                    </m:sSub>
                  </m:oMath>
                </a14:m>
                <a:r>
                  <a:rPr lang="zh-CN" altLang="en-US" dirty="0"/>
                  <a:t>之间的连续波长的</a:t>
                </a:r>
                <a:r>
                  <a:rPr lang="en-US" altLang="zh-CN" dirty="0"/>
                  <a:t>X</a:t>
                </a:r>
                <a:r>
                  <a:rPr lang="zh-CN" altLang="en-US" dirty="0"/>
                  <a:t>射线；</a:t>
                </a:r>
                <a:endParaRPr lang="en-US" altLang="zh-CN" dirty="0"/>
              </a:p>
              <a:p>
                <a:r>
                  <a:rPr lang="zh-CN" altLang="en-US" dirty="0"/>
                  <a:t>只用到了</a:t>
                </a:r>
                <a:r>
                  <a:rPr lang="en-US" sz="2800" dirty="0">
                    <a:solidFill>
                      <a:srgbClr val="0070C0"/>
                    </a:solidFill>
                  </a:rPr>
                  <a:t>Reflecting sphere</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211842" y="1465241"/>
                <a:ext cx="8229600" cy="5072098"/>
              </a:xfrm>
              <a:blipFill>
                <a:blip r:embed="rId2"/>
                <a:stretch>
                  <a:fillRect l="-1333" t="-2284" r="-1481"/>
                </a:stretch>
              </a:blipFill>
            </p:spPr>
            <p:txBody>
              <a:bodyPr/>
              <a:lstStyle/>
              <a:p>
                <a:r>
                  <a:rPr lang="en-US">
                    <a:noFill/>
                  </a:rPr>
                  <a:t> </a:t>
                </a:r>
              </a:p>
            </p:txBody>
          </p:sp>
        </mc:Fallback>
      </mc:AlternateContent>
      <p:pic>
        <p:nvPicPr>
          <p:cNvPr id="5" name="图片 4" descr="laue-en.jpg"/>
          <p:cNvPicPr>
            <a:picLocks noChangeAspect="1"/>
          </p:cNvPicPr>
          <p:nvPr/>
        </p:nvPicPr>
        <p:blipFill>
          <a:blip r:embed="rId3"/>
          <a:stretch>
            <a:fillRect/>
          </a:stretch>
        </p:blipFill>
        <p:spPr>
          <a:xfrm>
            <a:off x="5823977" y="2405705"/>
            <a:ext cx="5993325" cy="3737014"/>
          </a:xfrm>
          <a:prstGeom prst="rect">
            <a:avLst/>
          </a:prstGeom>
        </p:spPr>
      </p:pic>
      <p:sp>
        <p:nvSpPr>
          <p:cNvPr id="2" name="标题 1"/>
          <p:cNvSpPr>
            <a:spLocks noGrp="1"/>
          </p:cNvSpPr>
          <p:nvPr>
            <p:ph type="title"/>
          </p:nvPr>
        </p:nvSpPr>
        <p:spPr/>
        <p:txBody>
          <a:bodyPr/>
          <a:lstStyle/>
          <a:p>
            <a:r>
              <a:rPr lang="en-US" altLang="zh-CN" dirty="0"/>
              <a:t>Laue</a:t>
            </a:r>
            <a:r>
              <a:rPr lang="zh-CN" altLang="en-US" dirty="0"/>
              <a:t> </a:t>
            </a:r>
            <a:r>
              <a:rPr lang="en-US" altLang="zh-CN" dirty="0"/>
              <a:t>method</a:t>
            </a:r>
            <a:endParaRPr lang="zh-CN" altLang="en-US" dirty="0"/>
          </a:p>
        </p:txBody>
      </p:sp>
      <p:graphicFrame>
        <p:nvGraphicFramePr>
          <p:cNvPr id="4" name="表格 3">
            <a:extLst>
              <a:ext uri="{FF2B5EF4-FFF2-40B4-BE49-F238E27FC236}">
                <a16:creationId xmlns:a16="http://schemas.microsoft.com/office/drawing/2014/main" id="{6814A433-A860-367F-A598-920C90AE53B6}"/>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184641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4216796284"/>
              </p:ext>
            </p:extLst>
          </p:nvPr>
        </p:nvGraphicFramePr>
        <p:xfrm>
          <a:off x="3120036" y="2544442"/>
          <a:ext cx="8081641" cy="4119325"/>
        </p:xfrm>
        <a:graphic>
          <a:graphicData uri="http://schemas.openxmlformats.org/presentationml/2006/ole">
            <mc:AlternateContent xmlns:mc="http://schemas.openxmlformats.org/markup-compatibility/2006">
              <mc:Choice xmlns:v="urn:schemas-microsoft-com:vml" Requires="v">
                <p:oleObj name="Image" r:id="rId2" imgW="3581407" imgH="1825601" progId="Photoshop.Image.6">
                  <p:embed/>
                </p:oleObj>
              </mc:Choice>
              <mc:Fallback>
                <p:oleObj name="Image" r:id="rId2" imgW="3581407" imgH="1825601" progId="Photoshop.Image.6">
                  <p:embed/>
                  <p:pic>
                    <p:nvPicPr>
                      <p:cNvPr id="6"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036" y="2544442"/>
                        <a:ext cx="8081641" cy="4119325"/>
                      </a:xfrm>
                      <a:prstGeom prst="rect">
                        <a:avLst/>
                      </a:prstGeom>
                      <a:noFill/>
                      <a:ln>
                        <a:noFill/>
                      </a:ln>
                      <a:effectLst/>
                    </p:spPr>
                  </p:pic>
                </p:oleObj>
              </mc:Fallback>
            </mc:AlternateContent>
          </a:graphicData>
        </a:graphic>
      </p:graphicFrame>
      <p:sp>
        <p:nvSpPr>
          <p:cNvPr id="2" name="标题 1"/>
          <p:cNvSpPr>
            <a:spLocks noGrp="1"/>
          </p:cNvSpPr>
          <p:nvPr>
            <p:ph type="title"/>
          </p:nvPr>
        </p:nvSpPr>
        <p:spPr/>
        <p:txBody>
          <a:bodyPr/>
          <a:lstStyle/>
          <a:p>
            <a:r>
              <a:rPr lang="en-US" altLang="zh-CN" dirty="0"/>
              <a:t>Laue</a:t>
            </a:r>
            <a:r>
              <a:rPr lang="zh-CN" altLang="en-US" dirty="0"/>
              <a:t> </a:t>
            </a:r>
            <a:r>
              <a:rPr lang="en-US" altLang="zh-CN" dirty="0"/>
              <a:t>method</a:t>
            </a:r>
            <a:endParaRPr lang="zh-CN" altLang="en-US" dirty="0"/>
          </a:p>
        </p:txBody>
      </p:sp>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EEB75F69-6E73-232A-46A8-D6ECC652CDF9}"/>
                  </a:ext>
                </a:extLst>
              </p:cNvPr>
              <p:cNvSpPr txBox="1">
                <a:spLocks/>
              </p:cNvSpPr>
              <p:nvPr/>
            </p:nvSpPr>
            <p:spPr>
              <a:xfrm>
                <a:off x="1211842" y="1465241"/>
                <a:ext cx="8229600" cy="5072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晶体取向固定，采用波长在</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m:rPr>
                            <m:sty m:val="p"/>
                          </m:rPr>
                          <a:rPr lang="en-US">
                            <a:solidFill>
                              <a:srgbClr val="000000"/>
                            </a:solidFill>
                            <a:latin typeface="Cambria Math" panose="02040503050406030204" pitchFamily="18" charset="0"/>
                          </a:rPr>
                          <m:t>min</m:t>
                        </m:r>
                      </m:sub>
                    </m:sSub>
                  </m:oMath>
                </a14:m>
                <a:r>
                  <a:rPr lang="zh-CN" altLang="en-US" dirty="0"/>
                  <a:t>和</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𝜆</m:t>
                        </m:r>
                      </m:e>
                      <m:sub>
                        <m:r>
                          <m:rPr>
                            <m:sty m:val="p"/>
                          </m:rPr>
                          <a:rPr lang="en-US">
                            <a:solidFill>
                              <a:srgbClr val="000000"/>
                            </a:solidFill>
                            <a:latin typeface="Cambria Math" panose="02040503050406030204" pitchFamily="18" charset="0"/>
                          </a:rPr>
                          <m:t>max</m:t>
                        </m:r>
                      </m:sub>
                    </m:sSub>
                  </m:oMath>
                </a14:m>
                <a:r>
                  <a:rPr lang="zh-CN" altLang="en-US" dirty="0"/>
                  <a:t>之间的连续波长的</a:t>
                </a:r>
                <a:r>
                  <a:rPr lang="en-US" altLang="zh-CN" dirty="0"/>
                  <a:t>X</a:t>
                </a:r>
                <a:r>
                  <a:rPr lang="zh-CN" altLang="en-US" dirty="0"/>
                  <a:t>射线；</a:t>
                </a:r>
                <a:endParaRPr lang="en-US" altLang="zh-CN" dirty="0"/>
              </a:p>
              <a:p>
                <a:r>
                  <a:rPr lang="zh-CN" altLang="en-US" dirty="0"/>
                  <a:t>只用到了</a:t>
                </a:r>
                <a:r>
                  <a:rPr lang="en-US" dirty="0">
                    <a:solidFill>
                      <a:srgbClr val="0070C0"/>
                    </a:solidFill>
                  </a:rPr>
                  <a:t>Reflecting sphere</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Font typeface="Arial" panose="020B0604020202020204" pitchFamily="34" charset="0"/>
                  <a:buNone/>
                </a:pPr>
                <a:endParaRPr lang="en-US" altLang="zh-CN" dirty="0"/>
              </a:p>
            </p:txBody>
          </p:sp>
        </mc:Choice>
        <mc:Fallback xmlns="">
          <p:sp>
            <p:nvSpPr>
              <p:cNvPr id="12" name="内容占位符 2">
                <a:extLst>
                  <a:ext uri="{FF2B5EF4-FFF2-40B4-BE49-F238E27FC236}">
                    <a16:creationId xmlns:a16="http://schemas.microsoft.com/office/drawing/2014/main" id="{EEB75F69-6E73-232A-46A8-D6ECC652CDF9}"/>
                  </a:ext>
                </a:extLst>
              </p:cNvPr>
              <p:cNvSpPr txBox="1">
                <a:spLocks noRot="1" noChangeAspect="1" noMove="1" noResize="1" noEditPoints="1" noAdjustHandles="1" noChangeArrowheads="1" noChangeShapeType="1" noTextEdit="1"/>
              </p:cNvSpPr>
              <p:nvPr/>
            </p:nvSpPr>
            <p:spPr>
              <a:xfrm>
                <a:off x="1211842" y="1465241"/>
                <a:ext cx="8229600" cy="5072098"/>
              </a:xfrm>
              <a:prstGeom prst="rect">
                <a:avLst/>
              </a:prstGeom>
              <a:blipFill>
                <a:blip r:embed="rId4"/>
                <a:stretch>
                  <a:fillRect l="-1333" t="-2284" r="-1481"/>
                </a:stretch>
              </a:blipFill>
            </p:spPr>
            <p:txBody>
              <a:bodyPr/>
              <a:lstStyle/>
              <a:p>
                <a:r>
                  <a:rPr lang="en-US">
                    <a:noFill/>
                  </a:rPr>
                  <a:t> </a:t>
                </a:r>
              </a:p>
            </p:txBody>
          </p:sp>
        </mc:Fallback>
      </mc:AlternateContent>
      <p:graphicFrame>
        <p:nvGraphicFramePr>
          <p:cNvPr id="3" name="表格 2">
            <a:extLst>
              <a:ext uri="{FF2B5EF4-FFF2-40B4-BE49-F238E27FC236}">
                <a16:creationId xmlns:a16="http://schemas.microsoft.com/office/drawing/2014/main" id="{4AD2CCEA-7532-307E-2265-70A761BB2949}"/>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r>
              <a:rPr lang="en-US" altLang="zh-CN" dirty="0"/>
              <a:t>Laue</a:t>
            </a:r>
            <a:r>
              <a:rPr lang="zh-CN" altLang="en-US" dirty="0"/>
              <a:t> </a:t>
            </a:r>
            <a:r>
              <a:rPr lang="en-US" altLang="zh-CN" dirty="0"/>
              <a:t>method</a:t>
            </a:r>
            <a:endParaRPr lang="zh-CN" altLang="en-US" dirty="0"/>
          </a:p>
        </p:txBody>
      </p:sp>
      <p:pic>
        <p:nvPicPr>
          <p:cNvPr id="6" name="内容占位符 3" descr="ewald_mikey2.gif"/>
          <p:cNvPicPr>
            <a:picLocks noChangeAspect="1"/>
          </p:cNvPicPr>
          <p:nvPr/>
        </p:nvPicPr>
        <p:blipFill>
          <a:blip r:embed="rId2"/>
          <a:stretch>
            <a:fillRect/>
          </a:stretch>
        </p:blipFill>
        <p:spPr>
          <a:xfrm>
            <a:off x="6024562" y="785794"/>
            <a:ext cx="4307628" cy="5429288"/>
          </a:xfrm>
          <a:prstGeom prst="rect">
            <a:avLst/>
          </a:prstGeom>
        </p:spPr>
      </p:pic>
      <p:pic>
        <p:nvPicPr>
          <p:cNvPr id="7" name="图片 6" descr="laue-en.jpg"/>
          <p:cNvPicPr>
            <a:picLocks noChangeAspect="1"/>
          </p:cNvPicPr>
          <p:nvPr/>
        </p:nvPicPr>
        <p:blipFill>
          <a:blip r:embed="rId3"/>
          <a:stretch>
            <a:fillRect/>
          </a:stretch>
        </p:blipFill>
        <p:spPr>
          <a:xfrm>
            <a:off x="1738283" y="2143116"/>
            <a:ext cx="4239105" cy="2643206"/>
          </a:xfrm>
          <a:prstGeom prst="rect">
            <a:avLst/>
          </a:prstGeom>
        </p:spPr>
      </p:pic>
      <p:sp>
        <p:nvSpPr>
          <p:cNvPr id="5" name="椭圆 4"/>
          <p:cNvSpPr/>
          <p:nvPr/>
        </p:nvSpPr>
        <p:spPr>
          <a:xfrm>
            <a:off x="7167570" y="2571744"/>
            <a:ext cx="1800000" cy="1800000"/>
          </a:xfrm>
          <a:prstGeom prst="ellipse">
            <a:avLst/>
          </a:prstGeom>
          <a:solidFill>
            <a:schemeClr val="accent1">
              <a:tint val="100000"/>
              <a:shade val="100000"/>
              <a:hueMod val="100000"/>
              <a:satMod val="100000"/>
              <a:alpha val="2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a:extLst>
              <a:ext uri="{FF2B5EF4-FFF2-40B4-BE49-F238E27FC236}">
                <a16:creationId xmlns:a16="http://schemas.microsoft.com/office/drawing/2014/main" id="{532879D7-14EF-E1B4-6DC4-4F2E7B4C6E76}"/>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ED78F-769D-CCC1-A018-EDD3573A2254}"/>
              </a:ext>
            </a:extLst>
          </p:cNvPr>
          <p:cNvSpPr>
            <a:spLocks noGrp="1"/>
          </p:cNvSpPr>
          <p:nvPr>
            <p:ph type="title"/>
          </p:nvPr>
        </p:nvSpPr>
        <p:spPr/>
        <p:txBody>
          <a:bodyPr/>
          <a:lstStyle/>
          <a:p>
            <a:r>
              <a:rPr lang="en-US" dirty="0"/>
              <a:t>Weissenberg method</a:t>
            </a:r>
          </a:p>
        </p:txBody>
      </p:sp>
      <p:pic>
        <p:nvPicPr>
          <p:cNvPr id="5" name="图片 4" descr="图片包含 桌子, 男人, 游戏机&#10;&#10;描述已自动生成">
            <a:extLst>
              <a:ext uri="{FF2B5EF4-FFF2-40B4-BE49-F238E27FC236}">
                <a16:creationId xmlns:a16="http://schemas.microsoft.com/office/drawing/2014/main" id="{7DCA85E2-32EE-ACDA-8251-D2B5E5000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188" y="1425789"/>
            <a:ext cx="3810532" cy="4763165"/>
          </a:xfrm>
          <a:prstGeom prst="rect">
            <a:avLst/>
          </a:prstGeom>
        </p:spPr>
      </p:pic>
      <p:pic>
        <p:nvPicPr>
          <p:cNvPr id="7" name="图片 6" descr="图示&#10;&#10;低可信度描述已自动生成">
            <a:extLst>
              <a:ext uri="{FF2B5EF4-FFF2-40B4-BE49-F238E27FC236}">
                <a16:creationId xmlns:a16="http://schemas.microsoft.com/office/drawing/2014/main" id="{45DFA4F7-1B4D-ABC0-F027-465FB995F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6581" y="2112222"/>
            <a:ext cx="7306695" cy="3238952"/>
          </a:xfrm>
          <a:prstGeom prst="rect">
            <a:avLst/>
          </a:prstGeom>
        </p:spPr>
      </p:pic>
      <p:sp>
        <p:nvSpPr>
          <p:cNvPr id="8" name="内容占位符 2">
            <a:extLst>
              <a:ext uri="{FF2B5EF4-FFF2-40B4-BE49-F238E27FC236}">
                <a16:creationId xmlns:a16="http://schemas.microsoft.com/office/drawing/2014/main" id="{9B9FA773-7F74-C4DA-4553-EE2321DBFE03}"/>
              </a:ext>
            </a:extLst>
          </p:cNvPr>
          <p:cNvSpPr txBox="1">
            <a:spLocks/>
          </p:cNvSpPr>
          <p:nvPr/>
        </p:nvSpPr>
        <p:spPr>
          <a:xfrm>
            <a:off x="6096000" y="724897"/>
            <a:ext cx="4886259" cy="119218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旋转晶体，采用单色</a:t>
            </a:r>
            <a:r>
              <a:rPr lang="en-US" altLang="zh-CN" dirty="0"/>
              <a:t>X</a:t>
            </a:r>
            <a:r>
              <a:rPr lang="zh-CN" altLang="en-US" dirty="0"/>
              <a:t>射线</a:t>
            </a:r>
            <a:endParaRPr lang="en-US" altLang="zh-CN" dirty="0"/>
          </a:p>
          <a:p>
            <a:r>
              <a:rPr lang="zh-CN" altLang="en-US" dirty="0"/>
              <a:t>用到了</a:t>
            </a:r>
            <a:r>
              <a:rPr lang="en-US" altLang="zh-CN" dirty="0">
                <a:solidFill>
                  <a:srgbClr val="FF0000"/>
                </a:solidFill>
              </a:rPr>
              <a:t>limiting sphere</a:t>
            </a:r>
          </a:p>
        </p:txBody>
      </p:sp>
      <p:graphicFrame>
        <p:nvGraphicFramePr>
          <p:cNvPr id="3" name="表格 2">
            <a:extLst>
              <a:ext uri="{FF2B5EF4-FFF2-40B4-BE49-F238E27FC236}">
                <a16:creationId xmlns:a16="http://schemas.microsoft.com/office/drawing/2014/main" id="{C49CEF58-456C-E039-0BF9-B8C78441FBFF}"/>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66911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60A1C2-48EE-2E46-C30A-D1903B9B48B0}"/>
              </a:ext>
            </a:extLst>
          </p:cNvPr>
          <p:cNvSpPr>
            <a:spLocks noGrp="1"/>
          </p:cNvSpPr>
          <p:nvPr>
            <p:ph type="title"/>
          </p:nvPr>
        </p:nvSpPr>
        <p:spPr/>
        <p:txBody>
          <a:bodyPr/>
          <a:lstStyle/>
          <a:p>
            <a:r>
              <a:rPr lang="zh-CN" altLang="en-US" dirty="0"/>
              <a:t>衍射峰强度</a:t>
            </a:r>
            <a:endParaRPr lang="en-US" dirty="0"/>
          </a:p>
        </p:txBody>
      </p:sp>
      <p:pic>
        <p:nvPicPr>
          <p:cNvPr id="3" name="图片 2">
            <a:extLst>
              <a:ext uri="{FF2B5EF4-FFF2-40B4-BE49-F238E27FC236}">
                <a16:creationId xmlns:a16="http://schemas.microsoft.com/office/drawing/2014/main" id="{464C5FA4-129F-A2B7-2864-3D05ABA99E0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18195" y="2118498"/>
            <a:ext cx="6114126" cy="3621836"/>
          </a:xfrm>
          <a:prstGeom prst="rect">
            <a:avLst/>
          </a:prstGeom>
          <a:effectLst>
            <a:outerShdw blurRad="50800" dist="38100" dir="2700000" algn="tl" rotWithShape="0">
              <a:prstClr val="black">
                <a:alpha val="40000"/>
              </a:prstClr>
            </a:outerShdw>
          </a:effectLst>
        </p:spPr>
      </p:pic>
      <p:sp>
        <p:nvSpPr>
          <p:cNvPr id="4" name="内容占位符 2">
            <a:extLst>
              <a:ext uri="{FF2B5EF4-FFF2-40B4-BE49-F238E27FC236}">
                <a16:creationId xmlns:a16="http://schemas.microsoft.com/office/drawing/2014/main" id="{10390179-09C5-7B87-D4E0-5ED8B3151815}"/>
              </a:ext>
            </a:extLst>
          </p:cNvPr>
          <p:cNvSpPr txBox="1">
            <a:spLocks/>
          </p:cNvSpPr>
          <p:nvPr/>
        </p:nvSpPr>
        <p:spPr>
          <a:xfrm>
            <a:off x="7401338" y="1825625"/>
            <a:ext cx="3849757"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每一个倒格子格矢都对应一个晶面</a:t>
            </a:r>
            <a:endParaRPr lang="en-US" altLang="zh-CN" dirty="0"/>
          </a:p>
          <a:p>
            <a:r>
              <a:rPr lang="zh-CN" altLang="en-US" dirty="0">
                <a:highlight>
                  <a:srgbClr val="FFFF00"/>
                </a:highlight>
              </a:rPr>
              <a:t>为何缺失了某些密勒指数对应的峰？</a:t>
            </a:r>
            <a:endParaRPr lang="en-US" altLang="zh-CN" dirty="0">
              <a:highlight>
                <a:srgbClr val="FFFF00"/>
              </a:highlight>
            </a:endParaRPr>
          </a:p>
          <a:p>
            <a:r>
              <a:rPr lang="zh-CN" altLang="en-US" dirty="0">
                <a:highlight>
                  <a:srgbClr val="FFFF00"/>
                </a:highlight>
              </a:rPr>
              <a:t>为何不同的峰高度不同？</a:t>
            </a:r>
            <a:endParaRPr lang="en-US" dirty="0">
              <a:highlight>
                <a:srgbClr val="FFFF00"/>
              </a:highlight>
            </a:endParaRPr>
          </a:p>
        </p:txBody>
      </p:sp>
      <p:graphicFrame>
        <p:nvGraphicFramePr>
          <p:cNvPr id="5" name="表格 4">
            <a:extLst>
              <a:ext uri="{FF2B5EF4-FFF2-40B4-BE49-F238E27FC236}">
                <a16:creationId xmlns:a16="http://schemas.microsoft.com/office/drawing/2014/main" id="{01B4F397-3FB0-8315-91C9-E98287D2BB3A}"/>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05515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84B6FD-3B17-F516-8DA8-9211EE8A2246}"/>
              </a:ext>
            </a:extLst>
          </p:cNvPr>
          <p:cNvSpPr>
            <a:spLocks noGrp="1"/>
          </p:cNvSpPr>
          <p:nvPr>
            <p:ph type="title"/>
          </p:nvPr>
        </p:nvSpPr>
        <p:spPr/>
        <p:txBody>
          <a:bodyPr/>
          <a:lstStyle/>
          <a:p>
            <a:r>
              <a:rPr lang="zh-CN" altLang="en-US" dirty="0"/>
              <a:t>结构因子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9FBDDCF-C9B4-2EC8-8D00-2CA6A33D4705}"/>
                  </a:ext>
                </a:extLst>
              </p:cNvPr>
              <p:cNvSpPr>
                <a:spLocks noGrp="1"/>
              </p:cNvSpPr>
              <p:nvPr>
                <p:ph idx="1"/>
              </p:nvPr>
            </p:nvSpPr>
            <p:spPr>
              <a:xfrm>
                <a:off x="838200" y="1424608"/>
                <a:ext cx="10515600" cy="5294243"/>
              </a:xfrm>
            </p:spPr>
            <p:txBody>
              <a:bodyPr>
                <a:normAutofit/>
              </a:bodyPr>
              <a:lstStyle/>
              <a:p>
                <a:pPr marL="0" indent="0">
                  <a:buNone/>
                </a:pPr>
                <a14:m>
                  <m:oMathPara xmlns:m="http://schemas.openxmlformats.org/officeDocument/2006/math">
                    <m:oMath>
                      <m:r>
                        <a:rPr lang="zh-CN" altLang="en-US" sz="3200" b="0" i="1" smtClean="0">
                          <a:solidFill>
                            <a:schemeClr val="tx1"/>
                          </a:solidFill>
                          <a:latin typeface="Cambria Math" panose="02040503050406030204" pitchFamily="18" charset="0"/>
                        </a:rPr>
                        <m:t>𝜌</m:t>
                      </m:r>
                      <m:d>
                        <m:dPr>
                          <m:ctrlPr>
                            <a:rPr lang="en-US" altLang="zh-CN" sz="3200" b="0" i="1" smtClean="0">
                              <a:solidFill>
                                <a:schemeClr val="tx1"/>
                              </a:solidFill>
                              <a:latin typeface="Cambria Math" panose="02040503050406030204" pitchFamily="18" charset="0"/>
                            </a:rPr>
                          </m:ctrlPr>
                        </m:dPr>
                        <m:e>
                          <m:acc>
                            <m:accPr>
                              <m:chr m:val="⃗"/>
                              <m:ctrlPr>
                                <a:rPr lang="en-US" altLang="zh-CN" sz="3200" b="0" i="1" smtClean="0">
                                  <a:solidFill>
                                    <a:schemeClr val="tx1"/>
                                  </a:solidFill>
                                  <a:latin typeface="Cambria Math" panose="02040503050406030204" pitchFamily="18" charset="0"/>
                                </a:rPr>
                              </m:ctrlPr>
                            </m:accPr>
                            <m:e>
                              <m:r>
                                <a:rPr lang="en-US" altLang="zh-CN" sz="3200" b="0" i="1" smtClean="0">
                                  <a:solidFill>
                                    <a:schemeClr val="tx1"/>
                                  </a:solidFill>
                                  <a:latin typeface="Cambria Math" panose="02040503050406030204" pitchFamily="18" charset="0"/>
                                </a:rPr>
                                <m:t>𝐺</m:t>
                              </m:r>
                            </m:e>
                          </m:acc>
                        </m:e>
                      </m:d>
                      <m:r>
                        <a:rPr lang="en-US" altLang="zh-CN" sz="3200" b="0" i="1" smtClean="0">
                          <a:solidFill>
                            <a:schemeClr val="tx1"/>
                          </a:solidFill>
                          <a:latin typeface="Cambria Math" panose="02040503050406030204" pitchFamily="18" charset="0"/>
                        </a:rPr>
                        <m:t>=</m:t>
                      </m:r>
                      <m:nary>
                        <m:naryPr>
                          <m:limLoc m:val="undOvr"/>
                          <m:subHide m:val="on"/>
                          <m:supHide m:val="on"/>
                          <m:ctrlPr>
                            <a:rPr lang="en-US" altLang="zh-CN" sz="3200" i="1">
                              <a:solidFill>
                                <a:schemeClr val="tx1"/>
                              </a:solidFill>
                              <a:latin typeface="Cambria Math" panose="02040503050406030204" pitchFamily="18" charset="0"/>
                            </a:rPr>
                          </m:ctrlPr>
                        </m:naryPr>
                        <m:sub/>
                        <m:sup/>
                        <m:e>
                          <m:r>
                            <a:rPr lang="en-US" altLang="zh-CN" sz="3200" b="0" i="1" smtClean="0">
                              <a:solidFill>
                                <a:schemeClr val="tx1"/>
                              </a:solidFill>
                              <a:latin typeface="Cambria Math" panose="02040503050406030204" pitchFamily="18" charset="0"/>
                            </a:rPr>
                            <m:t>𝑑</m:t>
                          </m:r>
                          <m:acc>
                            <m:accPr>
                              <m:chr m:val="⃗"/>
                              <m:ctrlPr>
                                <a:rPr lang="en-US" altLang="zh-CN" sz="3200" b="0" i="1" smtClean="0">
                                  <a:solidFill>
                                    <a:schemeClr val="tx1"/>
                                  </a:solidFill>
                                  <a:latin typeface="Cambria Math" panose="02040503050406030204" pitchFamily="18" charset="0"/>
                                </a:rPr>
                              </m:ctrlPr>
                            </m:accPr>
                            <m:e>
                              <m:r>
                                <a:rPr lang="en-US" altLang="zh-CN" sz="3200" b="0" i="1" smtClean="0">
                                  <a:solidFill>
                                    <a:schemeClr val="tx1"/>
                                  </a:solidFill>
                                  <a:latin typeface="Cambria Math" panose="02040503050406030204" pitchFamily="18" charset="0"/>
                                </a:rPr>
                                <m:t>𝑟</m:t>
                              </m:r>
                            </m:e>
                          </m:acc>
                          <m:r>
                            <a:rPr lang="zh-CN" altLang="en-US" sz="3200" b="0" i="1" smtClean="0">
                              <a:solidFill>
                                <a:schemeClr val="tx1"/>
                              </a:solidFill>
                              <a:latin typeface="Cambria Math" panose="02040503050406030204" pitchFamily="18" charset="0"/>
                            </a:rPr>
                            <m:t>𝜌</m:t>
                          </m:r>
                          <m:d>
                            <m:dPr>
                              <m:ctrlPr>
                                <a:rPr lang="en-US" altLang="zh-CN" sz="3200" b="0" i="1" smtClean="0">
                                  <a:solidFill>
                                    <a:schemeClr val="tx1"/>
                                  </a:solidFill>
                                  <a:latin typeface="Cambria Math" panose="02040503050406030204" pitchFamily="18" charset="0"/>
                                  <a:ea typeface="Cambria Math" panose="02040503050406030204" pitchFamily="18" charset="0"/>
                                </a:rPr>
                              </m:ctrlPr>
                            </m:dPr>
                            <m:e>
                              <m:acc>
                                <m:accPr>
                                  <m:chr m:val="⃗"/>
                                  <m:ctrlPr>
                                    <a:rPr lang="en-US" altLang="zh-CN" sz="3200" b="0" i="1" smtClean="0">
                                      <a:solidFill>
                                        <a:schemeClr val="tx1"/>
                                      </a:solidFill>
                                      <a:latin typeface="Cambria Math" panose="02040503050406030204" pitchFamily="18" charset="0"/>
                                      <a:ea typeface="Cambria Math" panose="02040503050406030204" pitchFamily="18" charset="0"/>
                                    </a:rPr>
                                  </m:ctrlPr>
                                </m:accPr>
                                <m:e>
                                  <m:r>
                                    <a:rPr lang="en-US" altLang="zh-CN" sz="3200" b="0" i="1" smtClean="0">
                                      <a:solidFill>
                                        <a:schemeClr val="tx1"/>
                                      </a:solidFill>
                                      <a:latin typeface="Cambria Math" panose="02040503050406030204" pitchFamily="18" charset="0"/>
                                      <a:ea typeface="Cambria Math" panose="02040503050406030204" pitchFamily="18" charset="0"/>
                                    </a:rPr>
                                    <m:t>𝑟</m:t>
                                  </m:r>
                                </m:e>
                              </m:acc>
                            </m:e>
                          </m:d>
                          <m:sSup>
                            <m:sSupPr>
                              <m:ctrlPr>
                                <a:rPr lang="en-US" altLang="zh-CN" sz="3200" b="0" i="1" smtClean="0">
                                  <a:solidFill>
                                    <a:schemeClr val="tx1"/>
                                  </a:solidFill>
                                  <a:latin typeface="Cambria Math" panose="02040503050406030204" pitchFamily="18" charset="0"/>
                                  <a:ea typeface="Cambria Math" panose="02040503050406030204" pitchFamily="18" charset="0"/>
                                </a:rPr>
                              </m:ctrlPr>
                            </m:sSupPr>
                            <m:e>
                              <m:r>
                                <a:rPr lang="en-US" altLang="zh-CN" sz="3200" b="0" i="1" smtClean="0">
                                  <a:solidFill>
                                    <a:schemeClr val="tx1"/>
                                  </a:solidFill>
                                  <a:latin typeface="Cambria Math" panose="02040503050406030204" pitchFamily="18" charset="0"/>
                                  <a:ea typeface="Cambria Math" panose="02040503050406030204" pitchFamily="18" charset="0"/>
                                </a:rPr>
                                <m:t>𝑒</m:t>
                              </m:r>
                            </m:e>
                            <m:sup>
                              <m:r>
                                <a:rPr lang="en-US" altLang="zh-CN" sz="3200" b="0" i="1" smtClean="0">
                                  <a:solidFill>
                                    <a:schemeClr val="tx1"/>
                                  </a:solidFill>
                                  <a:latin typeface="Cambria Math" panose="02040503050406030204" pitchFamily="18" charset="0"/>
                                  <a:ea typeface="Cambria Math" panose="02040503050406030204" pitchFamily="18" charset="0"/>
                                </a:rPr>
                                <m:t>−</m:t>
                              </m:r>
                              <m:r>
                                <a:rPr lang="en-US" altLang="zh-CN" sz="3200" b="0" i="1" smtClean="0">
                                  <a:solidFill>
                                    <a:schemeClr val="tx1"/>
                                  </a:solidFill>
                                  <a:latin typeface="Cambria Math" panose="02040503050406030204" pitchFamily="18" charset="0"/>
                                  <a:ea typeface="Cambria Math" panose="02040503050406030204" pitchFamily="18" charset="0"/>
                                </a:rPr>
                                <m:t>𝑖</m:t>
                              </m:r>
                              <m:acc>
                                <m:accPr>
                                  <m:chr m:val="⃗"/>
                                  <m:ctrlPr>
                                    <a:rPr lang="en-US" altLang="zh-CN" sz="3200" b="0" i="1" smtClean="0">
                                      <a:solidFill>
                                        <a:schemeClr val="tx1"/>
                                      </a:solidFill>
                                      <a:latin typeface="Cambria Math" panose="02040503050406030204" pitchFamily="18" charset="0"/>
                                      <a:ea typeface="Cambria Math" panose="02040503050406030204" pitchFamily="18" charset="0"/>
                                    </a:rPr>
                                  </m:ctrlPr>
                                </m:accPr>
                                <m:e>
                                  <m:r>
                                    <a:rPr lang="en-US" altLang="zh-CN" sz="3200" b="0" i="1" smtClean="0">
                                      <a:solidFill>
                                        <a:schemeClr val="tx1"/>
                                      </a:solidFill>
                                      <a:latin typeface="Cambria Math" panose="02040503050406030204" pitchFamily="18" charset="0"/>
                                      <a:ea typeface="Cambria Math" panose="02040503050406030204" pitchFamily="18" charset="0"/>
                                    </a:rPr>
                                    <m:t>𝐺</m:t>
                                  </m:r>
                                </m:e>
                              </m:acc>
                              <m:r>
                                <a:rPr lang="el-GR" altLang="zh-CN" sz="3200" b="0" i="1" smtClean="0">
                                  <a:solidFill>
                                    <a:schemeClr val="tx1"/>
                                  </a:solidFill>
                                  <a:latin typeface="Cambria Math" panose="02040503050406030204" pitchFamily="18" charset="0"/>
                                  <a:ea typeface="Cambria Math" panose="02040503050406030204" pitchFamily="18" charset="0"/>
                                </a:rPr>
                                <m:t>∙</m:t>
                              </m:r>
                              <m:acc>
                                <m:accPr>
                                  <m:chr m:val="⃗"/>
                                  <m:ctrlPr>
                                    <a:rPr lang="en-US" altLang="zh-CN" sz="3200" b="0" i="1" smtClean="0">
                                      <a:solidFill>
                                        <a:schemeClr val="tx1"/>
                                      </a:solidFill>
                                      <a:latin typeface="Cambria Math" panose="02040503050406030204" pitchFamily="18" charset="0"/>
                                    </a:rPr>
                                  </m:ctrlPr>
                                </m:accPr>
                                <m:e>
                                  <m:r>
                                    <a:rPr lang="en-US" altLang="zh-CN" sz="3200" b="0" i="1" smtClean="0">
                                      <a:solidFill>
                                        <a:schemeClr val="tx1"/>
                                      </a:solidFill>
                                      <a:latin typeface="Cambria Math" panose="02040503050406030204" pitchFamily="18" charset="0"/>
                                    </a:rPr>
                                    <m:t>𝑟</m:t>
                                  </m:r>
                                </m:e>
                              </m:acc>
                            </m:sup>
                          </m:sSup>
                        </m:e>
                      </m:nary>
                    </m:oMath>
                  </m:oMathPara>
                </a14:m>
                <a:endParaRPr lang="en-US" altLang="zh-CN" sz="3200" b="0" i="1" dirty="0">
                  <a:solidFill>
                    <a:schemeClr val="tx1"/>
                  </a:solidFill>
                  <a:latin typeface="Cambria Math" panose="02040503050406030204" pitchFamily="18" charset="0"/>
                </a:endParaRPr>
              </a:p>
              <a:p>
                <a:r>
                  <a:rPr lang="en-US" altLang="zh-CN" sz="3200" dirty="0">
                    <a:solidFill>
                      <a:schemeClr val="tx1"/>
                    </a:solidFill>
                  </a:rPr>
                  <a:t>X</a:t>
                </a:r>
                <a:r>
                  <a:rPr lang="zh-CN" altLang="en-US" sz="3200" dirty="0">
                    <a:solidFill>
                      <a:schemeClr val="tx1"/>
                    </a:solidFill>
                  </a:rPr>
                  <a:t>射线主要与电子云相互作用，所以</a:t>
                </a:r>
                <a14:m>
                  <m:oMath xmlns:m="http://schemas.openxmlformats.org/officeDocument/2006/math">
                    <m:r>
                      <a:rPr lang="zh-CN" altLang="en-US" sz="3200" i="1">
                        <a:latin typeface="Cambria Math" panose="02040503050406030204" pitchFamily="18" charset="0"/>
                      </a:rPr>
                      <m:t>𝜌</m:t>
                    </m:r>
                    <m:d>
                      <m:dPr>
                        <m:ctrlPr>
                          <a:rPr lang="en-US" altLang="zh-CN" sz="3200" i="1">
                            <a:latin typeface="Cambria Math" panose="02040503050406030204" pitchFamily="18" charset="0"/>
                            <a:ea typeface="Cambria Math" panose="02040503050406030204" pitchFamily="18" charset="0"/>
                          </a:rPr>
                        </m:ctrlPr>
                      </m:dPr>
                      <m:e>
                        <m:acc>
                          <m:accPr>
                            <m:chr m:val="⃗"/>
                            <m:ctrlPr>
                              <a:rPr lang="en-US" altLang="zh-CN" sz="3200" i="1">
                                <a:latin typeface="Cambria Math" panose="02040503050406030204" pitchFamily="18" charset="0"/>
                                <a:ea typeface="Cambria Math" panose="02040503050406030204" pitchFamily="18" charset="0"/>
                              </a:rPr>
                            </m:ctrlPr>
                          </m:accPr>
                          <m:e>
                            <m:r>
                              <a:rPr lang="en-US" altLang="zh-CN" sz="3200" i="1">
                                <a:latin typeface="Cambria Math" panose="02040503050406030204" pitchFamily="18" charset="0"/>
                                <a:ea typeface="Cambria Math" panose="02040503050406030204" pitchFamily="18" charset="0"/>
                              </a:rPr>
                              <m:t>𝑟</m:t>
                            </m:r>
                          </m:e>
                        </m:acc>
                      </m:e>
                    </m:d>
                  </m:oMath>
                </a14:m>
                <a:r>
                  <a:rPr lang="zh-CN" altLang="en-US" sz="3200" dirty="0"/>
                  <a:t>应被替换为电子电荷密度</a:t>
                </a:r>
                <a14:m>
                  <m:oMath xmlns:m="http://schemas.openxmlformats.org/officeDocument/2006/math">
                    <m:r>
                      <a:rPr lang="en-US" altLang="zh-CN" sz="3200" i="1">
                        <a:solidFill>
                          <a:srgbClr val="FF0000"/>
                        </a:solidFill>
                        <a:latin typeface="Cambria Math" panose="02040503050406030204" pitchFamily="18" charset="0"/>
                      </a:rPr>
                      <m:t>𝑛</m:t>
                    </m:r>
                    <m:d>
                      <m:dPr>
                        <m:ctrlPr>
                          <a:rPr lang="en-US" altLang="zh-CN" sz="3200" i="1">
                            <a:solidFill>
                              <a:srgbClr val="FF0000"/>
                            </a:solidFill>
                            <a:latin typeface="Cambria Math" panose="02040503050406030204" pitchFamily="18" charset="0"/>
                          </a:rPr>
                        </m:ctrlPr>
                      </m:dPr>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𝑟</m:t>
                            </m:r>
                          </m:e>
                        </m:acc>
                      </m:e>
                    </m:d>
                  </m:oMath>
                </a14:m>
                <a:r>
                  <a:rPr lang="zh-CN" altLang="en-US" sz="3200" dirty="0">
                    <a:solidFill>
                      <a:schemeClr val="tx1"/>
                    </a:solidFill>
                  </a:rPr>
                  <a:t>，此时，</a:t>
                </a:r>
                <a14:m>
                  <m:oMath xmlns:m="http://schemas.openxmlformats.org/officeDocument/2006/math">
                    <m:r>
                      <a:rPr lang="zh-CN" altLang="en-US" sz="3200" i="1">
                        <a:solidFill>
                          <a:schemeClr val="tx1"/>
                        </a:solidFill>
                        <a:latin typeface="Cambria Math" panose="02040503050406030204" pitchFamily="18" charset="0"/>
                      </a:rPr>
                      <m:t>𝜌</m:t>
                    </m:r>
                    <m:d>
                      <m:dPr>
                        <m:ctrlPr>
                          <a:rPr lang="en-US" altLang="zh-CN" sz="3200" i="1">
                            <a:solidFill>
                              <a:schemeClr val="tx1"/>
                            </a:solidFill>
                            <a:latin typeface="Cambria Math" panose="02040503050406030204" pitchFamily="18" charset="0"/>
                          </a:rPr>
                        </m:ctrlPr>
                      </m:dPr>
                      <m:e>
                        <m:acc>
                          <m:accPr>
                            <m:chr m:val="⃗"/>
                            <m:ctrlPr>
                              <a:rPr lang="en-US" altLang="zh-CN" sz="3200" i="1">
                                <a:solidFill>
                                  <a:schemeClr val="tx1"/>
                                </a:solidFill>
                                <a:latin typeface="Cambria Math" panose="02040503050406030204" pitchFamily="18" charset="0"/>
                              </a:rPr>
                            </m:ctrlPr>
                          </m:accPr>
                          <m:e>
                            <m:r>
                              <a:rPr lang="en-US" altLang="zh-CN" sz="3200" i="1">
                                <a:solidFill>
                                  <a:schemeClr val="tx1"/>
                                </a:solidFill>
                                <a:latin typeface="Cambria Math" panose="02040503050406030204" pitchFamily="18" charset="0"/>
                              </a:rPr>
                              <m:t>𝐺</m:t>
                            </m:r>
                          </m:e>
                        </m:acc>
                      </m:e>
                    </m:d>
                  </m:oMath>
                </a14:m>
                <a:r>
                  <a:rPr lang="zh-CN" altLang="en-US" sz="3200" dirty="0">
                    <a:solidFill>
                      <a:schemeClr val="tx1"/>
                    </a:solidFill>
                  </a:rPr>
                  <a:t>被替换为衍射波振幅</a:t>
                </a:r>
                <a14:m>
                  <m:oMath xmlns:m="http://schemas.openxmlformats.org/officeDocument/2006/math">
                    <m:sSub>
                      <m:sSubPr>
                        <m:ctrlPr>
                          <a:rPr lang="en-US" altLang="zh-CN" sz="3200" i="1">
                            <a:solidFill>
                              <a:srgbClr val="FF0000"/>
                            </a:solidFill>
                            <a:latin typeface="Cambria Math" panose="02040503050406030204" pitchFamily="18" charset="0"/>
                          </a:rPr>
                        </m:ctrlPr>
                      </m:sSubPr>
                      <m:e>
                        <m:r>
                          <a:rPr lang="en-US" altLang="zh-CN" sz="3200" i="1">
                            <a:solidFill>
                              <a:srgbClr val="FF0000"/>
                            </a:solidFill>
                            <a:latin typeface="Cambria Math" panose="02040503050406030204" pitchFamily="18" charset="0"/>
                          </a:rPr>
                          <m:t>𝐹</m:t>
                        </m:r>
                      </m:e>
                      <m:sub>
                        <m:r>
                          <a:rPr lang="en-US" altLang="zh-CN" sz="3200" i="1">
                            <a:solidFill>
                              <a:srgbClr val="FF0000"/>
                            </a:solidFill>
                            <a:latin typeface="Cambria Math" panose="02040503050406030204" pitchFamily="18" charset="0"/>
                          </a:rPr>
                          <m:t>𝐺</m:t>
                        </m:r>
                      </m:sub>
                    </m:sSub>
                  </m:oMath>
                </a14:m>
                <a:r>
                  <a:rPr lang="zh-CN" altLang="en-US" sz="3200" dirty="0">
                    <a:solidFill>
                      <a:schemeClr val="tx1"/>
                    </a:solidFill>
                  </a:rPr>
                  <a:t>，</a:t>
                </a:r>
                <a:endParaRPr lang="en-US" altLang="zh-CN" sz="3200" dirty="0">
                  <a:solidFill>
                    <a:schemeClr val="tx1"/>
                  </a:solidFill>
                </a:endParaRPr>
              </a:p>
              <a:p>
                <a:pPr marL="0" indent="0">
                  <a:buNone/>
                </a:pPr>
                <a14:m>
                  <m:oMathPara xmlns:m="http://schemas.openxmlformats.org/officeDocument/2006/math">
                    <m:oMath>
                      <m:sSub>
                        <m:sSubPr>
                          <m:ctrlPr>
                            <a:rPr lang="en-US" altLang="zh-CN" sz="3200" b="0" i="1" smtClean="0">
                              <a:solidFill>
                                <a:srgbClr val="FF0000"/>
                              </a:solidFill>
                              <a:latin typeface="Cambria Math" panose="02040503050406030204" pitchFamily="18" charset="0"/>
                            </a:rPr>
                          </m:ctrlPr>
                        </m:sSubPr>
                        <m:e>
                          <m:r>
                            <a:rPr lang="en-US" altLang="zh-CN" sz="3200" b="0" i="1" smtClean="0">
                              <a:solidFill>
                                <a:srgbClr val="FF0000"/>
                              </a:solidFill>
                              <a:latin typeface="Cambria Math" panose="02040503050406030204" pitchFamily="18" charset="0"/>
                            </a:rPr>
                            <m:t>𝐹</m:t>
                          </m:r>
                        </m:e>
                        <m:sub>
                          <m:r>
                            <a:rPr lang="en-US" altLang="zh-CN" sz="3200" b="0" i="1" smtClean="0">
                              <a:solidFill>
                                <a:srgbClr val="FF0000"/>
                              </a:solidFill>
                              <a:latin typeface="Cambria Math" panose="02040503050406030204" pitchFamily="18" charset="0"/>
                            </a:rPr>
                            <m:t>𝐺</m:t>
                          </m:r>
                        </m:sub>
                      </m:sSub>
                      <m:r>
                        <a:rPr lang="en-US" altLang="zh-CN" sz="3200" b="0" i="1" smtClean="0">
                          <a:solidFill>
                            <a:srgbClr val="FF0000"/>
                          </a:solidFill>
                          <a:latin typeface="Cambria Math" panose="02040503050406030204" pitchFamily="18" charset="0"/>
                        </a:rPr>
                        <m:t>=</m:t>
                      </m:r>
                      <m:r>
                        <a:rPr lang="en-US" altLang="zh-CN" sz="3200" b="0" i="1" smtClean="0">
                          <a:solidFill>
                            <a:srgbClr val="FF0000"/>
                          </a:solidFill>
                          <a:latin typeface="Cambria Math" panose="02040503050406030204" pitchFamily="18" charset="0"/>
                        </a:rPr>
                        <m:t>𝑁</m:t>
                      </m:r>
                      <m:nary>
                        <m:naryPr>
                          <m:ctrlPr>
                            <a:rPr lang="en-US" altLang="zh-CN" sz="3200" b="0" i="1" smtClean="0">
                              <a:solidFill>
                                <a:srgbClr val="FF0000"/>
                              </a:solidFill>
                              <a:latin typeface="Cambria Math" panose="02040503050406030204" pitchFamily="18" charset="0"/>
                            </a:rPr>
                          </m:ctrlPr>
                        </m:naryPr>
                        <m:sub>
                          <m:r>
                            <m:rPr>
                              <m:brk m:alnAt="23"/>
                            </m:rPr>
                            <a:rPr lang="en-US" altLang="zh-CN" sz="3200" b="0" i="1" smtClean="0">
                              <a:solidFill>
                                <a:srgbClr val="FF0000"/>
                              </a:solidFill>
                              <a:latin typeface="Cambria Math" panose="02040503050406030204" pitchFamily="18" charset="0"/>
                            </a:rPr>
                            <m:t>𝑐</m:t>
                          </m:r>
                          <m:r>
                            <a:rPr lang="en-US" altLang="zh-CN" sz="3200" b="0" i="1" smtClean="0">
                              <a:solidFill>
                                <a:srgbClr val="FF0000"/>
                              </a:solidFill>
                              <a:latin typeface="Cambria Math" panose="02040503050406030204" pitchFamily="18" charset="0"/>
                            </a:rPr>
                            <m:t>𝑒𝑙𝑙</m:t>
                          </m:r>
                        </m:sub>
                        <m:sup/>
                        <m:e>
                          <m:r>
                            <a:rPr lang="en-US" altLang="zh-CN" sz="3200" b="0" i="1" smtClean="0">
                              <a:solidFill>
                                <a:srgbClr val="FF0000"/>
                              </a:solidFill>
                              <a:latin typeface="Cambria Math" panose="02040503050406030204" pitchFamily="18" charset="0"/>
                            </a:rPr>
                            <m:t>𝑑𝑉𝑛</m:t>
                          </m:r>
                          <m:d>
                            <m:dPr>
                              <m:ctrlPr>
                                <a:rPr lang="en-US" altLang="zh-CN" sz="3200" i="1">
                                  <a:solidFill>
                                    <a:srgbClr val="FF0000"/>
                                  </a:solidFill>
                                  <a:latin typeface="Cambria Math" panose="02040503050406030204" pitchFamily="18" charset="0"/>
                                </a:rPr>
                              </m:ctrlPr>
                            </m:dPr>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𝑟</m:t>
                                  </m:r>
                                </m:e>
                              </m:acc>
                            </m:e>
                          </m:d>
                          <m:sSup>
                            <m:sSupPr>
                              <m:ctrlPr>
                                <a:rPr lang="en-US" altLang="zh-CN" sz="3200" i="1">
                                  <a:solidFill>
                                    <a:srgbClr val="FF0000"/>
                                  </a:solidFill>
                                  <a:latin typeface="Cambria Math" panose="02040503050406030204" pitchFamily="18" charset="0"/>
                                  <a:ea typeface="Cambria Math" panose="02040503050406030204" pitchFamily="18" charset="0"/>
                                </a:rPr>
                              </m:ctrlPr>
                            </m:sSupPr>
                            <m:e>
                              <m:r>
                                <a:rPr lang="en-US" altLang="zh-CN" sz="3200" i="1">
                                  <a:solidFill>
                                    <a:srgbClr val="FF0000"/>
                                  </a:solidFill>
                                  <a:latin typeface="Cambria Math" panose="02040503050406030204" pitchFamily="18" charset="0"/>
                                  <a:ea typeface="Cambria Math" panose="02040503050406030204" pitchFamily="18" charset="0"/>
                                </a:rPr>
                                <m:t>𝑒</m:t>
                              </m:r>
                            </m:e>
                            <m:sup>
                              <m:r>
                                <a:rPr lang="en-US" altLang="zh-CN" sz="3200" i="1">
                                  <a:solidFill>
                                    <a:srgbClr val="FF0000"/>
                                  </a:solidFill>
                                  <a:latin typeface="Cambria Math" panose="02040503050406030204" pitchFamily="18" charset="0"/>
                                  <a:ea typeface="Cambria Math" panose="02040503050406030204" pitchFamily="18" charset="0"/>
                                </a:rPr>
                                <m:t>−</m:t>
                              </m:r>
                              <m:r>
                                <a:rPr lang="en-US" altLang="zh-CN" sz="3200" i="1">
                                  <a:solidFill>
                                    <a:srgbClr val="FF0000"/>
                                  </a:solidFill>
                                  <a:latin typeface="Cambria Math" panose="02040503050406030204" pitchFamily="18" charset="0"/>
                                  <a:ea typeface="Cambria Math" panose="02040503050406030204" pitchFamily="18" charset="0"/>
                                </a:rPr>
                                <m:t>𝑖</m:t>
                              </m:r>
                              <m:acc>
                                <m:accPr>
                                  <m:chr m:val="⃗"/>
                                  <m:ctrlPr>
                                    <a:rPr lang="en-US" altLang="zh-CN" sz="3200" i="1">
                                      <a:solidFill>
                                        <a:srgbClr val="FF0000"/>
                                      </a:solidFill>
                                      <a:latin typeface="Cambria Math" panose="02040503050406030204" pitchFamily="18" charset="0"/>
                                      <a:ea typeface="Cambria Math" panose="02040503050406030204" pitchFamily="18" charset="0"/>
                                    </a:rPr>
                                  </m:ctrlPr>
                                </m:accPr>
                                <m:e>
                                  <m:r>
                                    <a:rPr lang="en-US" altLang="zh-CN" sz="3200" i="1">
                                      <a:solidFill>
                                        <a:srgbClr val="FF0000"/>
                                      </a:solidFill>
                                      <a:latin typeface="Cambria Math" panose="02040503050406030204" pitchFamily="18" charset="0"/>
                                      <a:ea typeface="Cambria Math" panose="02040503050406030204" pitchFamily="18" charset="0"/>
                                    </a:rPr>
                                    <m:t>𝐺</m:t>
                                  </m:r>
                                </m:e>
                              </m:acc>
                              <m:r>
                                <a:rPr lang="el-GR" altLang="zh-CN" sz="3200" i="1">
                                  <a:solidFill>
                                    <a:srgbClr val="FF0000"/>
                                  </a:solidFill>
                                  <a:latin typeface="Cambria Math" panose="02040503050406030204" pitchFamily="18" charset="0"/>
                                  <a:ea typeface="Cambria Math" panose="02040503050406030204" pitchFamily="18" charset="0"/>
                                </a:rPr>
                                <m:t>∙</m:t>
                              </m:r>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𝑟</m:t>
                                  </m:r>
                                </m:e>
                              </m:acc>
                            </m:sup>
                          </m:sSup>
                        </m:e>
                      </m:nary>
                      <m:r>
                        <a:rPr lang="en-US" altLang="zh-CN" sz="3200" b="0" i="1" smtClean="0">
                          <a:solidFill>
                            <a:srgbClr val="FF0000"/>
                          </a:solidFill>
                          <a:latin typeface="Cambria Math" panose="02040503050406030204" pitchFamily="18" charset="0"/>
                        </a:rPr>
                        <m:t>=</m:t>
                      </m:r>
                      <m:r>
                        <a:rPr lang="en-US" altLang="zh-CN" sz="3200" b="0" i="1" smtClean="0">
                          <a:solidFill>
                            <a:srgbClr val="FF0000"/>
                          </a:solidFill>
                          <a:latin typeface="Cambria Math" panose="02040503050406030204" pitchFamily="18" charset="0"/>
                        </a:rPr>
                        <m:t>𝑁</m:t>
                      </m:r>
                      <m:sSub>
                        <m:sSubPr>
                          <m:ctrlPr>
                            <a:rPr lang="en-US" altLang="zh-CN" sz="3200" b="0" i="1" smtClean="0">
                              <a:solidFill>
                                <a:srgbClr val="FF0000"/>
                              </a:solidFill>
                              <a:latin typeface="Cambria Math" panose="02040503050406030204" pitchFamily="18" charset="0"/>
                            </a:rPr>
                          </m:ctrlPr>
                        </m:sSubPr>
                        <m:e>
                          <m:r>
                            <a:rPr lang="en-US" altLang="zh-CN" sz="3200" b="0" i="1" smtClean="0">
                              <a:solidFill>
                                <a:srgbClr val="FF0000"/>
                              </a:solidFill>
                              <a:latin typeface="Cambria Math" panose="02040503050406030204" pitchFamily="18" charset="0"/>
                            </a:rPr>
                            <m:t>𝑆</m:t>
                          </m:r>
                        </m:e>
                        <m:sub>
                          <m:r>
                            <a:rPr lang="en-US" altLang="zh-CN" sz="3200" b="0" i="1" smtClean="0">
                              <a:solidFill>
                                <a:srgbClr val="FF0000"/>
                              </a:solidFill>
                              <a:latin typeface="Cambria Math" panose="02040503050406030204" pitchFamily="18" charset="0"/>
                            </a:rPr>
                            <m:t>𝐺</m:t>
                          </m:r>
                        </m:sub>
                      </m:sSub>
                    </m:oMath>
                  </m:oMathPara>
                </a14:m>
                <a:endParaRPr lang="en-US" altLang="zh-CN" sz="3200" dirty="0"/>
              </a:p>
              <a:p>
                <a:r>
                  <a:rPr lang="zh-CN" altLang="en-US" sz="3200" b="1" dirty="0">
                    <a:solidFill>
                      <a:srgbClr val="FF0000"/>
                    </a:solidFill>
                  </a:rPr>
                  <a:t>结构因子</a:t>
                </a:r>
                <a14:m>
                  <m:oMath xmlns:m="http://schemas.openxmlformats.org/officeDocument/2006/math">
                    <m:sSub>
                      <m:sSubPr>
                        <m:ctrlPr>
                          <a:rPr lang="en-US" altLang="zh-CN" sz="3200" b="1" i="1" smtClean="0">
                            <a:solidFill>
                              <a:srgbClr val="FF0000"/>
                            </a:solidFill>
                            <a:latin typeface="Cambria Math" panose="02040503050406030204" pitchFamily="18" charset="0"/>
                          </a:rPr>
                        </m:ctrlPr>
                      </m:sSubPr>
                      <m:e>
                        <m:r>
                          <a:rPr lang="en-US" altLang="zh-CN" sz="3200" b="1" i="1" smtClean="0">
                            <a:solidFill>
                              <a:srgbClr val="FF0000"/>
                            </a:solidFill>
                            <a:latin typeface="Cambria Math" panose="02040503050406030204" pitchFamily="18" charset="0"/>
                          </a:rPr>
                          <m:t>𝑺</m:t>
                        </m:r>
                      </m:e>
                      <m:sub>
                        <m:r>
                          <a:rPr lang="en-US" altLang="zh-CN" sz="3200" b="1" i="1" smtClean="0">
                            <a:solidFill>
                              <a:srgbClr val="FF0000"/>
                            </a:solidFill>
                            <a:latin typeface="Cambria Math" panose="02040503050406030204" pitchFamily="18" charset="0"/>
                          </a:rPr>
                          <m:t>𝑮</m:t>
                        </m:r>
                      </m:sub>
                    </m:sSub>
                  </m:oMath>
                </a14:m>
                <a:endParaRPr lang="zh-CN" altLang="en-US" sz="3200" dirty="0"/>
              </a:p>
            </p:txBody>
          </p:sp>
        </mc:Choice>
        <mc:Fallback xmlns="">
          <p:sp>
            <p:nvSpPr>
              <p:cNvPr id="3" name="内容占位符 2">
                <a:extLst>
                  <a:ext uri="{FF2B5EF4-FFF2-40B4-BE49-F238E27FC236}">
                    <a16:creationId xmlns:a16="http://schemas.microsoft.com/office/drawing/2014/main" id="{59FBDDCF-C9B4-2EC8-8D00-2CA6A33D4705}"/>
                  </a:ext>
                </a:extLst>
              </p:cNvPr>
              <p:cNvSpPr>
                <a:spLocks noGrp="1" noRot="1" noChangeAspect="1" noMove="1" noResize="1" noEditPoints="1" noAdjustHandles="1" noChangeArrowheads="1" noChangeShapeType="1" noTextEdit="1"/>
              </p:cNvSpPr>
              <p:nvPr>
                <p:ph idx="1"/>
              </p:nvPr>
            </p:nvSpPr>
            <p:spPr>
              <a:xfrm>
                <a:off x="838200" y="1424608"/>
                <a:ext cx="10515600" cy="5294243"/>
              </a:xfrm>
              <a:blipFill>
                <a:blip r:embed="rId2"/>
                <a:stretch>
                  <a:fillRect l="-1333"/>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F42FB97D-6833-F679-92B4-E252BF41DE5F}"/>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59308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62CCD-2EB8-CE0F-A536-260BF50D61B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53D608-96EA-EDEC-0052-92AEA4B17379}"/>
              </a:ext>
            </a:extLst>
          </p:cNvPr>
          <p:cNvSpPr>
            <a:spLocks noGrp="1"/>
          </p:cNvSpPr>
          <p:nvPr>
            <p:ph type="title"/>
          </p:nvPr>
        </p:nvSpPr>
        <p:spPr/>
        <p:txBody>
          <a:bodyPr/>
          <a:lstStyle/>
          <a:p>
            <a:r>
              <a:rPr lang="zh-CN" altLang="en-US" dirty="0"/>
              <a:t>结构因子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89BA2D2-C06B-A6C2-B858-AC3F43848CF2}"/>
                  </a:ext>
                </a:extLst>
              </p:cNvPr>
              <p:cNvSpPr>
                <a:spLocks noGrp="1"/>
              </p:cNvSpPr>
              <p:nvPr>
                <p:ph idx="1"/>
              </p:nvPr>
            </p:nvSpPr>
            <p:spPr>
              <a:xfrm>
                <a:off x="838200" y="1513840"/>
                <a:ext cx="10515600" cy="5205011"/>
              </a:xfrm>
            </p:spPr>
            <p:txBody>
              <a:bodyPr>
                <a:noAutofit/>
              </a:bodyPr>
              <a:lstStyle/>
              <a:p>
                <a:pPr>
                  <a:lnSpc>
                    <a:spcPct val="120000"/>
                  </a:lnSpc>
                  <a:spcBef>
                    <a:spcPts val="0"/>
                  </a:spcBef>
                </a:pPr>
                <a:r>
                  <a:rPr lang="zh-CN" altLang="en-US" sz="2400" b="1" dirty="0"/>
                  <a:t>考虑一个单胞，做变量替换，</a:t>
                </a:r>
                <a:r>
                  <a:rPr lang="zh-CN" altLang="en-US" sz="2400" b="1" dirty="0">
                    <a:solidFill>
                      <a:srgbClr val="FF0000"/>
                    </a:solidFill>
                  </a:rPr>
                  <a:t>结构因子</a:t>
                </a:r>
                <a14:m>
                  <m:oMath xmlns:m="http://schemas.openxmlformats.org/officeDocument/2006/math">
                    <m:sSub>
                      <m:sSubPr>
                        <m:ctrlPr>
                          <a:rPr lang="en-US" altLang="zh-CN" sz="2400" b="1" i="1" smtClean="0">
                            <a:solidFill>
                              <a:srgbClr val="FF0000"/>
                            </a:solidFill>
                            <a:latin typeface="Cambria Math" panose="02040503050406030204" pitchFamily="18" charset="0"/>
                          </a:rPr>
                        </m:ctrlPr>
                      </m:sSubPr>
                      <m:e>
                        <m:r>
                          <a:rPr lang="en-US" altLang="zh-CN" sz="2400" b="1" i="1" smtClean="0">
                            <a:solidFill>
                              <a:srgbClr val="FF0000"/>
                            </a:solidFill>
                            <a:latin typeface="Cambria Math" panose="02040503050406030204" pitchFamily="18" charset="0"/>
                          </a:rPr>
                          <m:t>𝑺</m:t>
                        </m:r>
                      </m:e>
                      <m:sub>
                        <m:r>
                          <a:rPr lang="en-US" altLang="zh-CN" sz="2400" b="1" i="1" smtClean="0">
                            <a:solidFill>
                              <a:srgbClr val="FF0000"/>
                            </a:solidFill>
                            <a:latin typeface="Cambria Math" panose="02040503050406030204" pitchFamily="18" charset="0"/>
                          </a:rPr>
                          <m:t>𝑮</m:t>
                        </m:r>
                      </m:sub>
                    </m:sSub>
                  </m:oMath>
                </a14:m>
                <a:r>
                  <a:rPr lang="zh-CN" altLang="en-US" sz="2400" dirty="0"/>
                  <a:t>可写作单胞内所有原子贡献之和</a:t>
                </a:r>
                <a:endParaRPr lang="en-US" altLang="zh-CN" sz="2400" dirty="0"/>
              </a:p>
              <a:p>
                <a:pPr marL="0" indent="0">
                  <a:lnSpc>
                    <a:spcPct val="120000"/>
                  </a:lnSpc>
                  <a:spcBef>
                    <a:spcPts val="0"/>
                  </a:spcBef>
                  <a:buNone/>
                </a:pPr>
                <a14:m>
                  <m:oMathPara xmlns:m="http://schemas.openxmlformats.org/officeDocument/2006/math">
                    <m:oMath>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𝑆</m:t>
                          </m:r>
                        </m:e>
                        <m:sub>
                          <m:r>
                            <a:rPr lang="en-US" altLang="zh-CN" sz="2400" i="1">
                              <a:solidFill>
                                <a:schemeClr val="tx1"/>
                              </a:solidFill>
                              <a:latin typeface="Cambria Math" panose="02040503050406030204" pitchFamily="18" charset="0"/>
                            </a:rPr>
                            <m:t>𝐺</m:t>
                          </m:r>
                        </m:sub>
                      </m:sSub>
                      <m:r>
                        <a:rPr lang="en-US" altLang="zh-CN" sz="2400" b="0" i="1" smtClean="0">
                          <a:solidFill>
                            <a:schemeClr val="tx1"/>
                          </a:solidFill>
                          <a:latin typeface="Cambria Math" panose="02040503050406030204" pitchFamily="18" charset="0"/>
                        </a:rPr>
                        <m:t>=</m:t>
                      </m:r>
                      <m:nary>
                        <m:naryPr>
                          <m:chr m:val="∑"/>
                          <m:supHide m:val="on"/>
                          <m:ctrlPr>
                            <a:rPr lang="en-US" altLang="zh-CN" sz="2400" b="0" i="1" smtClean="0">
                              <a:solidFill>
                                <a:schemeClr val="tx1"/>
                              </a:solidFill>
                              <a:latin typeface="Cambria Math" panose="02040503050406030204" pitchFamily="18" charset="0"/>
                            </a:rPr>
                          </m:ctrlPr>
                        </m:naryPr>
                        <m:sub>
                          <m:r>
                            <m:rPr>
                              <m:brk m:alnAt="7"/>
                            </m:rPr>
                            <a:rPr lang="en-US" altLang="zh-CN" sz="2400" b="0" i="1" smtClean="0">
                              <a:solidFill>
                                <a:schemeClr val="tx1"/>
                              </a:solidFill>
                              <a:latin typeface="Cambria Math" panose="02040503050406030204" pitchFamily="18" charset="0"/>
                            </a:rPr>
                            <m:t>𝑗</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ea typeface="Cambria Math" panose="02040503050406030204" pitchFamily="18" charset="0"/>
                            </a:rPr>
                            <m:t>𝑐𝑒𝑙𝑙</m:t>
                          </m:r>
                        </m:sub>
                        <m:sup/>
                        <m:e>
                          <m:nary>
                            <m:naryPr>
                              <m:ctrlPr>
                                <a:rPr lang="en-US" altLang="zh-CN" sz="2400" i="1">
                                  <a:solidFill>
                                    <a:schemeClr val="tx1"/>
                                  </a:solidFill>
                                  <a:latin typeface="Cambria Math" panose="02040503050406030204" pitchFamily="18" charset="0"/>
                                </a:rPr>
                              </m:ctrlPr>
                            </m:naryPr>
                            <m:sub>
                              <m:r>
                                <m:rPr>
                                  <m:brk m:alnAt="23"/>
                                </m:rPr>
                                <a:rPr lang="en-US" altLang="zh-CN" sz="2400" i="1">
                                  <a:solidFill>
                                    <a:schemeClr val="tx1"/>
                                  </a:solidFill>
                                  <a:latin typeface="Cambria Math" panose="02040503050406030204" pitchFamily="18" charset="0"/>
                                </a:rPr>
                                <m:t>𝑐</m:t>
                              </m:r>
                              <m:r>
                                <a:rPr lang="en-US" altLang="zh-CN" sz="2400" i="1">
                                  <a:solidFill>
                                    <a:schemeClr val="tx1"/>
                                  </a:solidFill>
                                  <a:latin typeface="Cambria Math" panose="02040503050406030204" pitchFamily="18" charset="0"/>
                                </a:rPr>
                                <m:t>𝑒𝑙𝑙</m:t>
                              </m:r>
                            </m:sub>
                            <m:sup/>
                            <m:e>
                              <m:r>
                                <a:rPr lang="en-US" altLang="zh-CN" sz="2400" i="1">
                                  <a:solidFill>
                                    <a:schemeClr val="tx1"/>
                                  </a:solidFill>
                                  <a:latin typeface="Cambria Math" panose="02040503050406030204" pitchFamily="18" charset="0"/>
                                </a:rPr>
                                <m:t>𝑑𝑉𝑛</m:t>
                              </m:r>
                              <m:d>
                                <m:dPr>
                                  <m:ctrlPr>
                                    <a:rPr lang="en-US" altLang="zh-CN" sz="2400" i="1">
                                      <a:solidFill>
                                        <a:schemeClr val="tx1"/>
                                      </a:solidFill>
                                      <a:latin typeface="Cambria Math" panose="02040503050406030204" pitchFamily="18" charset="0"/>
                                    </a:rPr>
                                  </m:ctrlPr>
                                </m:dPr>
                                <m:e>
                                  <m:acc>
                                    <m:accPr>
                                      <m:chr m:val="⃗"/>
                                      <m:ctrlPr>
                                        <a:rPr lang="en-US" altLang="zh-CN" sz="2400" i="1">
                                          <a:solidFill>
                                            <a:schemeClr val="tx1"/>
                                          </a:solidFill>
                                          <a:latin typeface="Cambria Math" panose="02040503050406030204" pitchFamily="18" charset="0"/>
                                        </a:rPr>
                                      </m:ctrlPr>
                                    </m:accPr>
                                    <m:e>
                                      <m:r>
                                        <a:rPr lang="en-US" altLang="zh-CN" sz="2400" i="1">
                                          <a:solidFill>
                                            <a:schemeClr val="tx1"/>
                                          </a:solidFill>
                                          <a:latin typeface="Cambria Math" panose="02040503050406030204" pitchFamily="18" charset="0"/>
                                        </a:rPr>
                                        <m:t>𝑟</m:t>
                                      </m:r>
                                    </m:e>
                                  </m:acc>
                                  <m:r>
                                    <a:rPr lang="en-US" altLang="zh-CN" sz="2400" b="0" i="1" smtClean="0">
                                      <a:solidFill>
                                        <a:schemeClr val="tx1"/>
                                      </a:solidFill>
                                      <a:latin typeface="Cambria Math" panose="02040503050406030204" pitchFamily="18" charset="0"/>
                                    </a:rPr>
                                    <m:t>−</m:t>
                                  </m:r>
                                  <m:acc>
                                    <m:accPr>
                                      <m:chr m:val="⃗"/>
                                      <m:ctrlPr>
                                        <a:rPr lang="en-US" altLang="zh-CN" sz="2400" b="0" i="1" smtClean="0">
                                          <a:solidFill>
                                            <a:schemeClr val="tx1"/>
                                          </a:solidFill>
                                          <a:latin typeface="Cambria Math" panose="02040503050406030204" pitchFamily="18" charset="0"/>
                                        </a:rPr>
                                      </m:ctrlPr>
                                    </m:acc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𝑟</m:t>
                                          </m:r>
                                        </m:e>
                                        <m:sub>
                                          <m:r>
                                            <a:rPr lang="en-US" altLang="zh-CN" sz="2400" b="0" i="1" smtClean="0">
                                              <a:solidFill>
                                                <a:schemeClr val="tx1"/>
                                              </a:solidFill>
                                              <a:latin typeface="Cambria Math" panose="02040503050406030204" pitchFamily="18" charset="0"/>
                                            </a:rPr>
                                            <m:t>𝑗</m:t>
                                          </m:r>
                                        </m:sub>
                                      </m:sSub>
                                    </m:e>
                                  </m:acc>
                                </m:e>
                              </m:d>
                              <m:r>
                                <m:rPr>
                                  <m:sty m:val="p"/>
                                </m:rPr>
                                <a:rPr lang="en-US" altLang="zh-CN" sz="2400">
                                  <a:solidFill>
                                    <a:schemeClr val="tx1"/>
                                  </a:solidFill>
                                  <a:latin typeface="Cambria Math" panose="02040503050406030204" pitchFamily="18" charset="0"/>
                                </a:rPr>
                                <m:t>exp</m:t>
                              </m:r>
                              <m:d>
                                <m:dPr>
                                  <m:begChr m:val="["/>
                                  <m:endChr m:val="]"/>
                                  <m:ctrlPr>
                                    <a:rPr lang="en-US" altLang="zh-CN" sz="2400" i="1">
                                      <a:solidFill>
                                        <a:schemeClr val="tx1"/>
                                      </a:solidFill>
                                      <a:latin typeface="Cambria Math" panose="02040503050406030204" pitchFamily="18" charset="0"/>
                                      <a:ea typeface="Cambria Math" panose="02040503050406030204" pitchFamily="18" charset="0"/>
                                    </a:rPr>
                                  </m:ctrlPr>
                                </m:dPr>
                                <m:e>
                                  <m:r>
                                    <a:rPr lang="en-US" altLang="zh-CN" sz="2400" i="1">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𝑖</m:t>
                                  </m:r>
                                  <m:acc>
                                    <m:accPr>
                                      <m:chr m:val="⃗"/>
                                      <m:ctrlPr>
                                        <a:rPr lang="en-US" altLang="zh-CN" sz="2400" i="1">
                                          <a:solidFill>
                                            <a:schemeClr val="tx1"/>
                                          </a:solidFill>
                                          <a:latin typeface="Cambria Math" panose="02040503050406030204" pitchFamily="18" charset="0"/>
                                          <a:ea typeface="Cambria Math" panose="02040503050406030204" pitchFamily="18" charset="0"/>
                                        </a:rPr>
                                      </m:ctrlPr>
                                    </m:accPr>
                                    <m:e>
                                      <m:r>
                                        <a:rPr lang="en-US" altLang="zh-CN" sz="2400" i="1">
                                          <a:solidFill>
                                            <a:schemeClr val="tx1"/>
                                          </a:solidFill>
                                          <a:latin typeface="Cambria Math" panose="02040503050406030204" pitchFamily="18" charset="0"/>
                                          <a:ea typeface="Cambria Math" panose="02040503050406030204" pitchFamily="18" charset="0"/>
                                        </a:rPr>
                                        <m:t>𝐺</m:t>
                                      </m:r>
                                    </m:e>
                                  </m:acc>
                                  <m:r>
                                    <a:rPr lang="el-GR" altLang="zh-CN" sz="2400" i="1">
                                      <a:solidFill>
                                        <a:schemeClr val="tx1"/>
                                      </a:solidFill>
                                      <a:latin typeface="Cambria Math" panose="02040503050406030204" pitchFamily="18" charset="0"/>
                                      <a:ea typeface="Cambria Math" panose="02040503050406030204" pitchFamily="18" charset="0"/>
                                    </a:rPr>
                                    <m:t>∙</m:t>
                                  </m:r>
                                  <m:acc>
                                    <m:accPr>
                                      <m:chr m:val="⃗"/>
                                      <m:ctrlPr>
                                        <a:rPr lang="en-US" altLang="zh-CN" sz="2400" i="1">
                                          <a:solidFill>
                                            <a:schemeClr val="tx1"/>
                                          </a:solidFill>
                                          <a:latin typeface="Cambria Math" panose="02040503050406030204" pitchFamily="18" charset="0"/>
                                        </a:rPr>
                                      </m:ctrlPr>
                                    </m:acc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𝑟</m:t>
                                          </m:r>
                                        </m:e>
                                        <m:sub>
                                          <m:r>
                                            <a:rPr lang="en-US" altLang="zh-CN" sz="2400" i="1">
                                              <a:solidFill>
                                                <a:schemeClr val="tx1"/>
                                              </a:solidFill>
                                              <a:latin typeface="Cambria Math" panose="02040503050406030204" pitchFamily="18" charset="0"/>
                                            </a:rPr>
                                            <m:t>𝑗</m:t>
                                          </m:r>
                                        </m:sub>
                                      </m:sSub>
                                    </m:e>
                                  </m:acc>
                                </m:e>
                              </m:d>
                              <m:r>
                                <m:rPr>
                                  <m:sty m:val="p"/>
                                </m:rPr>
                                <a:rPr lang="en-US" altLang="zh-CN" sz="2400">
                                  <a:solidFill>
                                    <a:schemeClr val="tx1"/>
                                  </a:solidFill>
                                  <a:latin typeface="Cambria Math" panose="02040503050406030204" pitchFamily="18" charset="0"/>
                                </a:rPr>
                                <m:t>exp</m:t>
                              </m:r>
                              <m:d>
                                <m:dPr>
                                  <m:begChr m:val="["/>
                                  <m:endChr m:val="]"/>
                                  <m:ctrlPr>
                                    <a:rPr lang="en-US" altLang="zh-CN" sz="2400" i="1">
                                      <a:solidFill>
                                        <a:schemeClr val="tx1"/>
                                      </a:solidFill>
                                      <a:latin typeface="Cambria Math" panose="02040503050406030204" pitchFamily="18" charset="0"/>
                                      <a:ea typeface="Cambria Math" panose="02040503050406030204" pitchFamily="18" charset="0"/>
                                    </a:rPr>
                                  </m:ctrlPr>
                                </m:dPr>
                                <m:e>
                                  <m:r>
                                    <a:rPr lang="en-US" altLang="zh-CN" sz="2400" i="1">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𝑖</m:t>
                                  </m:r>
                                  <m:acc>
                                    <m:accPr>
                                      <m:chr m:val="⃗"/>
                                      <m:ctrlPr>
                                        <a:rPr lang="en-US" altLang="zh-CN" sz="2400" i="1">
                                          <a:solidFill>
                                            <a:schemeClr val="tx1"/>
                                          </a:solidFill>
                                          <a:latin typeface="Cambria Math" panose="02040503050406030204" pitchFamily="18" charset="0"/>
                                          <a:ea typeface="Cambria Math" panose="02040503050406030204" pitchFamily="18" charset="0"/>
                                        </a:rPr>
                                      </m:ctrlPr>
                                    </m:accPr>
                                    <m:e>
                                      <m:r>
                                        <a:rPr lang="en-US" altLang="zh-CN" sz="2400" i="1">
                                          <a:solidFill>
                                            <a:schemeClr val="tx1"/>
                                          </a:solidFill>
                                          <a:latin typeface="Cambria Math" panose="02040503050406030204" pitchFamily="18" charset="0"/>
                                          <a:ea typeface="Cambria Math" panose="02040503050406030204" pitchFamily="18" charset="0"/>
                                        </a:rPr>
                                        <m:t>𝐺</m:t>
                                      </m:r>
                                    </m:e>
                                  </m:acc>
                                  <m:r>
                                    <a:rPr lang="el-GR" altLang="zh-CN" sz="2400" i="1">
                                      <a:solidFill>
                                        <a:schemeClr val="tx1"/>
                                      </a:solidFill>
                                      <a:latin typeface="Cambria Math" panose="02040503050406030204" pitchFamily="18" charset="0"/>
                                      <a:ea typeface="Cambria Math" panose="02040503050406030204" pitchFamily="18" charset="0"/>
                                    </a:rPr>
                                    <m:t>∙</m:t>
                                  </m:r>
                                  <m:d>
                                    <m:dPr>
                                      <m:ctrlPr>
                                        <a:rPr lang="en-US" altLang="zh-CN" sz="2400" i="1">
                                          <a:solidFill>
                                            <a:schemeClr val="tx1"/>
                                          </a:solidFill>
                                          <a:latin typeface="Cambria Math" panose="02040503050406030204" pitchFamily="18" charset="0"/>
                                        </a:rPr>
                                      </m:ctrlPr>
                                    </m:dPr>
                                    <m:e>
                                      <m:acc>
                                        <m:accPr>
                                          <m:chr m:val="⃗"/>
                                          <m:ctrlPr>
                                            <a:rPr lang="en-US" altLang="zh-CN" sz="2400" i="1">
                                              <a:solidFill>
                                                <a:schemeClr val="tx1"/>
                                              </a:solidFill>
                                              <a:latin typeface="Cambria Math" panose="02040503050406030204" pitchFamily="18" charset="0"/>
                                            </a:rPr>
                                          </m:ctrlPr>
                                        </m:accPr>
                                        <m:e>
                                          <m:r>
                                            <a:rPr lang="en-US" altLang="zh-CN" sz="2400" i="1">
                                              <a:solidFill>
                                                <a:schemeClr val="tx1"/>
                                              </a:solidFill>
                                              <a:latin typeface="Cambria Math" panose="02040503050406030204" pitchFamily="18" charset="0"/>
                                            </a:rPr>
                                            <m:t>𝑟</m:t>
                                          </m:r>
                                        </m:e>
                                      </m:acc>
                                      <m:r>
                                        <a:rPr lang="en-US" altLang="zh-CN" sz="2400" i="1">
                                          <a:solidFill>
                                            <a:schemeClr val="tx1"/>
                                          </a:solidFill>
                                          <a:latin typeface="Cambria Math" panose="02040503050406030204" pitchFamily="18" charset="0"/>
                                        </a:rPr>
                                        <m:t>−</m:t>
                                      </m:r>
                                      <m:acc>
                                        <m:accPr>
                                          <m:chr m:val="⃗"/>
                                          <m:ctrlPr>
                                            <a:rPr lang="en-US" altLang="zh-CN" sz="2400" i="1">
                                              <a:solidFill>
                                                <a:schemeClr val="tx1"/>
                                              </a:solidFill>
                                              <a:latin typeface="Cambria Math" panose="02040503050406030204" pitchFamily="18" charset="0"/>
                                            </a:rPr>
                                          </m:ctrlPr>
                                        </m:accPr>
                                        <m:e>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𝑟</m:t>
                                              </m:r>
                                            </m:e>
                                            <m:sub>
                                              <m:r>
                                                <a:rPr lang="en-US" altLang="zh-CN" sz="2400" i="1">
                                                  <a:solidFill>
                                                    <a:schemeClr val="tx1"/>
                                                  </a:solidFill>
                                                  <a:latin typeface="Cambria Math" panose="02040503050406030204" pitchFamily="18" charset="0"/>
                                                </a:rPr>
                                                <m:t>𝑗</m:t>
                                              </m:r>
                                            </m:sub>
                                          </m:sSub>
                                        </m:e>
                                      </m:acc>
                                    </m:e>
                                  </m:d>
                                </m:e>
                              </m:d>
                            </m:e>
                          </m:nary>
                        </m:e>
                      </m:nary>
                    </m:oMath>
                  </m:oMathPara>
                </a14:m>
                <a:endParaRPr lang="en-US" altLang="zh-CN" sz="2400" dirty="0"/>
              </a:p>
              <a:p>
                <a:pPr marL="0" indent="0">
                  <a:lnSpc>
                    <a:spcPct val="120000"/>
                  </a:lnSpc>
                  <a:spcBef>
                    <a:spcPts val="0"/>
                  </a:spcBef>
                  <a:buNone/>
                </a:pPr>
                <a14:m>
                  <m:oMathPara xmlns:m="http://schemas.openxmlformats.org/officeDocument/2006/math">
                    <m:oMath>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𝑆</m:t>
                          </m:r>
                        </m:e>
                        <m:sub>
                          <m:r>
                            <a:rPr lang="en-US" altLang="zh-CN" sz="2400" i="1">
                              <a:solidFill>
                                <a:srgbClr val="FF0000"/>
                              </a:solidFill>
                              <a:latin typeface="Cambria Math" panose="02040503050406030204" pitchFamily="18" charset="0"/>
                            </a:rPr>
                            <m:t>𝐺</m:t>
                          </m:r>
                        </m:sub>
                      </m:sSub>
                      <m:r>
                        <a:rPr lang="en-US" altLang="zh-CN" sz="2400" b="0" i="1" smtClean="0">
                          <a:solidFill>
                            <a:srgbClr val="FF0000"/>
                          </a:solidFill>
                          <a:latin typeface="Cambria Math" panose="02040503050406030204" pitchFamily="18" charset="0"/>
                        </a:rPr>
                        <m:t>=</m:t>
                      </m:r>
                      <m:nary>
                        <m:naryPr>
                          <m:chr m:val="∑"/>
                          <m:supHide m:val="on"/>
                          <m:ctrlPr>
                            <a:rPr lang="en-US" altLang="zh-CN" sz="2400" i="1">
                              <a:solidFill>
                                <a:srgbClr val="FF0000"/>
                              </a:solidFill>
                              <a:latin typeface="Cambria Math" panose="02040503050406030204" pitchFamily="18" charset="0"/>
                            </a:rPr>
                          </m:ctrlPr>
                        </m:naryPr>
                        <m:sub>
                          <m:r>
                            <m:rPr>
                              <m:brk m:alnAt="7"/>
                            </m:rPr>
                            <a:rPr lang="en-US" altLang="zh-CN" sz="2400" i="1">
                              <a:solidFill>
                                <a:srgbClr val="FF0000"/>
                              </a:solidFill>
                              <a:latin typeface="Cambria Math" panose="02040503050406030204" pitchFamily="18" charset="0"/>
                            </a:rPr>
                            <m:t>𝑗</m:t>
                          </m:r>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𝑐𝑒𝑙𝑙</m:t>
                          </m:r>
                        </m:sub>
                        <m:sup/>
                        <m:e>
                          <m:r>
                            <m:rPr>
                              <m:sty m:val="p"/>
                            </m:rPr>
                            <a:rPr lang="en-US" altLang="zh-CN" sz="2400">
                              <a:solidFill>
                                <a:srgbClr val="FF0000"/>
                              </a:solidFill>
                              <a:latin typeface="Cambria Math" panose="02040503050406030204" pitchFamily="18" charset="0"/>
                            </a:rPr>
                            <m:t>exp</m:t>
                          </m:r>
                          <m:d>
                            <m:dPr>
                              <m:begChr m:val="["/>
                              <m:endChr m:val="]"/>
                              <m:ctrlPr>
                                <a:rPr lang="en-US" altLang="zh-CN" sz="2400" i="1">
                                  <a:solidFill>
                                    <a:srgbClr val="FF0000"/>
                                  </a:solidFill>
                                  <a:latin typeface="Cambria Math" panose="02040503050406030204" pitchFamily="18" charset="0"/>
                                  <a:ea typeface="Cambria Math" panose="02040503050406030204" pitchFamily="18" charset="0"/>
                                </a:rPr>
                              </m:ctrlPr>
                            </m:dPr>
                            <m:e>
                              <m:r>
                                <a:rPr lang="en-US" altLang="zh-CN" sz="2400" i="1">
                                  <a:solidFill>
                                    <a:srgbClr val="FF0000"/>
                                  </a:solidFill>
                                  <a:latin typeface="Cambria Math" panose="02040503050406030204" pitchFamily="18" charset="0"/>
                                  <a:ea typeface="Cambria Math" panose="02040503050406030204" pitchFamily="18" charset="0"/>
                                </a:rPr>
                                <m:t>−</m:t>
                              </m:r>
                              <m:r>
                                <a:rPr lang="en-US" altLang="zh-CN" sz="2400" i="1">
                                  <a:solidFill>
                                    <a:srgbClr val="FF0000"/>
                                  </a:solidFill>
                                  <a:latin typeface="Cambria Math" panose="02040503050406030204" pitchFamily="18" charset="0"/>
                                  <a:ea typeface="Cambria Math" panose="02040503050406030204" pitchFamily="18" charset="0"/>
                                </a:rPr>
                                <m:t>𝑖</m:t>
                              </m:r>
                              <m:acc>
                                <m:accPr>
                                  <m:chr m:val="⃗"/>
                                  <m:ctrlPr>
                                    <a:rPr lang="en-US" altLang="zh-CN" sz="2400" i="1">
                                      <a:solidFill>
                                        <a:srgbClr val="FF0000"/>
                                      </a:solidFill>
                                      <a:latin typeface="Cambria Math" panose="02040503050406030204" pitchFamily="18" charset="0"/>
                                      <a:ea typeface="Cambria Math" panose="02040503050406030204" pitchFamily="18" charset="0"/>
                                    </a:rPr>
                                  </m:ctrlPr>
                                </m:accPr>
                                <m:e>
                                  <m:r>
                                    <a:rPr lang="en-US" altLang="zh-CN" sz="2400" i="1">
                                      <a:solidFill>
                                        <a:srgbClr val="FF0000"/>
                                      </a:solidFill>
                                      <a:latin typeface="Cambria Math" panose="02040503050406030204" pitchFamily="18" charset="0"/>
                                      <a:ea typeface="Cambria Math" panose="02040503050406030204" pitchFamily="18" charset="0"/>
                                    </a:rPr>
                                    <m:t>𝐺</m:t>
                                  </m:r>
                                </m:e>
                              </m:acc>
                              <m:r>
                                <a:rPr lang="el-GR" altLang="zh-CN" sz="2400" i="1">
                                  <a:solidFill>
                                    <a:srgbClr val="FF0000"/>
                                  </a:solidFill>
                                  <a:latin typeface="Cambria Math" panose="02040503050406030204" pitchFamily="18" charset="0"/>
                                  <a:ea typeface="Cambria Math" panose="02040503050406030204" pitchFamily="18" charset="0"/>
                                </a:rPr>
                                <m:t>∙</m:t>
                              </m:r>
                              <m:acc>
                                <m:accPr>
                                  <m:chr m:val="⃗"/>
                                  <m:ctrlPr>
                                    <a:rPr lang="en-US" altLang="zh-CN" sz="2400" i="1">
                                      <a:solidFill>
                                        <a:srgbClr val="FF0000"/>
                                      </a:solidFill>
                                      <a:latin typeface="Cambria Math" panose="02040503050406030204" pitchFamily="18" charset="0"/>
                                    </a:rPr>
                                  </m:ctrlPr>
                                </m:accPr>
                                <m:e>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𝑟</m:t>
                                      </m:r>
                                    </m:e>
                                    <m:sub>
                                      <m:r>
                                        <a:rPr lang="en-US" altLang="zh-CN" sz="2400" i="1">
                                          <a:solidFill>
                                            <a:srgbClr val="FF0000"/>
                                          </a:solidFill>
                                          <a:latin typeface="Cambria Math" panose="02040503050406030204" pitchFamily="18" charset="0"/>
                                        </a:rPr>
                                        <m:t>𝑗</m:t>
                                      </m:r>
                                    </m:sub>
                                  </m:sSub>
                                </m:e>
                              </m:acc>
                            </m:e>
                          </m:d>
                          <m:r>
                            <a:rPr lang="en-US" altLang="zh-CN" sz="2400" i="1">
                              <a:solidFill>
                                <a:srgbClr val="FF0000"/>
                              </a:solidFill>
                              <a:latin typeface="Cambria Math" panose="02040503050406030204" pitchFamily="18" charset="0"/>
                              <a:ea typeface="Cambria Math" panose="02040503050406030204" pitchFamily="18" charset="0"/>
                            </a:rPr>
                            <m:t>×</m:t>
                          </m:r>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𝑓</m:t>
                              </m:r>
                            </m:e>
                            <m:sub>
                              <m:r>
                                <a:rPr lang="en-US" altLang="zh-CN" sz="2400" i="1">
                                  <a:solidFill>
                                    <a:srgbClr val="FF0000"/>
                                  </a:solidFill>
                                  <a:latin typeface="Cambria Math" panose="02040503050406030204" pitchFamily="18" charset="0"/>
                                </a:rPr>
                                <m:t>𝑗</m:t>
                              </m:r>
                            </m:sub>
                          </m:sSub>
                        </m:e>
                      </m:nary>
                    </m:oMath>
                  </m:oMathPara>
                </a14:m>
                <a:endParaRPr lang="en-US" altLang="zh-CN" sz="2400" dirty="0"/>
              </a:p>
              <a:p>
                <a:pPr marL="0" indent="0">
                  <a:lnSpc>
                    <a:spcPct val="120000"/>
                  </a:lnSpc>
                  <a:spcBef>
                    <a:spcPts val="0"/>
                  </a:spcBef>
                  <a:buNone/>
                </a:pPr>
                <a14:m>
                  <m:oMathPara xmlns:m="http://schemas.openxmlformats.org/officeDocument/2006/math">
                    <m:o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nary>
                        <m:naryPr>
                          <m:limLoc m:val="undOvr"/>
                          <m:subHide m:val="on"/>
                          <m:supHide m:val="on"/>
                          <m:ctrlPr>
                            <a:rPr lang="en-US" altLang="zh-CN" sz="2400" i="1">
                              <a:latin typeface="Cambria Math" panose="02040503050406030204" pitchFamily="18" charset="0"/>
                            </a:rPr>
                          </m:ctrlPr>
                        </m:naryPr>
                        <m:sub/>
                        <m:sup/>
                        <m:e>
                          <m:r>
                            <a:rPr lang="en-US" altLang="zh-CN" sz="2400" i="1">
                              <a:latin typeface="Cambria Math" panose="02040503050406030204" pitchFamily="18" charset="0"/>
                            </a:rPr>
                            <m:t>𝑑𝑉𝑛</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𝑗</m:t>
                                      </m:r>
                                    </m:sub>
                                  </m:sSub>
                                </m:e>
                              </m:acc>
                            </m:e>
                          </m:d>
                          <m:r>
                            <m:rPr>
                              <m:sty m:val="p"/>
                            </m:rPr>
                            <a:rPr lang="en-US" altLang="zh-CN" sz="2400">
                              <a:latin typeface="Cambria Math" panose="02040503050406030204" pitchFamily="18" charset="0"/>
                            </a:rPr>
                            <m:t>exp</m:t>
                          </m:r>
                          <m:d>
                            <m:dPr>
                              <m:begChr m:val="["/>
                              <m:endChr m:val="]"/>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𝑖</m:t>
                              </m:r>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𝐺</m:t>
                                  </m:r>
                                </m:e>
                              </m:acc>
                              <m:r>
                                <a:rPr lang="el-GR" altLang="zh-CN" sz="2400" i="1">
                                  <a:latin typeface="Cambria Math" panose="02040503050406030204" pitchFamily="18" charset="0"/>
                                  <a:ea typeface="Cambria Math" panose="02040503050406030204" pitchFamily="18" charset="0"/>
                                </a:rPr>
                                <m:t>∙</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𝑟</m:t>
                                      </m:r>
                                    </m:e>
                                  </m:acc>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𝑗</m:t>
                                          </m:r>
                                        </m:sub>
                                      </m:sSub>
                                    </m:e>
                                  </m:acc>
                                </m:e>
                              </m:d>
                            </m:e>
                          </m:d>
                        </m:e>
                      </m:nary>
                    </m:oMath>
                  </m:oMathPara>
                </a14:m>
                <a:endParaRPr lang="en-US" altLang="zh-CN" sz="2400" dirty="0"/>
              </a:p>
              <a:p>
                <a:pPr>
                  <a:lnSpc>
                    <a:spcPct val="120000"/>
                  </a:lnSpc>
                  <a:spcBef>
                    <a:spcPts val="0"/>
                  </a:spcBef>
                </a:pPr>
                <a:r>
                  <a:rPr lang="zh-CN" altLang="en-US" sz="2400" dirty="0">
                    <a:solidFill>
                      <a:srgbClr val="FF0000"/>
                    </a:solidFill>
                  </a:rPr>
                  <a:t>形状因子</a:t>
                </a:r>
                <a14:m>
                  <m:oMath xmlns:m="http://schemas.openxmlformats.org/officeDocument/2006/math">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𝑓</m:t>
                        </m:r>
                      </m:e>
                      <m:sub>
                        <m:r>
                          <a:rPr lang="en-US" altLang="zh-CN" sz="2400" i="1">
                            <a:solidFill>
                              <a:srgbClr val="FF0000"/>
                            </a:solidFill>
                            <a:latin typeface="Cambria Math" panose="02040503050406030204" pitchFamily="18" charset="0"/>
                          </a:rPr>
                          <m:t>𝑗</m:t>
                        </m:r>
                      </m:sub>
                    </m:sSub>
                  </m:oMath>
                </a14:m>
                <a:r>
                  <a:rPr lang="zh-CN" altLang="en-US" sz="2400" dirty="0"/>
                  <a:t>反映了第</a:t>
                </a:r>
                <a:r>
                  <a:rPr lang="en-US" altLang="zh-CN" sz="2400" dirty="0"/>
                  <a:t>j</a:t>
                </a:r>
                <a:r>
                  <a:rPr lang="zh-CN" altLang="en-US" sz="2400" dirty="0"/>
                  <a:t>个原子对衍射波振幅</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𝐹</m:t>
                        </m:r>
                      </m:e>
                      <m:sub>
                        <m:r>
                          <a:rPr lang="en-US" altLang="zh-CN" sz="2400" i="1">
                            <a:latin typeface="Cambria Math" panose="02040503050406030204" pitchFamily="18" charset="0"/>
                          </a:rPr>
                          <m:t>𝐺</m:t>
                        </m:r>
                      </m:sub>
                    </m:sSub>
                  </m:oMath>
                </a14:m>
                <a:r>
                  <a:rPr lang="zh-CN" altLang="en-US" sz="2400" dirty="0"/>
                  <a:t>的贡献</a:t>
                </a:r>
              </a:p>
              <a:p>
                <a:pPr>
                  <a:lnSpc>
                    <a:spcPct val="120000"/>
                  </a:lnSpc>
                  <a:spcBef>
                    <a:spcPts val="0"/>
                  </a:spcBef>
                </a:pPr>
                <a:r>
                  <a:rPr lang="zh-CN" altLang="en-US" sz="2400" dirty="0">
                    <a:solidFill>
                      <a:srgbClr val="FF0000"/>
                    </a:solidFill>
                  </a:rPr>
                  <a:t>局域</a:t>
                </a:r>
                <a14:m>
                  <m:oMath xmlns:m="http://schemas.openxmlformats.org/officeDocument/2006/math">
                    <m:r>
                      <a:rPr lang="zh-CN" altLang="en-US" sz="2400" i="1">
                        <a:solidFill>
                          <a:srgbClr val="FF0000"/>
                        </a:solidFill>
                        <a:latin typeface="Cambria Math" panose="02040503050406030204" pitchFamily="18" charset="0"/>
                      </a:rPr>
                      <m:t>电荷密度</m:t>
                    </m:r>
                    <m:r>
                      <a:rPr lang="en-US" altLang="zh-CN" sz="2400" i="1">
                        <a:solidFill>
                          <a:srgbClr val="FF0000"/>
                        </a:solidFill>
                        <a:latin typeface="Cambria Math" panose="02040503050406030204" pitchFamily="18" charset="0"/>
                      </a:rPr>
                      <m:t>𝑛</m:t>
                    </m:r>
                    <m:d>
                      <m:dPr>
                        <m:ctrlPr>
                          <a:rPr lang="en-US" altLang="zh-CN" sz="2400" i="1">
                            <a:solidFill>
                              <a:srgbClr val="FF0000"/>
                            </a:solidFill>
                            <a:latin typeface="Cambria Math" panose="02040503050406030204" pitchFamily="18" charset="0"/>
                          </a:rPr>
                        </m:ctrlPr>
                      </m:dPr>
                      <m:e>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𝑟</m:t>
                            </m:r>
                          </m:e>
                        </m:acc>
                        <m:r>
                          <a:rPr lang="en-US" altLang="zh-CN" sz="2400" i="1">
                            <a:solidFill>
                              <a:srgbClr val="FF0000"/>
                            </a:solidFill>
                            <a:latin typeface="Cambria Math" panose="02040503050406030204" pitchFamily="18" charset="0"/>
                          </a:rPr>
                          <m:t>−</m:t>
                        </m:r>
                        <m:acc>
                          <m:accPr>
                            <m:chr m:val="⃗"/>
                            <m:ctrlPr>
                              <a:rPr lang="en-US" altLang="zh-CN" sz="2400" i="1">
                                <a:solidFill>
                                  <a:srgbClr val="FF0000"/>
                                </a:solidFill>
                                <a:latin typeface="Cambria Math" panose="02040503050406030204" pitchFamily="18" charset="0"/>
                              </a:rPr>
                            </m:ctrlPr>
                          </m:accPr>
                          <m:e>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𝑟</m:t>
                                </m:r>
                              </m:e>
                              <m:sub>
                                <m:r>
                                  <a:rPr lang="en-US" altLang="zh-CN" sz="2400" i="1">
                                    <a:solidFill>
                                      <a:srgbClr val="FF0000"/>
                                    </a:solidFill>
                                    <a:latin typeface="Cambria Math" panose="02040503050406030204" pitchFamily="18" charset="0"/>
                                  </a:rPr>
                                  <m:t>𝑗</m:t>
                                </m:r>
                              </m:sub>
                            </m:sSub>
                          </m:e>
                        </m:acc>
                      </m:e>
                    </m:d>
                  </m:oMath>
                </a14:m>
                <a:r>
                  <a:rPr lang="zh-CN" altLang="en-US" sz="2400" dirty="0"/>
                  <a:t>反映了第</a:t>
                </a:r>
                <a:r>
                  <a:rPr lang="en-US" altLang="zh-CN" sz="2400" dirty="0"/>
                  <a:t>j</a:t>
                </a:r>
                <a:r>
                  <a:rPr lang="zh-CN" altLang="en-US" sz="2400" dirty="0"/>
                  <a:t>个原子附近电子的空间分布</a:t>
                </a:r>
              </a:p>
            </p:txBody>
          </p:sp>
        </mc:Choice>
        <mc:Fallback xmlns="">
          <p:sp>
            <p:nvSpPr>
              <p:cNvPr id="3" name="内容占位符 2">
                <a:extLst>
                  <a:ext uri="{FF2B5EF4-FFF2-40B4-BE49-F238E27FC236}">
                    <a16:creationId xmlns:a16="http://schemas.microsoft.com/office/drawing/2014/main" id="{F89BA2D2-C06B-A6C2-B858-AC3F43848CF2}"/>
                  </a:ext>
                </a:extLst>
              </p:cNvPr>
              <p:cNvSpPr>
                <a:spLocks noGrp="1" noRot="1" noChangeAspect="1" noMove="1" noResize="1" noEditPoints="1" noAdjustHandles="1" noChangeArrowheads="1" noChangeShapeType="1" noTextEdit="1"/>
              </p:cNvSpPr>
              <p:nvPr>
                <p:ph idx="1"/>
              </p:nvPr>
            </p:nvSpPr>
            <p:spPr>
              <a:xfrm>
                <a:off x="838200" y="1513840"/>
                <a:ext cx="10515600" cy="5205011"/>
              </a:xfrm>
              <a:blipFill>
                <a:blip r:embed="rId2"/>
                <a:stretch>
                  <a:fillRect l="-812" t="-703"/>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778E95FD-7048-4A77-BDC4-152A573797C8}"/>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35365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C13BE-C056-6D83-DBAA-FFD4A53EF8CB}"/>
              </a:ext>
            </a:extLst>
          </p:cNvPr>
          <p:cNvSpPr>
            <a:spLocks noGrp="1"/>
          </p:cNvSpPr>
          <p:nvPr>
            <p:ph type="title"/>
          </p:nvPr>
        </p:nvSpPr>
        <p:spPr/>
        <p:txBody>
          <a:bodyPr/>
          <a:lstStyle/>
          <a:p>
            <a:r>
              <a:rPr lang="zh-CN" altLang="en-US" dirty="0"/>
              <a:t>结构因子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B8A5EE0-A626-4C95-ED7E-726CC0D49615}"/>
                  </a:ext>
                </a:extLst>
              </p:cNvPr>
              <p:cNvSpPr>
                <a:spLocks noGrp="1"/>
              </p:cNvSpPr>
              <p:nvPr>
                <p:ph idx="1"/>
              </p:nvPr>
            </p:nvSpPr>
            <p:spPr/>
            <p:txBody>
              <a:bodyPr>
                <a:normAutofit lnSpcReduction="10000"/>
              </a:bodyPr>
              <a:lstStyle/>
              <a:p>
                <a:r>
                  <a:rPr lang="zh-CN" altLang="en-US" dirty="0"/>
                  <a:t>用密勒指数 </a:t>
                </a:r>
                <a:r>
                  <a:rPr lang="en-US" altLang="zh-CN" dirty="0" err="1"/>
                  <a:t>hkl</a:t>
                </a:r>
                <a:r>
                  <a:rPr lang="en-US" altLang="zh-CN" dirty="0"/>
                  <a:t> </a:t>
                </a:r>
                <a:r>
                  <a:rPr lang="zh-CN" altLang="en-US" dirty="0"/>
                  <a:t>标记倒格矢</a:t>
                </a:r>
                <a14:m>
                  <m:oMath xmlns:m="http://schemas.openxmlformats.org/officeDocument/2006/math">
                    <m:acc>
                      <m:accPr>
                        <m:chr m:val="⃗"/>
                        <m:ctrlPr>
                          <a:rPr lang="en-US" altLang="zh-CN" sz="2800" b="0" i="1" smtClean="0">
                            <a:solidFill>
                              <a:schemeClr val="tx1"/>
                            </a:solidFill>
                            <a:latin typeface="Cambria Math" panose="02040503050406030204" pitchFamily="18" charset="0"/>
                          </a:rPr>
                        </m:ctrlPr>
                      </m:accPr>
                      <m:e>
                        <m:r>
                          <a:rPr lang="en-US" altLang="zh-CN" sz="2800" b="0" i="1" smtClean="0">
                            <a:solidFill>
                              <a:schemeClr val="tx1"/>
                            </a:solidFill>
                            <a:latin typeface="Cambria Math" panose="02040503050406030204" pitchFamily="18" charset="0"/>
                          </a:rPr>
                          <m:t>𝐺</m:t>
                        </m:r>
                      </m:e>
                    </m:acc>
                  </m:oMath>
                </a14:m>
                <a:r>
                  <a:rPr lang="zh-CN" altLang="en-US" dirty="0"/>
                  <a:t>、结构因子、形状因子</a:t>
                </a:r>
                <a:endParaRPr lang="en-US" altLang="zh-CN" dirty="0"/>
              </a:p>
              <a:p>
                <a:endParaRPr lang="en-US" altLang="zh-CN" dirty="0"/>
              </a:p>
              <a:p>
                <a:pPr marL="0" indent="0">
                  <a:buNone/>
                </a:pPr>
                <a14:m>
                  <m:oMathPara xmlns:m="http://schemas.openxmlformats.org/officeDocument/2006/math">
                    <m:oMath>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𝐹</m:t>
                          </m:r>
                        </m:e>
                        <m:sub>
                          <m:r>
                            <a:rPr lang="en-US" altLang="zh-CN" sz="2800" b="0" i="1" smtClean="0">
                              <a:solidFill>
                                <a:schemeClr val="tx1"/>
                              </a:solidFill>
                              <a:latin typeface="Cambria Math" panose="02040503050406030204" pitchFamily="18" charset="0"/>
                            </a:rPr>
                            <m:t>ℎ𝑘𝑙</m:t>
                          </m:r>
                        </m:sub>
                      </m:sSub>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𝑁</m:t>
                      </m:r>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𝑆</m:t>
                          </m:r>
                        </m:e>
                        <m:sub>
                          <m:r>
                            <a:rPr lang="en-US" altLang="zh-CN" sz="2800" b="0" i="1" smtClean="0">
                              <a:solidFill>
                                <a:schemeClr val="tx1"/>
                              </a:solidFill>
                              <a:latin typeface="Cambria Math" panose="02040503050406030204" pitchFamily="18" charset="0"/>
                            </a:rPr>
                            <m:t>ℎ𝑘𝑙</m:t>
                          </m:r>
                        </m:sub>
                      </m:sSub>
                    </m:oMath>
                  </m:oMathPara>
                </a14:m>
                <a:endParaRPr lang="en-US" altLang="zh-CN" i="1" dirty="0">
                  <a:solidFill>
                    <a:schemeClr val="tx1"/>
                  </a:solidFill>
                  <a:latin typeface="Cambria Math" panose="02040503050406030204" pitchFamily="18" charset="0"/>
                </a:endParaRPr>
              </a:p>
              <a:p>
                <a:pPr marL="0" indent="0">
                  <a:buNone/>
                </a:pPr>
                <a:endParaRPr lang="en-US" altLang="zh-CN" i="1" dirty="0">
                  <a:solidFill>
                    <a:schemeClr val="tx1"/>
                  </a:solidFill>
                  <a:latin typeface="Cambria Math" panose="02040503050406030204" pitchFamily="18" charset="0"/>
                </a:endParaRPr>
              </a:p>
              <a:p>
                <a:pPr marL="0" indent="0">
                  <a:buNone/>
                </a:pPr>
                <a14:m>
                  <m:oMathPara xmlns:m="http://schemas.openxmlformats.org/officeDocument/2006/math">
                    <m:o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r>
                        <a:rPr lang="en-US" altLang="zh-CN" b="0" i="1" smtClean="0">
                          <a:solidFill>
                            <a:schemeClr val="tx1"/>
                          </a:solidFill>
                          <a:latin typeface="Cambria Math" panose="02040503050406030204" pitchFamily="18" charset="0"/>
                        </a:rPr>
                        <m:t>=</m:t>
                      </m:r>
                      <m:nary>
                        <m:naryPr>
                          <m:chr m:val="∑"/>
                          <m:supHide m:val="on"/>
                          <m:ctrlPr>
                            <a:rPr lang="en-US" altLang="zh-CN" i="1">
                              <a:solidFill>
                                <a:schemeClr val="tx1"/>
                              </a:solidFill>
                              <a:latin typeface="Cambria Math" panose="02040503050406030204" pitchFamily="18" charset="0"/>
                            </a:rPr>
                          </m:ctrlPr>
                        </m:naryPr>
                        <m:sub>
                          <m:r>
                            <m:rPr>
                              <m:brk m:alnAt="7"/>
                            </m:rPr>
                            <a:rPr lang="en-US" altLang="zh-CN" i="1">
                              <a:solidFill>
                                <a:schemeClr val="tx1"/>
                              </a:solidFill>
                              <a:latin typeface="Cambria Math" panose="02040503050406030204" pitchFamily="18" charset="0"/>
                            </a:rPr>
                            <m:t>𝑗</m:t>
                          </m:r>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𝑐𝑒𝑙𝑙</m:t>
                          </m:r>
                        </m:sub>
                        <m:sup/>
                        <m:e>
                          <m:r>
                            <m:rPr>
                              <m:sty m:val="p"/>
                            </m:rPr>
                            <a:rPr lang="en-US" altLang="zh-CN">
                              <a:solidFill>
                                <a:schemeClr val="tx1"/>
                              </a:solidFill>
                              <a:latin typeface="Cambria Math" panose="02040503050406030204" pitchFamily="18" charset="0"/>
                            </a:rPr>
                            <m:t>exp</m:t>
                          </m:r>
                          <m:d>
                            <m:dPr>
                              <m:begChr m:val="["/>
                              <m:endChr m:val="]"/>
                              <m:ctrlPr>
                                <a:rPr lang="en-US" altLang="zh-CN" i="1">
                                  <a:solidFill>
                                    <a:schemeClr val="tx1"/>
                                  </a:solidFill>
                                  <a:latin typeface="Cambria Math" panose="02040503050406030204" pitchFamily="18" charset="0"/>
                                  <a:ea typeface="Cambria Math" panose="02040503050406030204" pitchFamily="18" charset="0"/>
                                </a:rPr>
                              </m:ctrlPr>
                            </m:dPr>
                            <m:e>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𝑖</m:t>
                              </m:r>
                              <m:d>
                                <m:dPr>
                                  <m:ctrlPr>
                                    <a:rPr lang="en-US" altLang="zh-CN" b="0" i="1" smtClean="0">
                                      <a:solidFill>
                                        <a:schemeClr val="tx1"/>
                                      </a:solidFill>
                                      <a:latin typeface="Cambria Math" panose="02040503050406030204" pitchFamily="18" charset="0"/>
                                      <a:ea typeface="Cambria Math" panose="02040503050406030204" pitchFamily="18" charset="0"/>
                                    </a:rPr>
                                  </m:ctrlPr>
                                </m:dPr>
                                <m:e>
                                  <m:r>
                                    <a:rPr lang="en-US" altLang="zh-CN" b="0" i="1" smtClean="0">
                                      <a:solidFill>
                                        <a:schemeClr val="tx1"/>
                                      </a:solidFill>
                                      <a:latin typeface="Cambria Math" panose="02040503050406030204" pitchFamily="18" charset="0"/>
                                      <a:ea typeface="Cambria Math" panose="02040503050406030204" pitchFamily="18" charset="0"/>
                                    </a:rPr>
                                    <m:t>ℎ</m:t>
                                  </m:r>
                                  <m:sSub>
                                    <m:sSubPr>
                                      <m:ctrlPr>
                                        <a:rPr lang="zh-CN" altLang="en-US" i="1">
                                          <a:solidFill>
                                            <a:schemeClr val="tx1"/>
                                          </a:solidFill>
                                          <a:latin typeface="Cambria Math" panose="02040503050406030204" pitchFamily="18" charset="0"/>
                                        </a:rPr>
                                      </m:ctrlPr>
                                    </m:sSubPr>
                                    <m:e>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𝑏</m:t>
                                          </m:r>
                                        </m:e>
                                      </m:acc>
                                    </m:e>
                                    <m:sub>
                                      <m:r>
                                        <a:rPr lang="zh-CN" altLang="en-US" i="1">
                                          <a:solidFill>
                                            <a:schemeClr val="tx1"/>
                                          </a:solidFill>
                                          <a:latin typeface="Cambria Math" panose="02040503050406030204" pitchFamily="18" charset="0"/>
                                        </a:rPr>
                                        <m:t>1</m:t>
                                      </m:r>
                                    </m:sub>
                                  </m:sSub>
                                  <m:r>
                                    <a:rPr lang="zh-CN" altLang="en-US" i="1">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𝑘</m:t>
                                  </m:r>
                                  <m:sSub>
                                    <m:sSubPr>
                                      <m:ctrlPr>
                                        <a:rPr lang="zh-CN" altLang="en-US" i="1">
                                          <a:solidFill>
                                            <a:schemeClr val="tx1"/>
                                          </a:solidFill>
                                          <a:latin typeface="Cambria Math" panose="02040503050406030204" pitchFamily="18" charset="0"/>
                                        </a:rPr>
                                      </m:ctrlPr>
                                    </m:sSubPr>
                                    <m:e>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𝑏</m:t>
                                          </m:r>
                                        </m:e>
                                      </m:acc>
                                    </m:e>
                                    <m:sub>
                                      <m:r>
                                        <a:rPr lang="zh-CN" altLang="en-US" i="1">
                                          <a:solidFill>
                                            <a:schemeClr val="tx1"/>
                                          </a:solidFill>
                                          <a:latin typeface="Cambria Math" panose="02040503050406030204" pitchFamily="18" charset="0"/>
                                        </a:rPr>
                                        <m:t>2</m:t>
                                      </m:r>
                                    </m:sub>
                                  </m:sSub>
                                  <m:r>
                                    <a:rPr lang="zh-CN" altLang="en-US" i="1">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𝑙</m:t>
                                  </m:r>
                                  <m:sSub>
                                    <m:sSubPr>
                                      <m:ctrlPr>
                                        <a:rPr lang="zh-CN" altLang="en-US" i="1">
                                          <a:solidFill>
                                            <a:schemeClr val="tx1"/>
                                          </a:solidFill>
                                          <a:latin typeface="Cambria Math" panose="02040503050406030204" pitchFamily="18" charset="0"/>
                                        </a:rPr>
                                      </m:ctrlPr>
                                    </m:sSubPr>
                                    <m:e>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𝑏</m:t>
                                          </m:r>
                                        </m:e>
                                      </m:acc>
                                    </m:e>
                                    <m:sub>
                                      <m:r>
                                        <a:rPr lang="zh-CN" altLang="en-US" i="1">
                                          <a:solidFill>
                                            <a:schemeClr val="tx1"/>
                                          </a:solidFill>
                                          <a:latin typeface="Cambria Math" panose="02040503050406030204" pitchFamily="18" charset="0"/>
                                        </a:rPr>
                                        <m:t>3</m:t>
                                      </m:r>
                                    </m:sub>
                                  </m:sSub>
                                </m:e>
                              </m:d>
                              <m:r>
                                <a:rPr lang="el-GR" altLang="zh-CN" i="1">
                                  <a:solidFill>
                                    <a:schemeClr val="tx1"/>
                                  </a:solidFill>
                                  <a:latin typeface="Cambria Math" panose="02040503050406030204" pitchFamily="18" charset="0"/>
                                  <a:ea typeface="Cambria Math" panose="02040503050406030204" pitchFamily="18" charset="0"/>
                                </a:rPr>
                                <m:t>∙</m:t>
                              </m:r>
                              <m:acc>
                                <m:accPr>
                                  <m:chr m:val="⃗"/>
                                  <m:ctrlPr>
                                    <a:rPr lang="en-US" altLang="zh-CN" i="1">
                                      <a:solidFill>
                                        <a:schemeClr val="tx1"/>
                                      </a:solidFill>
                                      <a:latin typeface="Cambria Math" panose="02040503050406030204" pitchFamily="18" charset="0"/>
                                    </a:rPr>
                                  </m:ctrlPr>
                                </m:acc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𝑟</m:t>
                                      </m:r>
                                    </m:e>
                                    <m:sub>
                                      <m:r>
                                        <a:rPr lang="en-US" altLang="zh-CN" i="1">
                                          <a:solidFill>
                                            <a:schemeClr val="tx1"/>
                                          </a:solidFill>
                                          <a:latin typeface="Cambria Math" panose="02040503050406030204" pitchFamily="18" charset="0"/>
                                        </a:rPr>
                                        <m:t>𝑗</m:t>
                                      </m:r>
                                    </m:sub>
                                  </m:sSub>
                                </m:e>
                              </m:acc>
                            </m:e>
                          </m:d>
                          <m:r>
                            <a:rPr lang="en-US" altLang="zh-CN" i="1">
                              <a:solidFill>
                                <a:schemeClr val="tx1"/>
                              </a:solidFill>
                              <a:latin typeface="Cambria Math" panose="02040503050406030204" pitchFamily="18" charset="0"/>
                              <a:ea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𝑓</m:t>
                              </m:r>
                            </m:e>
                            <m:sub>
                              <m:r>
                                <a:rPr lang="en-US" altLang="zh-CN" i="1">
                                  <a:solidFill>
                                    <a:schemeClr val="tx1"/>
                                  </a:solidFill>
                                  <a:latin typeface="Cambria Math" panose="02040503050406030204" pitchFamily="18" charset="0"/>
                                </a:rPr>
                                <m:t>𝑗</m:t>
                              </m:r>
                            </m:sub>
                          </m:sSub>
                          <m:d>
                            <m:dPr>
                              <m:begChr m:val="["/>
                              <m:endChr m:val="]"/>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ℎ𝑘𝑙</m:t>
                              </m:r>
                            </m:e>
                          </m:d>
                        </m:e>
                      </m:nary>
                    </m:oMath>
                  </m:oMathPara>
                </a14:m>
                <a:endParaRPr lang="en-US" altLang="zh-CN" dirty="0">
                  <a:solidFill>
                    <a:schemeClr val="tx1"/>
                  </a:solidFill>
                </a:endParaRPr>
              </a:p>
              <a:p>
                <a:pPr marL="0" indent="0">
                  <a:buNone/>
                </a:pPr>
                <a:endParaRPr lang="en-US" altLang="zh-CN" dirty="0"/>
              </a:p>
              <a:p>
                <a:pPr marL="0" indent="0">
                  <a:buNone/>
                </a:pPr>
                <a14:m>
                  <m:oMathPara xmlns:m="http://schemas.openxmlformats.org/officeDocument/2006/math">
                    <m:oMath>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𝑆</m:t>
                          </m:r>
                        </m:e>
                        <m:sub>
                          <m:r>
                            <a:rPr lang="en-US" altLang="zh-CN" b="0" i="1" smtClean="0">
                              <a:solidFill>
                                <a:srgbClr val="FF0000"/>
                              </a:solidFill>
                              <a:latin typeface="Cambria Math" panose="02040503050406030204" pitchFamily="18" charset="0"/>
                            </a:rPr>
                            <m:t>ℎ𝑘𝑙</m:t>
                          </m:r>
                        </m:sub>
                      </m:sSub>
                      <m:r>
                        <a:rPr lang="en-US" altLang="zh-CN" b="0" i="1" smtClean="0">
                          <a:solidFill>
                            <a:srgbClr val="FF0000"/>
                          </a:solidFill>
                          <a:latin typeface="Cambria Math" panose="02040503050406030204" pitchFamily="18" charset="0"/>
                        </a:rPr>
                        <m:t>=</m:t>
                      </m:r>
                      <m:nary>
                        <m:naryPr>
                          <m:chr m:val="∑"/>
                          <m:supHide m:val="on"/>
                          <m:ctrlPr>
                            <a:rPr lang="en-US" altLang="zh-CN" i="1">
                              <a:solidFill>
                                <a:srgbClr val="FF0000"/>
                              </a:solidFill>
                              <a:latin typeface="Cambria Math" panose="02040503050406030204" pitchFamily="18" charset="0"/>
                            </a:rPr>
                          </m:ctrlPr>
                        </m:naryPr>
                        <m:sub>
                          <m:r>
                            <m:rPr>
                              <m:brk m:alnAt="7"/>
                            </m:rPr>
                            <a:rPr lang="en-US" altLang="zh-CN" i="1">
                              <a:solidFill>
                                <a:srgbClr val="FF0000"/>
                              </a:solidFill>
                              <a:latin typeface="Cambria Math" panose="02040503050406030204" pitchFamily="18" charset="0"/>
                            </a:rPr>
                            <m:t>𝑗</m:t>
                          </m:r>
                          <m:r>
                            <a:rPr lang="en-US" altLang="zh-CN" i="1">
                              <a:solidFill>
                                <a:srgbClr val="FF0000"/>
                              </a:solidFill>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𝑐𝑒𝑙𝑙</m:t>
                          </m:r>
                        </m:sub>
                        <m:sup/>
                        <m:e>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𝑓</m:t>
                              </m:r>
                            </m:e>
                            <m:sub>
                              <m:r>
                                <a:rPr lang="en-US" altLang="zh-CN" i="1">
                                  <a:solidFill>
                                    <a:srgbClr val="FF0000"/>
                                  </a:solidFill>
                                  <a:latin typeface="Cambria Math" panose="02040503050406030204" pitchFamily="18" charset="0"/>
                                </a:rPr>
                                <m:t>𝑗</m:t>
                              </m:r>
                            </m:sub>
                          </m:sSub>
                          <m:d>
                            <m:dPr>
                              <m:begChr m:val="["/>
                              <m:endChr m:val="]"/>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ℎ𝑘𝑙</m:t>
                              </m:r>
                            </m:e>
                          </m:d>
                          <m:r>
                            <a:rPr lang="en-US" altLang="zh-CN" b="0" i="1" smtClean="0">
                              <a:solidFill>
                                <a:srgbClr val="FF0000"/>
                              </a:solidFill>
                              <a:latin typeface="Cambria Math" panose="02040503050406030204" pitchFamily="18" charset="0"/>
                            </a:rPr>
                            <m:t> </m:t>
                          </m:r>
                          <m:r>
                            <m:rPr>
                              <m:sty m:val="p"/>
                            </m:rPr>
                            <a:rPr lang="en-US" altLang="zh-CN">
                              <a:solidFill>
                                <a:srgbClr val="FF0000"/>
                              </a:solidFill>
                              <a:latin typeface="Cambria Math" panose="02040503050406030204" pitchFamily="18" charset="0"/>
                            </a:rPr>
                            <m:t>exp</m:t>
                          </m:r>
                          <m:d>
                            <m:dPr>
                              <m:begChr m:val="["/>
                              <m:endChr m:val="]"/>
                              <m:ctrlPr>
                                <a:rPr lang="en-US" altLang="zh-CN" i="1">
                                  <a:solidFill>
                                    <a:srgbClr val="FF0000"/>
                                  </a:solidFill>
                                  <a:latin typeface="Cambria Math" panose="02040503050406030204" pitchFamily="18" charset="0"/>
                                  <a:ea typeface="Cambria Math" panose="02040503050406030204" pitchFamily="18" charset="0"/>
                                </a:rPr>
                              </m:ctrlPr>
                            </m:dPr>
                            <m:e>
                              <m:r>
                                <a:rPr lang="en-US" altLang="zh-CN" i="1">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2</m:t>
                              </m:r>
                              <m:r>
                                <a:rPr lang="zh-CN" altLang="en-US" b="0" i="1" smtClean="0">
                                  <a:solidFill>
                                    <a:srgbClr val="FF0000"/>
                                  </a:solidFill>
                                  <a:latin typeface="Cambria Math" panose="02040503050406030204" pitchFamily="18" charset="0"/>
                                  <a:ea typeface="Cambria Math" panose="02040503050406030204" pitchFamily="18" charset="0"/>
                                </a:rPr>
                                <m:t>𝜋</m:t>
                              </m:r>
                              <m:r>
                                <a:rPr lang="en-US" altLang="zh-CN" i="1">
                                  <a:solidFill>
                                    <a:srgbClr val="FF0000"/>
                                  </a:solidFill>
                                  <a:latin typeface="Cambria Math" panose="02040503050406030204" pitchFamily="18" charset="0"/>
                                  <a:ea typeface="Cambria Math" panose="02040503050406030204" pitchFamily="18" charset="0"/>
                                </a:rPr>
                                <m:t>𝑖</m:t>
                              </m:r>
                              <m:d>
                                <m:dPr>
                                  <m:ctrlPr>
                                    <a:rPr lang="en-US" altLang="zh-CN" i="1">
                                      <a:solidFill>
                                        <a:srgbClr val="FF0000"/>
                                      </a:solidFill>
                                      <a:latin typeface="Cambria Math" panose="02040503050406030204" pitchFamily="18" charset="0"/>
                                      <a:ea typeface="Cambria Math" panose="02040503050406030204" pitchFamily="18" charset="0"/>
                                    </a:rPr>
                                  </m:ctrlPr>
                                </m:dPr>
                                <m:e>
                                  <m:r>
                                    <a:rPr lang="en-US" altLang="zh-CN" i="1">
                                      <a:solidFill>
                                        <a:srgbClr val="FF0000"/>
                                      </a:solidFill>
                                      <a:latin typeface="Cambria Math" panose="02040503050406030204" pitchFamily="18" charset="0"/>
                                      <a:ea typeface="Cambria Math" panose="02040503050406030204" pitchFamily="18" charset="0"/>
                                    </a:rPr>
                                    <m:t>ℎ</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𝑗</m:t>
                                      </m:r>
                                    </m:sub>
                                  </m:sSub>
                                  <m:r>
                                    <a:rPr lang="zh-CN" altLang="en-US"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𝑘</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𝑦</m:t>
                                      </m:r>
                                    </m:e>
                                    <m:sub>
                                      <m:r>
                                        <a:rPr lang="en-US" altLang="zh-CN" i="1">
                                          <a:solidFill>
                                            <a:srgbClr val="FF0000"/>
                                          </a:solidFill>
                                          <a:latin typeface="Cambria Math" panose="02040503050406030204" pitchFamily="18" charset="0"/>
                                          <a:ea typeface="Cambria Math" panose="02040503050406030204" pitchFamily="18" charset="0"/>
                                        </a:rPr>
                                        <m:t>𝑗</m:t>
                                      </m:r>
                                    </m:sub>
                                  </m:sSub>
                                  <m:r>
                                    <a:rPr lang="zh-CN" altLang="en-US"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𝑙</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𝑧</m:t>
                                      </m:r>
                                    </m:e>
                                    <m:sub>
                                      <m:r>
                                        <a:rPr lang="en-US" altLang="zh-CN" i="1">
                                          <a:solidFill>
                                            <a:srgbClr val="FF0000"/>
                                          </a:solidFill>
                                          <a:latin typeface="Cambria Math" panose="02040503050406030204" pitchFamily="18" charset="0"/>
                                          <a:ea typeface="Cambria Math" panose="02040503050406030204" pitchFamily="18" charset="0"/>
                                        </a:rPr>
                                        <m:t>𝑗</m:t>
                                      </m:r>
                                    </m:sub>
                                  </m:sSub>
                                </m:e>
                              </m:d>
                            </m:e>
                          </m:d>
                        </m:e>
                      </m:nary>
                    </m:oMath>
                  </m:oMathPara>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EB8A5EE0-A626-4C95-ED7E-726CC0D49615}"/>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54711B2-570F-D7D0-422B-0B14ED518774}"/>
                  </a:ext>
                </a:extLst>
              </p:cNvPr>
              <p:cNvSpPr txBox="1"/>
              <p:nvPr/>
            </p:nvSpPr>
            <p:spPr>
              <a:xfrm>
                <a:off x="5413514" y="4349204"/>
                <a:ext cx="6096000" cy="554511"/>
              </a:xfrm>
              <a:prstGeom prst="rect">
                <a:avLst/>
              </a:prstGeom>
              <a:noFill/>
            </p:spPr>
            <p:txBody>
              <a:bodyPr wrap="square">
                <a:spAutoFit/>
              </a:bodyPr>
              <a:lstStyle/>
              <a:p>
                <a:pPr/>
                <a14:m>
                  <m:oMathPara xmlns:m="http://schemas.openxmlformats.org/officeDocument/2006/math">
                    <m:oMath>
                      <m:sSub>
                        <m:sSubPr>
                          <m:ctrlPr>
                            <a:rPr lang="zh-CN" altLang="en-US" sz="2400" i="1">
                              <a:solidFill>
                                <a:srgbClr val="FF0000"/>
                              </a:solidFill>
                              <a:latin typeface="Cambria Math" panose="02040503050406030204" pitchFamily="18" charset="0"/>
                            </a:rPr>
                          </m:ctrlPr>
                        </m:sSubPr>
                        <m:e>
                          <m:acc>
                            <m:accPr>
                              <m:chr m:val="⃑"/>
                              <m:ctrlPr>
                                <a:rPr lang="zh-CN" altLang="en-US" sz="2400" i="1">
                                  <a:solidFill>
                                    <a:srgbClr val="FF0000"/>
                                  </a:solidFill>
                                  <a:latin typeface="Cambria Math" panose="02040503050406030204" pitchFamily="18" charset="0"/>
                                </a:rPr>
                              </m:ctrlPr>
                            </m:accPr>
                            <m:e>
                              <m:r>
                                <a:rPr lang="zh-CN" altLang="en-US" sz="2400" i="1">
                                  <a:solidFill>
                                    <a:srgbClr val="FF0000"/>
                                  </a:solidFill>
                                  <a:latin typeface="Cambria Math" panose="02040503050406030204" pitchFamily="18" charset="0"/>
                                </a:rPr>
                                <m:t>𝑏</m:t>
                              </m:r>
                            </m:e>
                          </m:acc>
                        </m:e>
                        <m:sub>
                          <m:r>
                            <a:rPr lang="zh-CN" altLang="en-US" sz="2400" i="1">
                              <a:solidFill>
                                <a:srgbClr val="FF0000"/>
                              </a:solidFill>
                              <a:latin typeface="Cambria Math" panose="02040503050406030204" pitchFamily="18" charset="0"/>
                            </a:rPr>
                            <m:t>𝑖</m:t>
                          </m:r>
                        </m:sub>
                      </m:sSub>
                      <m:r>
                        <a:rPr lang="zh-CN" altLang="en-US" sz="2400" i="1">
                          <a:solidFill>
                            <a:srgbClr val="FF0000"/>
                          </a:solidFill>
                          <a:latin typeface="Cambria Math" panose="02040503050406030204" pitchFamily="18" charset="0"/>
                        </a:rPr>
                        <m:t>⋅</m:t>
                      </m:r>
                      <m:sSub>
                        <m:sSubPr>
                          <m:ctrlPr>
                            <a:rPr lang="zh-CN" altLang="en-US" sz="2400" i="1">
                              <a:solidFill>
                                <a:srgbClr val="FF0000"/>
                              </a:solidFill>
                              <a:latin typeface="Cambria Math" panose="02040503050406030204" pitchFamily="18" charset="0"/>
                            </a:rPr>
                          </m:ctrlPr>
                        </m:sSubPr>
                        <m:e>
                          <m:acc>
                            <m:accPr>
                              <m:chr m:val="⃑"/>
                              <m:ctrlPr>
                                <a:rPr lang="zh-CN" altLang="en-US" sz="2400" i="1">
                                  <a:solidFill>
                                    <a:srgbClr val="FF0000"/>
                                  </a:solidFill>
                                  <a:latin typeface="Cambria Math" panose="02040503050406030204" pitchFamily="18" charset="0"/>
                                </a:rPr>
                              </m:ctrlPr>
                            </m:accPr>
                            <m:e>
                              <m:r>
                                <a:rPr lang="zh-CN" altLang="en-US" sz="2400" i="1">
                                  <a:solidFill>
                                    <a:srgbClr val="FF0000"/>
                                  </a:solidFill>
                                  <a:latin typeface="Cambria Math" panose="02040503050406030204" pitchFamily="18" charset="0"/>
                                </a:rPr>
                                <m:t>𝑎</m:t>
                              </m:r>
                            </m:e>
                          </m:acc>
                        </m:e>
                        <m:sub>
                          <m:r>
                            <a:rPr lang="zh-CN" altLang="en-US" sz="2400" i="1">
                              <a:solidFill>
                                <a:srgbClr val="FF0000"/>
                              </a:solidFill>
                              <a:latin typeface="Cambria Math" panose="02040503050406030204" pitchFamily="18" charset="0"/>
                            </a:rPr>
                            <m:t>𝑗</m:t>
                          </m:r>
                        </m:sub>
                      </m:sSub>
                      <m:r>
                        <a:rPr lang="zh-CN" altLang="en-US"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𝜋</m:t>
                      </m:r>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𝛿</m:t>
                          </m:r>
                        </m:e>
                        <m:sub>
                          <m:r>
                            <a:rPr lang="zh-CN" altLang="en-US" sz="2400" i="1">
                              <a:solidFill>
                                <a:srgbClr val="FF0000"/>
                              </a:solidFill>
                              <a:latin typeface="Cambria Math" panose="02040503050406030204" pitchFamily="18" charset="0"/>
                            </a:rPr>
                            <m:t>𝑖𝑗</m:t>
                          </m:r>
                        </m:sub>
                      </m:sSub>
                    </m:oMath>
                  </m:oMathPara>
                </a14:m>
                <a:endParaRPr lang="zh-CN" altLang="en-US" sz="2400" dirty="0"/>
              </a:p>
            </p:txBody>
          </p:sp>
        </mc:Choice>
        <mc:Fallback xmlns="">
          <p:sp>
            <p:nvSpPr>
              <p:cNvPr id="5" name="文本框 4">
                <a:extLst>
                  <a:ext uri="{FF2B5EF4-FFF2-40B4-BE49-F238E27FC236}">
                    <a16:creationId xmlns:a16="http://schemas.microsoft.com/office/drawing/2014/main" id="{E54711B2-570F-D7D0-422B-0B14ED518774}"/>
                  </a:ext>
                </a:extLst>
              </p:cNvPr>
              <p:cNvSpPr txBox="1">
                <a:spLocks noRot="1" noChangeAspect="1" noMove="1" noResize="1" noEditPoints="1" noAdjustHandles="1" noChangeArrowheads="1" noChangeShapeType="1" noTextEdit="1"/>
              </p:cNvSpPr>
              <p:nvPr/>
            </p:nvSpPr>
            <p:spPr>
              <a:xfrm>
                <a:off x="5413514" y="4349204"/>
                <a:ext cx="6096000" cy="554511"/>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19362B22-A038-62E6-30FA-E99AAFEECF94}"/>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66630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620644-5524-EB1D-E6F8-483370F6AD63}"/>
              </a:ext>
            </a:extLst>
          </p:cNvPr>
          <p:cNvSpPr>
            <a:spLocks noGrp="1"/>
          </p:cNvSpPr>
          <p:nvPr>
            <p:ph type="title"/>
          </p:nvPr>
        </p:nvSpPr>
        <p:spPr/>
        <p:txBody>
          <a:bodyPr/>
          <a:lstStyle/>
          <a:p>
            <a:r>
              <a:rPr lang="en-US" altLang="zh-CN" dirty="0"/>
              <a:t>Have a try!</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A133CCB-11C6-C218-79F7-6857A174795E}"/>
                  </a:ext>
                </a:extLst>
              </p:cNvPr>
              <p:cNvSpPr>
                <a:spLocks noGrp="1"/>
              </p:cNvSpPr>
              <p:nvPr>
                <p:ph idx="1"/>
              </p:nvPr>
            </p:nvSpPr>
            <p:spPr/>
            <p:txBody>
              <a:bodyPr/>
              <a:lstStyle/>
              <a:p>
                <a:r>
                  <a:rPr lang="zh-CN" altLang="en-US" dirty="0"/>
                  <a:t>通过</a:t>
                </a:r>
                <a:r>
                  <a:rPr lang="zh-CN" altLang="en-US" dirty="0">
                    <a:solidFill>
                      <a:srgbClr val="FF0000"/>
                    </a:solidFill>
                  </a:rPr>
                  <a:t>简单立方晶格</a:t>
                </a:r>
                <a:r>
                  <a:rPr lang="zh-CN" altLang="en-US" dirty="0"/>
                  <a:t>的结构因子</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oMath>
                </a14:m>
                <a:r>
                  <a:rPr lang="zh-CN" altLang="en-US" dirty="0"/>
                  <a:t>计算其衍射峰强度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ℎ𝑘𝑙</m:t>
                        </m:r>
                      </m:sub>
                    </m:sSub>
                    <m:r>
                      <a:rPr lang="en-US" altLang="zh-CN" i="1">
                        <a:latin typeface="Cambria Math" panose="02040503050406030204" pitchFamily="18" charset="0"/>
                      </a:rPr>
                      <m:t> </m:t>
                    </m:r>
                  </m:oMath>
                </a14:m>
                <a:endParaRPr lang="en-US" altLang="zh-CN" dirty="0"/>
              </a:p>
              <a:p>
                <a:r>
                  <a:rPr lang="en-US" altLang="zh-CN" dirty="0"/>
                  <a:t>SC</a:t>
                </a:r>
                <a:r>
                  <a:rPr lang="zh-CN" altLang="en-US" dirty="0"/>
                  <a:t>晶体单胞内含有一个原子，坐标为</a:t>
                </a:r>
                <a:r>
                  <a:rPr lang="en-US" altLang="zh-CN" dirty="0"/>
                  <a:t>(0, 0, 0)</a:t>
                </a:r>
              </a:p>
              <a:p>
                <a:r>
                  <a:rPr lang="zh-CN" altLang="en-US" dirty="0"/>
                  <a:t>代入</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oMath>
                </a14:m>
                <a:r>
                  <a:rPr lang="zh-CN" altLang="en-US" dirty="0"/>
                  <a:t>公式</a:t>
                </a:r>
                <a:endParaRPr lang="en-US" altLang="zh-CN" dirty="0"/>
              </a:p>
              <a:p>
                <a:pPr marL="0" indent="0">
                  <a:buNone/>
                </a:pPr>
                <a14:m>
                  <m:oMathPara xmlns:m="http://schemas.openxmlformats.org/officeDocument/2006/math">
                    <m:o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r>
                        <a:rPr lang="en-US" altLang="zh-CN" b="0" i="1" smtClean="0">
                          <a:solidFill>
                            <a:schemeClr val="tx1"/>
                          </a:solidFill>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rPr>
                        <m:t>exp</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2</m:t>
                          </m:r>
                          <m:r>
                            <a:rPr lang="zh-CN" altLang="en-US" i="1">
                              <a:latin typeface="Cambria Math" panose="02040503050406030204" pitchFamily="18" charset="0"/>
                              <a:ea typeface="Cambria Math" panose="02040503050406030204" pitchFamily="18" charset="0"/>
                            </a:rPr>
                            <m:t>𝜋</m:t>
                          </m:r>
                          <m:r>
                            <a:rPr lang="en-US" altLang="zh-CN" i="1">
                              <a:latin typeface="Cambria Math" panose="02040503050406030204" pitchFamily="18" charset="0"/>
                              <a:ea typeface="Cambria Math" panose="02040503050406030204" pitchFamily="18" charset="0"/>
                            </a:rPr>
                            <m:t>𝑖</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0</m:t>
                              </m:r>
                              <m:r>
                                <a:rPr lang="en-US" altLang="zh-CN" i="1">
                                  <a:latin typeface="Cambria Math" panose="02040503050406030204" pitchFamily="18" charset="0"/>
                                  <a:ea typeface="Cambria Math" panose="02040503050406030204" pitchFamily="18" charset="0"/>
                                </a:rPr>
                                <m:t>ℎ</m:t>
                              </m:r>
                              <m:r>
                                <a:rPr lang="zh-CN" altLang="en-US"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𝑘</m:t>
                              </m:r>
                              <m:r>
                                <a:rPr lang="zh-CN" altLang="en-US"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𝑙</m:t>
                              </m:r>
                            </m:e>
                          </m:d>
                        </m:e>
                      </m:d>
                      <m:r>
                        <a:rPr lang="en-US" altLang="zh-CN" b="0" i="1" smtClean="0">
                          <a:latin typeface="Cambria Math" panose="02040503050406030204" pitchFamily="18" charset="0"/>
                        </a:rPr>
                        <m:t>=</m:t>
                      </m:r>
                      <m:r>
                        <a:rPr lang="en-US" altLang="zh-CN" i="1">
                          <a:latin typeface="Cambria Math" panose="02040503050406030204" pitchFamily="18" charset="0"/>
                        </a:rPr>
                        <m:t>𝑓</m:t>
                      </m:r>
                    </m:oMath>
                  </m:oMathPara>
                </a14:m>
                <a:endParaRPr lang="en-US" altLang="zh-CN" dirty="0"/>
              </a:p>
              <a:p>
                <a:pPr marL="0" indent="0">
                  <a:buNone/>
                </a:pPr>
                <a:endParaRPr lang="en-US" altLang="zh-CN" dirty="0"/>
              </a:p>
              <a:p>
                <a:pPr marL="0" indent="0">
                  <a:buNone/>
                </a:pPr>
                <a14:m>
                  <m:oMathPara xmlns:m="http://schemas.openxmlformats.org/officeDocument/2006/math">
                    <m:oMath>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𝐼</m:t>
                          </m:r>
                        </m:e>
                        <m:sub>
                          <m:r>
                            <a:rPr lang="en-US" altLang="zh-CN" sz="2800" b="0" i="1" smtClean="0">
                              <a:solidFill>
                                <a:schemeClr val="tx1"/>
                              </a:solidFill>
                              <a:latin typeface="Cambria Math" panose="02040503050406030204" pitchFamily="18" charset="0"/>
                            </a:rPr>
                            <m:t>ℎ𝑘𝑙</m:t>
                          </m:r>
                        </m:sub>
                      </m:sSub>
                      <m:r>
                        <a:rPr lang="en-US" altLang="zh-CN" sz="2800" b="0" i="1" smtClean="0">
                          <a:solidFill>
                            <a:schemeClr val="tx1"/>
                          </a:solidFill>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ℎ𝑘𝑙</m:t>
                                  </m:r>
                                </m:sub>
                              </m:sSub>
                            </m:e>
                          </m:d>
                        </m:e>
                        <m:sup>
                          <m:r>
                            <a:rPr lang="en-US" altLang="zh-CN" sz="2800" b="0" i="1" smtClean="0">
                              <a:solidFill>
                                <a:schemeClr val="tx1"/>
                              </a:solidFill>
                              <a:latin typeface="Cambria Math" panose="02040503050406030204" pitchFamily="18" charset="0"/>
                              <a:ea typeface="Cambria Math" panose="02040503050406030204" pitchFamily="18" charset="0"/>
                            </a:rPr>
                            <m:t>2</m:t>
                          </m:r>
                        </m:sup>
                      </m:sSup>
                      <m:r>
                        <a:rPr lang="en-US" altLang="zh-CN" sz="2800" b="0" i="1" smtClean="0">
                          <a:solidFill>
                            <a:schemeClr val="tx1"/>
                          </a:solidFill>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𝑓</m:t>
                              </m:r>
                            </m:e>
                          </m:d>
                        </m:e>
                        <m:sup>
                          <m:r>
                            <a:rPr lang="en-US" altLang="zh-CN" i="1">
                              <a:latin typeface="Cambria Math" panose="02040503050406030204" pitchFamily="18" charset="0"/>
                              <a:ea typeface="Cambria Math" panose="02040503050406030204" pitchFamily="18" charset="0"/>
                            </a:rPr>
                            <m:t>2</m:t>
                          </m:r>
                        </m:sup>
                      </m:sSup>
                    </m:oMath>
                  </m:oMathPara>
                </a14:m>
                <a:endParaRPr lang="en-US" altLang="zh-CN" dirty="0"/>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3A133CCB-11C6-C218-79F7-6857A174795E}"/>
                  </a:ext>
                </a:extLst>
              </p:cNvPr>
              <p:cNvSpPr>
                <a:spLocks noGrp="1" noRot="1" noChangeAspect="1" noMove="1" noResize="1" noEditPoints="1" noAdjustHandles="1" noChangeArrowheads="1" noChangeShapeType="1" noTextEdit="1"/>
              </p:cNvSpPr>
              <p:nvPr>
                <p:ph idx="1"/>
              </p:nvPr>
            </p:nvSpPr>
            <p:spPr>
              <a:blipFill>
                <a:blip r:embed="rId2"/>
                <a:stretch>
                  <a:fillRect l="-1043" t="-294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14735D2-8466-126F-8AD1-CB01899AD734}"/>
              </a:ext>
            </a:extLst>
          </p:cNvPr>
          <p:cNvSpPr txBox="1"/>
          <p:nvPr/>
        </p:nvSpPr>
        <p:spPr>
          <a:xfrm>
            <a:off x="3452487" y="4712597"/>
            <a:ext cx="5287025" cy="523220"/>
          </a:xfrm>
          <a:prstGeom prst="rect">
            <a:avLst/>
          </a:prstGeom>
          <a:noFill/>
        </p:spPr>
        <p:txBody>
          <a:bodyPr wrap="none" rtlCol="0">
            <a:spAutoFit/>
          </a:bodyPr>
          <a:lstStyle/>
          <a:p>
            <a:r>
              <a:rPr lang="zh-CN" altLang="en-US" sz="2800" dirty="0">
                <a:highlight>
                  <a:srgbClr val="FFFF00"/>
                </a:highlight>
              </a:rPr>
              <a:t>简单立方晶格所有</a:t>
            </a:r>
            <a:r>
              <a:rPr lang="en-US" altLang="zh-CN" sz="2800" dirty="0" err="1">
                <a:highlight>
                  <a:srgbClr val="FFFF00"/>
                </a:highlight>
              </a:rPr>
              <a:t>hkl</a:t>
            </a:r>
            <a:r>
              <a:rPr lang="zh-CN" altLang="en-US" sz="2800" dirty="0">
                <a:highlight>
                  <a:srgbClr val="FFFF00"/>
                </a:highlight>
              </a:rPr>
              <a:t>峰都不为零</a:t>
            </a:r>
          </a:p>
        </p:txBody>
      </p:sp>
      <p:graphicFrame>
        <p:nvGraphicFramePr>
          <p:cNvPr id="5" name="表格 4">
            <a:extLst>
              <a:ext uri="{FF2B5EF4-FFF2-40B4-BE49-F238E27FC236}">
                <a16:creationId xmlns:a16="http://schemas.microsoft.com/office/drawing/2014/main" id="{9F8F59FF-1218-190F-186F-D8859350CBCB}"/>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354980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2B94CF-ACA2-47A3-EB90-9CEB5E1A7285}"/>
              </a:ext>
            </a:extLst>
          </p:cNvPr>
          <p:cNvSpPr>
            <a:spLocks noGrp="1"/>
          </p:cNvSpPr>
          <p:nvPr>
            <p:ph type="title"/>
          </p:nvPr>
        </p:nvSpPr>
        <p:spPr/>
        <p:txBody>
          <a:bodyPr/>
          <a:lstStyle/>
          <a:p>
            <a:r>
              <a:rPr lang="zh-CN" altLang="en-US" dirty="0"/>
              <a:t>消光</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0B083F2-6E5A-6434-118D-3C645CB129D9}"/>
                  </a:ext>
                </a:extLst>
              </p:cNvPr>
              <p:cNvSpPr>
                <a:spLocks noGrp="1"/>
              </p:cNvSpPr>
              <p:nvPr>
                <p:ph idx="1"/>
              </p:nvPr>
            </p:nvSpPr>
            <p:spPr/>
            <p:txBody>
              <a:bodyPr>
                <a:normAutofit fontScale="92500" lnSpcReduction="10000"/>
              </a:bodyPr>
              <a:lstStyle/>
              <a:p>
                <a:r>
                  <a:rPr lang="zh-CN" altLang="en-US" dirty="0"/>
                  <a:t>通过</a:t>
                </a:r>
                <a:r>
                  <a:rPr lang="zh-CN" altLang="en-US" dirty="0">
                    <a:solidFill>
                      <a:srgbClr val="FF0000"/>
                    </a:solidFill>
                  </a:rPr>
                  <a:t>体心立方晶格</a:t>
                </a:r>
                <a:r>
                  <a:rPr lang="zh-CN" altLang="en-US" dirty="0"/>
                  <a:t>的结构因子</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oMath>
                </a14:m>
                <a:r>
                  <a:rPr lang="zh-CN" altLang="en-US" dirty="0"/>
                  <a:t>计算其衍射峰强度</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ℎ𝑘𝑙</m:t>
                        </m:r>
                      </m:sub>
                    </m:sSub>
                    <m:r>
                      <a:rPr lang="en-US" altLang="zh-CN" i="1">
                        <a:latin typeface="Cambria Math" panose="02040503050406030204" pitchFamily="18" charset="0"/>
                      </a:rPr>
                      <m:t> </m:t>
                    </m:r>
                  </m:oMath>
                </a14:m>
                <a:endParaRPr lang="en-US" altLang="zh-CN" dirty="0"/>
              </a:p>
              <a:p>
                <a:endParaRPr lang="en-US" altLang="zh-CN" dirty="0"/>
              </a:p>
              <a:p>
                <a:r>
                  <a:rPr lang="en-US" altLang="zh-CN" dirty="0"/>
                  <a:t>BCC</a:t>
                </a:r>
                <a:r>
                  <a:rPr lang="zh-CN" altLang="en-US" dirty="0"/>
                  <a:t>晶体单胞内含有两个原子，坐标分别为</a:t>
                </a:r>
                <a:r>
                  <a:rPr lang="en-US" altLang="zh-CN" dirty="0"/>
                  <a:t>(0, 0, 0)</a:t>
                </a:r>
                <a:r>
                  <a:rPr lang="zh-CN" altLang="en-US" dirty="0"/>
                  <a:t>和</a:t>
                </a:r>
                <a:r>
                  <a:rPr lang="en-US" altLang="zh-CN" dirty="0"/>
                  <a:t>(0.5, 0.5, 0.5)</a:t>
                </a:r>
              </a:p>
              <a:p>
                <a:r>
                  <a:rPr lang="zh-CN" altLang="en-US" dirty="0"/>
                  <a:t>代入</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oMath>
                </a14:m>
                <a:r>
                  <a:rPr lang="zh-CN" altLang="en-US" dirty="0"/>
                  <a:t>公式</a:t>
                </a:r>
                <a:endParaRPr lang="en-US" altLang="zh-CN" dirty="0"/>
              </a:p>
              <a:p>
                <a:pPr marL="0" indent="0">
                  <a:buNone/>
                </a:pPr>
                <a14:m>
                  <m:oMathPara xmlns:m="http://schemas.openxmlformats.org/officeDocument/2006/math">
                    <m:o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en-US" altLang="zh-CN" b="0" i="1" smtClean="0">
                              <a:solidFill>
                                <a:schemeClr val="tx1"/>
                              </a:solidFill>
                              <a:latin typeface="Cambria Math" panose="02040503050406030204" pitchFamily="18" charset="0"/>
                            </a:rPr>
                            <m:t>ℎ𝑘𝑙</m:t>
                          </m:r>
                        </m:sub>
                      </m:sSub>
                      <m:r>
                        <a:rPr lang="en-US" altLang="zh-CN" b="0" i="1" smtClean="0">
                          <a:solidFill>
                            <a:schemeClr val="tx1"/>
                          </a:solidFill>
                          <a:latin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1+</m:t>
                          </m:r>
                          <m:r>
                            <m:rPr>
                              <m:sty m:val="p"/>
                            </m:rPr>
                            <a:rPr lang="en-US" altLang="zh-CN">
                              <a:latin typeface="Cambria Math" panose="02040503050406030204" pitchFamily="18" charset="0"/>
                            </a:rPr>
                            <m:t>exp</m:t>
                          </m:r>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𝜋</m:t>
                              </m:r>
                              <m:r>
                                <a:rPr lang="en-US" altLang="zh-CN" i="1">
                                  <a:latin typeface="Cambria Math" panose="02040503050406030204" pitchFamily="18" charset="0"/>
                                  <a:ea typeface="Cambria Math" panose="02040503050406030204" pitchFamily="18" charset="0"/>
                                </a:rPr>
                                <m:t>𝑖</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ℎ</m:t>
                                  </m:r>
                                  <m:r>
                                    <a:rPr lang="zh-CN" altLang="en-US" i="1">
                                      <a:latin typeface="Cambria Math" panose="02040503050406030204" pitchFamily="18" charset="0"/>
                                    </a:rPr>
                                    <m:t>+</m:t>
                                  </m:r>
                                  <m:r>
                                    <a:rPr lang="en-US" altLang="zh-CN" i="1">
                                      <a:latin typeface="Cambria Math" panose="02040503050406030204" pitchFamily="18" charset="0"/>
                                    </a:rPr>
                                    <m:t>𝑘</m:t>
                                  </m:r>
                                  <m:r>
                                    <a:rPr lang="zh-CN" altLang="en-US" i="1">
                                      <a:latin typeface="Cambria Math" panose="02040503050406030204" pitchFamily="18" charset="0"/>
                                    </a:rPr>
                                    <m:t>+</m:t>
                                  </m:r>
                                  <m:r>
                                    <a:rPr lang="en-US" altLang="zh-CN" i="1">
                                      <a:latin typeface="Cambria Math" panose="02040503050406030204" pitchFamily="18" charset="0"/>
                                    </a:rPr>
                                    <m:t>𝑙</m:t>
                                  </m:r>
                                </m:e>
                              </m:d>
                            </m:e>
                          </m:d>
                        </m:e>
                      </m:d>
                    </m:oMath>
                  </m:oMathPara>
                </a14:m>
                <a:endParaRPr lang="en-US" altLang="zh-CN" dirty="0"/>
              </a:p>
              <a:p>
                <a:pPr marL="0" indent="0">
                  <a:buNone/>
                </a:pPr>
                <a:endParaRPr lang="en-US" altLang="zh-CN" dirty="0"/>
              </a:p>
              <a:p>
                <a:pPr marL="0" indent="0">
                  <a:buNone/>
                </a:pPr>
                <a14:m>
                  <m:oMathPara xmlns:m="http://schemas.openxmlformats.org/officeDocument/2006/math">
                    <m:oMath>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𝐼</m:t>
                          </m:r>
                        </m:e>
                        <m:sub>
                          <m:r>
                            <a:rPr lang="en-US" altLang="zh-CN" sz="2800" b="0" i="1" smtClean="0">
                              <a:solidFill>
                                <a:schemeClr val="tx1"/>
                              </a:solidFill>
                              <a:latin typeface="Cambria Math" panose="02040503050406030204" pitchFamily="18" charset="0"/>
                            </a:rPr>
                            <m:t>ℎ𝑘𝑙</m:t>
                          </m:r>
                        </m:sub>
                      </m:sSub>
                      <m:r>
                        <a:rPr lang="en-US" altLang="zh-CN" sz="2800" b="0" i="1" smtClean="0">
                          <a:solidFill>
                            <a:schemeClr val="tx1"/>
                          </a:solidFill>
                          <a:latin typeface="Cambria Math" panose="02040503050406030204" pitchFamily="18" charset="0"/>
                          <a:ea typeface="Cambria Math" panose="02040503050406030204" pitchFamily="18" charset="0"/>
                        </a:rPr>
                        <m:t>∝</m:t>
                      </m:r>
                      <m:sSup>
                        <m:sSupPr>
                          <m:ctrlPr>
                            <a:rPr lang="en-US" altLang="zh-CN" sz="2800" b="0" i="1" smtClean="0">
                              <a:solidFill>
                                <a:schemeClr val="tx1"/>
                              </a:solidFill>
                              <a:latin typeface="Cambria Math" panose="02040503050406030204" pitchFamily="18" charset="0"/>
                              <a:ea typeface="Cambria Math" panose="02040503050406030204" pitchFamily="18" charset="0"/>
                            </a:rPr>
                          </m:ctrlPr>
                        </m:sSupPr>
                        <m:e>
                          <m:d>
                            <m:dPr>
                              <m:begChr m:val="|"/>
                              <m:endChr m:val="|"/>
                              <m:ctrlPr>
                                <a:rPr lang="en-US" altLang="zh-CN" sz="2800" b="0" i="1" smtClean="0">
                                  <a:solidFill>
                                    <a:schemeClr val="tx1"/>
                                  </a:solidFill>
                                  <a:latin typeface="Cambria Math" panose="02040503050406030204" pitchFamily="18" charset="0"/>
                                  <a:ea typeface="Cambria Math" panose="02040503050406030204" pitchFamily="18" charset="0"/>
                                </a:rPr>
                              </m:ctrlPr>
                            </m:dPr>
                            <m:e>
                              <m:r>
                                <a:rPr lang="en-US" altLang="zh-CN" sz="2800" b="0" i="1" smtClean="0">
                                  <a:solidFill>
                                    <a:schemeClr val="tx1"/>
                                  </a:solidFill>
                                  <a:latin typeface="Cambria Math" panose="02040503050406030204" pitchFamily="18" charset="0"/>
                                  <a:ea typeface="Cambria Math" panose="02040503050406030204" pitchFamily="18" charset="0"/>
                                </a:rPr>
                                <m:t>𝑁</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ℎ𝑘𝑙</m:t>
                                  </m:r>
                                </m:sub>
                              </m:sSub>
                            </m:e>
                          </m:d>
                        </m:e>
                        <m:sup>
                          <m:r>
                            <a:rPr lang="en-US" altLang="zh-CN" sz="2800" b="0" i="1" smtClean="0">
                              <a:solidFill>
                                <a:schemeClr val="tx1"/>
                              </a:solidFill>
                              <a:latin typeface="Cambria Math" panose="02040503050406030204" pitchFamily="18" charset="0"/>
                              <a:ea typeface="Cambria Math" panose="02040503050406030204" pitchFamily="18" charset="0"/>
                            </a:rPr>
                            <m:t>2</m:t>
                          </m:r>
                        </m:sup>
                      </m:sSup>
                    </m:oMath>
                  </m:oMathPara>
                </a14:m>
                <a:endParaRPr lang="en-US" altLang="zh-CN" dirty="0"/>
              </a:p>
              <a:p>
                <a:pPr marL="0" indent="0">
                  <a:buNone/>
                </a:pPr>
                <a:endParaRPr lang="en-US" altLang="zh-CN" dirty="0"/>
              </a:p>
              <a:p>
                <a:pPr marL="0" indent="0">
                  <a:buNone/>
                </a:pPr>
                <a14:m>
                  <m:oMathPara xmlns:m="http://schemas.openxmlformats.org/officeDocument/2006/math">
                    <m:oMath>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𝐼</m:t>
                          </m:r>
                        </m:e>
                        <m:sub>
                          <m:r>
                            <a:rPr lang="en-US" altLang="zh-CN" i="1">
                              <a:solidFill>
                                <a:srgbClr val="FF0000"/>
                              </a:solidFill>
                              <a:latin typeface="Cambria Math" panose="02040503050406030204" pitchFamily="18" charset="0"/>
                            </a:rPr>
                            <m:t>ℎ𝑘𝑙</m:t>
                          </m:r>
                        </m:sub>
                      </m:sSub>
                      <m:r>
                        <a:rPr lang="en-US" altLang="zh-CN" i="1">
                          <a:solidFill>
                            <a:srgbClr val="FF0000"/>
                          </a:solidFill>
                          <a:latin typeface="Cambria Math" panose="02040503050406030204" pitchFamily="18" charset="0"/>
                          <a:ea typeface="Cambria Math" panose="02040503050406030204" pitchFamily="18" charset="0"/>
                        </a:rPr>
                        <m:t>∝</m:t>
                      </m:r>
                      <m:d>
                        <m:dPr>
                          <m:begChr m:val="{"/>
                          <m:endChr m:val=""/>
                          <m:ctrlPr>
                            <a:rPr lang="en-US" altLang="zh-CN" i="1" smtClean="0">
                              <a:solidFill>
                                <a:srgbClr val="FF0000"/>
                              </a:solidFill>
                              <a:latin typeface="Cambria Math" panose="02040503050406030204" pitchFamily="18" charset="0"/>
                              <a:ea typeface="Cambria Math" panose="02040503050406030204" pitchFamily="18" charset="0"/>
                            </a:rPr>
                          </m:ctrlPr>
                        </m:dPr>
                        <m:e>
                          <m:eqArr>
                            <m:eqArrPr>
                              <m:ctrlPr>
                                <a:rPr lang="en-US" altLang="zh-CN" i="1" smtClean="0">
                                  <a:solidFill>
                                    <a:srgbClr val="FF0000"/>
                                  </a:solidFill>
                                  <a:latin typeface="Cambria Math" panose="02040503050406030204" pitchFamily="18" charset="0"/>
                                  <a:ea typeface="Cambria Math" panose="02040503050406030204" pitchFamily="18" charset="0"/>
                                </a:rPr>
                              </m:ctrlPr>
                            </m:eqArrPr>
                            <m:e>
                              <m:r>
                                <a:rPr lang="en-US" altLang="zh-CN" b="0" i="1" smtClean="0">
                                  <a:solidFill>
                                    <a:srgbClr val="FF0000"/>
                                  </a:solidFill>
                                  <a:latin typeface="Cambria Math" panose="02040503050406030204" pitchFamily="18" charset="0"/>
                                  <a:ea typeface="Cambria Math" panose="02040503050406030204" pitchFamily="18" charset="0"/>
                                </a:rPr>
                                <m:t>0,       </m:t>
                              </m:r>
                              <m:r>
                                <a:rPr lang="en-US" altLang="zh-CN" b="0" i="1" smtClean="0">
                                  <a:solidFill>
                                    <a:srgbClr val="FF0000"/>
                                  </a:solidFill>
                                  <a:latin typeface="Cambria Math" panose="02040503050406030204" pitchFamily="18" charset="0"/>
                                  <a:ea typeface="Cambria Math" panose="02040503050406030204" pitchFamily="18" charset="0"/>
                                </a:rPr>
                                <m:t>ℎ</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𝑘</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𝑙</m:t>
                              </m:r>
                              <m:r>
                                <a:rPr lang="en-US" altLang="zh-CN" b="0" i="1" smtClean="0">
                                  <a:solidFill>
                                    <a:srgbClr val="FF0000"/>
                                  </a:solidFill>
                                  <a:latin typeface="Cambria Math" panose="02040503050406030204" pitchFamily="18" charset="0"/>
                                  <a:ea typeface="Cambria Math" panose="02040503050406030204" pitchFamily="18" charset="0"/>
                                </a:rPr>
                                <m:t>=</m:t>
                              </m:r>
                              <m:r>
                                <m:rPr>
                                  <m:sty m:val="p"/>
                                </m:rPr>
                                <a:rPr lang="en-US" altLang="zh-CN" b="0" i="0" smtClean="0">
                                  <a:solidFill>
                                    <a:srgbClr val="FF0000"/>
                                  </a:solidFill>
                                  <a:latin typeface="Cambria Math" panose="02040503050406030204" pitchFamily="18" charset="0"/>
                                  <a:ea typeface="Cambria Math" panose="02040503050406030204" pitchFamily="18" charset="0"/>
                                </a:rPr>
                                <m:t>odd</m:t>
                              </m:r>
                            </m:e>
                            <m:e>
                              <m:sSup>
                                <m:sSupPr>
                                  <m:ctrlPr>
                                    <a:rPr lang="en-US" altLang="zh-CN" b="0" i="1" smtClean="0">
                                      <a:solidFill>
                                        <a:srgbClr val="FF0000"/>
                                      </a:solidFill>
                                      <a:latin typeface="Cambria Math" panose="02040503050406030204" pitchFamily="18" charset="0"/>
                                      <a:ea typeface="Cambria Math" panose="02040503050406030204" pitchFamily="18" charset="0"/>
                                    </a:rPr>
                                  </m:ctrlPr>
                                </m:sSupPr>
                                <m:e>
                                  <m:r>
                                    <a:rPr lang="en-US" altLang="zh-CN" b="0" i="1" smtClean="0">
                                      <a:solidFill>
                                        <a:srgbClr val="FF0000"/>
                                      </a:solidFill>
                                      <a:latin typeface="Cambria Math" panose="02040503050406030204" pitchFamily="18" charset="0"/>
                                      <a:ea typeface="Cambria Math" panose="02040503050406030204" pitchFamily="18" charset="0"/>
                                    </a:rPr>
                                    <m:t>4</m:t>
                                  </m:r>
                                  <m:d>
                                    <m:dPr>
                                      <m:begChr m:val="|"/>
                                      <m:endChr m:val="|"/>
                                      <m:ctrlPr>
                                        <a:rPr lang="en-US" altLang="zh-CN" i="1" smtClean="0">
                                          <a:solidFill>
                                            <a:srgbClr val="FF0000"/>
                                          </a:solidFill>
                                          <a:latin typeface="Cambria Math" panose="02040503050406030204" pitchFamily="18" charset="0"/>
                                        </a:rPr>
                                      </m:ctrlPr>
                                    </m:dPr>
                                    <m:e>
                                      <m:r>
                                        <a:rPr lang="en-US" altLang="zh-CN" i="1" smtClean="0">
                                          <a:solidFill>
                                            <a:srgbClr val="FF0000"/>
                                          </a:solidFill>
                                          <a:latin typeface="Cambria Math" panose="02040503050406030204" pitchFamily="18" charset="0"/>
                                        </a:rPr>
                                        <m:t>𝑓</m:t>
                                      </m:r>
                                    </m:e>
                                  </m:d>
                                </m:e>
                                <m:sup>
                                  <m:r>
                                    <a:rPr lang="en-US" altLang="zh-CN" i="1">
                                      <a:solidFill>
                                        <a:srgbClr val="FF0000"/>
                                      </a:solidFill>
                                      <a:latin typeface="Cambria Math" panose="02040503050406030204" pitchFamily="18" charset="0"/>
                                      <a:ea typeface="Cambria Math" panose="02040503050406030204" pitchFamily="18" charset="0"/>
                                    </a:rPr>
                                    <m:t>2</m:t>
                                  </m:r>
                                </m:sup>
                              </m:sSup>
                              <m:r>
                                <a:rPr lang="en-US" altLang="zh-CN" b="0" i="1" smtClean="0">
                                  <a:solidFill>
                                    <a:srgbClr val="FF0000"/>
                                  </a:solidFill>
                                  <a:latin typeface="Cambria Math" panose="02040503050406030204" pitchFamily="18" charset="0"/>
                                  <a:ea typeface="Cambria Math" panose="02040503050406030204" pitchFamily="18" charset="0"/>
                                </a:rPr>
                                <m:t>,  </m:t>
                              </m:r>
                              <m:r>
                                <a:rPr lang="en-US" altLang="zh-CN" b="0" i="1" smtClean="0">
                                  <a:solidFill>
                                    <a:srgbClr val="FF0000"/>
                                  </a:solidFill>
                                  <a:latin typeface="Cambria Math" panose="02040503050406030204" pitchFamily="18" charset="0"/>
                                  <a:ea typeface="Cambria Math" panose="02040503050406030204" pitchFamily="18" charset="0"/>
                                </a:rPr>
                                <m:t>ℎ</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𝑘</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𝑙</m:t>
                              </m:r>
                              <m:r>
                                <a:rPr lang="en-US" altLang="zh-CN" b="0" i="1" smtClean="0">
                                  <a:solidFill>
                                    <a:srgbClr val="FF0000"/>
                                  </a:solidFill>
                                  <a:latin typeface="Cambria Math" panose="02040503050406030204" pitchFamily="18" charset="0"/>
                                  <a:ea typeface="Cambria Math" panose="02040503050406030204" pitchFamily="18" charset="0"/>
                                </a:rPr>
                                <m:t>=</m:t>
                              </m:r>
                              <m:r>
                                <m:rPr>
                                  <m:sty m:val="p"/>
                                </m:rPr>
                                <a:rPr lang="en-US" altLang="zh-CN" b="0" i="0" smtClean="0">
                                  <a:solidFill>
                                    <a:srgbClr val="FF0000"/>
                                  </a:solidFill>
                                  <a:latin typeface="Cambria Math" panose="02040503050406030204" pitchFamily="18" charset="0"/>
                                  <a:ea typeface="Cambria Math" panose="02040503050406030204" pitchFamily="18" charset="0"/>
                                </a:rPr>
                                <m:t>even</m:t>
                              </m:r>
                            </m:e>
                          </m:eqArr>
                        </m:e>
                      </m:d>
                    </m:oMath>
                  </m:oMathPara>
                </a14:m>
                <a:endParaRPr lang="zh-CN" altLang="en-US" dirty="0"/>
              </a:p>
            </p:txBody>
          </p:sp>
        </mc:Choice>
        <mc:Fallback xmlns="">
          <p:sp>
            <p:nvSpPr>
              <p:cNvPr id="3" name="内容占位符 2">
                <a:extLst>
                  <a:ext uri="{FF2B5EF4-FFF2-40B4-BE49-F238E27FC236}">
                    <a16:creationId xmlns:a16="http://schemas.microsoft.com/office/drawing/2014/main" id="{40B083F2-6E5A-6434-118D-3C645CB129D9}"/>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079A42F9-E098-E45F-1905-824D5927F559}"/>
              </a:ext>
            </a:extLst>
          </p:cNvPr>
          <p:cNvSpPr txBox="1"/>
          <p:nvPr/>
        </p:nvSpPr>
        <p:spPr>
          <a:xfrm>
            <a:off x="4618383" y="6176963"/>
            <a:ext cx="2557110" cy="523220"/>
          </a:xfrm>
          <a:prstGeom prst="rect">
            <a:avLst/>
          </a:prstGeom>
          <a:noFill/>
        </p:spPr>
        <p:txBody>
          <a:bodyPr wrap="none" rtlCol="0">
            <a:spAutoFit/>
          </a:bodyPr>
          <a:lstStyle/>
          <a:p>
            <a:r>
              <a:rPr lang="en-US" altLang="zh-CN" sz="2800" dirty="0">
                <a:highlight>
                  <a:srgbClr val="FFFF00"/>
                </a:highlight>
              </a:rPr>
              <a:t>BCC</a:t>
            </a:r>
            <a:r>
              <a:rPr lang="zh-CN" altLang="en-US" sz="2800" dirty="0">
                <a:highlight>
                  <a:srgbClr val="FFFF00"/>
                </a:highlight>
              </a:rPr>
              <a:t>的消光条件</a:t>
            </a:r>
          </a:p>
        </p:txBody>
      </p:sp>
      <p:graphicFrame>
        <p:nvGraphicFramePr>
          <p:cNvPr id="5" name="表格 4">
            <a:extLst>
              <a:ext uri="{FF2B5EF4-FFF2-40B4-BE49-F238E27FC236}">
                <a16:creationId xmlns:a16="http://schemas.microsoft.com/office/drawing/2014/main" id="{626D2C4F-1E9D-E4EC-D196-B471F450BAA0}"/>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94480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9644B-E299-B6C0-CC57-4C55ACC25E54}"/>
              </a:ext>
            </a:extLst>
          </p:cNvPr>
          <p:cNvSpPr>
            <a:spLocks noGrp="1"/>
          </p:cNvSpPr>
          <p:nvPr>
            <p:ph type="title"/>
          </p:nvPr>
        </p:nvSpPr>
        <p:spPr/>
        <p:txBody>
          <a:bodyPr/>
          <a:lstStyle/>
          <a:p>
            <a:r>
              <a:rPr lang="zh-CN" altLang="en-US" dirty="0"/>
              <a:t>消光</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3047910-E0D1-C4D9-EF5B-ECE00D6D78A2}"/>
                  </a:ext>
                </a:extLst>
              </p:cNvPr>
              <p:cNvSpPr>
                <a:spLocks noGrp="1"/>
              </p:cNvSpPr>
              <p:nvPr>
                <p:ph idx="1"/>
              </p:nvPr>
            </p:nvSpPr>
            <p:spPr>
              <a:xfrm>
                <a:off x="838200" y="1504122"/>
                <a:ext cx="10515600" cy="4672841"/>
              </a:xfrm>
            </p:spPr>
            <p:txBody>
              <a:bodyPr/>
              <a:lstStyle/>
              <a:p>
                <a:r>
                  <a:rPr lang="zh-CN" altLang="en-US" dirty="0"/>
                  <a:t>同理可计算</a:t>
                </a:r>
                <a:r>
                  <a:rPr lang="en-US" altLang="zh-CN" dirty="0">
                    <a:highlight>
                      <a:srgbClr val="FFFF00"/>
                    </a:highlight>
                  </a:rPr>
                  <a:t>FCC</a:t>
                </a:r>
                <a:r>
                  <a:rPr lang="zh-CN" altLang="en-US" dirty="0">
                    <a:highlight>
                      <a:srgbClr val="FFFF00"/>
                    </a:highlight>
                  </a:rPr>
                  <a:t>的消光条件</a:t>
                </a:r>
                <a:r>
                  <a:rPr lang="zh-CN" altLang="en-US" dirty="0"/>
                  <a:t>：</a:t>
                </a:r>
                <a:endParaRPr lang="en-US" altLang="zh-CN" dirty="0"/>
              </a:p>
              <a:p>
                <a:pPr marL="0" indent="0">
                  <a:buNone/>
                </a:pPr>
                <a14:m>
                  <m:oMathPara xmlns:m="http://schemas.openxmlformats.org/officeDocument/2006/math">
                    <m:oMath>
                      <m:sSub>
                        <m:sSubPr>
                          <m:ctrlPr>
                            <a:rPr lang="en-US" altLang="zh-CN" sz="2800" i="1">
                              <a:solidFill>
                                <a:srgbClr val="FF0000"/>
                              </a:solidFill>
                              <a:latin typeface="Cambria Math" panose="02040503050406030204" pitchFamily="18" charset="0"/>
                            </a:rPr>
                          </m:ctrlPr>
                        </m:sSubPr>
                        <m:e>
                          <m:r>
                            <a:rPr lang="en-US" altLang="zh-CN" sz="2800" i="1">
                              <a:solidFill>
                                <a:srgbClr val="FF0000"/>
                              </a:solidFill>
                              <a:latin typeface="Cambria Math" panose="02040503050406030204" pitchFamily="18" charset="0"/>
                            </a:rPr>
                            <m:t>𝐼</m:t>
                          </m:r>
                        </m:e>
                        <m:sub>
                          <m:r>
                            <a:rPr lang="en-US" altLang="zh-CN" sz="2800" i="1">
                              <a:solidFill>
                                <a:srgbClr val="FF0000"/>
                              </a:solidFill>
                              <a:latin typeface="Cambria Math" panose="02040503050406030204" pitchFamily="18" charset="0"/>
                            </a:rPr>
                            <m:t>ℎ𝑘𝑙</m:t>
                          </m:r>
                        </m:sub>
                      </m:sSub>
                      <m:r>
                        <a:rPr lang="en-US" altLang="zh-CN" sz="2800" i="1">
                          <a:solidFill>
                            <a:srgbClr val="FF0000"/>
                          </a:solidFill>
                          <a:latin typeface="Cambria Math" panose="02040503050406030204" pitchFamily="18" charset="0"/>
                          <a:ea typeface="Cambria Math" panose="02040503050406030204" pitchFamily="18" charset="0"/>
                        </a:rPr>
                        <m:t>∝</m:t>
                      </m:r>
                      <m:d>
                        <m:dPr>
                          <m:begChr m:val="{"/>
                          <m:endChr m:val=""/>
                          <m:ctrlPr>
                            <a:rPr lang="en-US" altLang="zh-CN" sz="2800" i="1" smtClean="0">
                              <a:solidFill>
                                <a:srgbClr val="FF0000"/>
                              </a:solidFill>
                              <a:latin typeface="Cambria Math" panose="02040503050406030204" pitchFamily="18" charset="0"/>
                              <a:ea typeface="Cambria Math" panose="02040503050406030204" pitchFamily="18" charset="0"/>
                            </a:rPr>
                          </m:ctrlPr>
                        </m:dPr>
                        <m:e>
                          <m:eqArr>
                            <m:eqArrPr>
                              <m:ctrlPr>
                                <a:rPr lang="en-US" altLang="zh-CN" sz="2800" i="1" smtClean="0">
                                  <a:solidFill>
                                    <a:srgbClr val="FF0000"/>
                                  </a:solidFill>
                                  <a:latin typeface="Cambria Math" panose="02040503050406030204" pitchFamily="18" charset="0"/>
                                  <a:ea typeface="Cambria Math" panose="02040503050406030204" pitchFamily="18" charset="0"/>
                                </a:rPr>
                              </m:ctrlPr>
                            </m:eqArrPr>
                            <m:e>
                              <m:r>
                                <a:rPr lang="en-US" altLang="zh-CN" sz="2800" b="0" i="1" smtClean="0">
                                  <a:solidFill>
                                    <a:srgbClr val="FF0000"/>
                                  </a:solidFill>
                                  <a:latin typeface="Cambria Math" panose="02040503050406030204" pitchFamily="18" charset="0"/>
                                  <a:ea typeface="Cambria Math" panose="02040503050406030204" pitchFamily="18" charset="0"/>
                                </a:rPr>
                                <m:t>       0,           </m:t>
                              </m:r>
                              <m:r>
                                <a:rPr lang="en-US" altLang="zh-CN" sz="2800" b="0" i="1" smtClean="0">
                                  <a:solidFill>
                                    <a:srgbClr val="FF0000"/>
                                  </a:solidFill>
                                  <a:latin typeface="Cambria Math" panose="02040503050406030204" pitchFamily="18" charset="0"/>
                                  <a:ea typeface="Cambria Math" panose="02040503050406030204" pitchFamily="18" charset="0"/>
                                </a:rPr>
                                <m:t>ℎ</m:t>
                              </m:r>
                              <m:r>
                                <a:rPr lang="en-US" altLang="zh-CN" sz="2800" b="0" i="1" smtClean="0">
                                  <a:solidFill>
                                    <a:srgbClr val="FF0000"/>
                                  </a:solidFill>
                                  <a:latin typeface="Cambria Math" panose="02040503050406030204" pitchFamily="18" charset="0"/>
                                  <a:ea typeface="Cambria Math" panose="02040503050406030204" pitchFamily="18" charset="0"/>
                                </a:rPr>
                                <m:t>,</m:t>
                              </m:r>
                              <m:r>
                                <a:rPr lang="en-US" altLang="zh-CN" sz="2800" b="0" i="1" smtClean="0">
                                  <a:solidFill>
                                    <a:srgbClr val="FF0000"/>
                                  </a:solidFill>
                                  <a:latin typeface="Cambria Math" panose="02040503050406030204" pitchFamily="18" charset="0"/>
                                  <a:ea typeface="Cambria Math" panose="02040503050406030204" pitchFamily="18" charset="0"/>
                                </a:rPr>
                                <m:t>𝑘</m:t>
                              </m:r>
                              <m:r>
                                <a:rPr lang="en-US" altLang="zh-CN" sz="2800" b="0" i="1" smtClean="0">
                                  <a:solidFill>
                                    <a:srgbClr val="FF0000"/>
                                  </a:solidFill>
                                  <a:latin typeface="Cambria Math" panose="02040503050406030204" pitchFamily="18" charset="0"/>
                                  <a:ea typeface="Cambria Math" panose="02040503050406030204" pitchFamily="18" charset="0"/>
                                </a:rPr>
                                <m:t>,</m:t>
                              </m:r>
                              <m:r>
                                <a:rPr lang="en-US" altLang="zh-CN" sz="2800" b="0" i="1" smtClean="0">
                                  <a:solidFill>
                                    <a:srgbClr val="FF0000"/>
                                  </a:solidFill>
                                  <a:latin typeface="Cambria Math" panose="02040503050406030204" pitchFamily="18" charset="0"/>
                                  <a:ea typeface="Cambria Math" panose="02040503050406030204" pitchFamily="18" charset="0"/>
                                </a:rPr>
                                <m:t>𝑙</m:t>
                              </m:r>
                              <m:r>
                                <a:rPr lang="en-US" altLang="zh-CN" sz="2800" b="0" i="1" smtClean="0">
                                  <a:solidFill>
                                    <a:srgbClr val="FF0000"/>
                                  </a:solidFill>
                                  <a:latin typeface="Cambria Math" panose="02040503050406030204" pitchFamily="18" charset="0"/>
                                  <a:ea typeface="Cambria Math" panose="02040503050406030204" pitchFamily="18" charset="0"/>
                                </a:rPr>
                                <m:t> 不同時為奇数或偶数</m:t>
                              </m:r>
                            </m:e>
                            <m:e>
                              <m:r>
                                <a:rPr lang="en-US" altLang="zh-CN" sz="2800" b="0" i="1" smtClean="0">
                                  <a:solidFill>
                                    <a:srgbClr val="FF0000"/>
                                  </a:solidFill>
                                  <a:latin typeface="Cambria Math" panose="02040503050406030204" pitchFamily="18" charset="0"/>
                                  <a:ea typeface="Cambria Math" panose="02040503050406030204" pitchFamily="18" charset="0"/>
                                </a:rPr>
                                <m:t>16</m:t>
                              </m:r>
                              <m:sSup>
                                <m:sSupPr>
                                  <m:ctrlPr>
                                    <a:rPr lang="en-US" altLang="zh-CN" sz="2800" i="1" smtClean="0">
                                      <a:solidFill>
                                        <a:srgbClr val="FF0000"/>
                                      </a:solidFill>
                                      <a:latin typeface="Cambria Math" panose="02040503050406030204" pitchFamily="18" charset="0"/>
                                    </a:rPr>
                                  </m:ctrlPr>
                                </m:sSupPr>
                                <m:e>
                                  <m:d>
                                    <m:dPr>
                                      <m:begChr m:val="|"/>
                                      <m:endChr m:val="|"/>
                                      <m:ctrlPr>
                                        <a:rPr lang="en-US" altLang="zh-CN" sz="2800" i="1" smtClean="0">
                                          <a:solidFill>
                                            <a:srgbClr val="FF0000"/>
                                          </a:solidFill>
                                          <a:latin typeface="Cambria Math" panose="02040503050406030204" pitchFamily="18" charset="0"/>
                                        </a:rPr>
                                      </m:ctrlPr>
                                    </m:dPr>
                                    <m:e>
                                      <m:r>
                                        <a:rPr lang="en-US" altLang="zh-CN" sz="2800" i="1" smtClean="0">
                                          <a:solidFill>
                                            <a:srgbClr val="FF0000"/>
                                          </a:solidFill>
                                          <a:latin typeface="Cambria Math" panose="02040503050406030204" pitchFamily="18" charset="0"/>
                                        </a:rPr>
                                        <m:t>𝑓</m:t>
                                      </m:r>
                                    </m:e>
                                  </m:d>
                                </m:e>
                                <m:sup>
                                  <m:r>
                                    <a:rPr lang="en-US" altLang="zh-CN" sz="2800" i="1">
                                      <a:solidFill>
                                        <a:srgbClr val="FF0000"/>
                                      </a:solidFill>
                                      <a:latin typeface="Cambria Math" panose="02040503050406030204" pitchFamily="18" charset="0"/>
                                      <a:ea typeface="Cambria Math" panose="02040503050406030204" pitchFamily="18" charset="0"/>
                                    </a:rPr>
                                    <m:t>2</m:t>
                                  </m:r>
                                </m:sup>
                              </m:sSup>
                              <m:r>
                                <a:rPr lang="en-US" altLang="zh-CN" sz="2800" b="0" i="1" smtClean="0">
                                  <a:solidFill>
                                    <a:srgbClr val="FF0000"/>
                                  </a:solidFill>
                                  <a:latin typeface="Cambria Math" panose="02040503050406030204" pitchFamily="18" charset="0"/>
                                  <a:ea typeface="Cambria Math" panose="02040503050406030204" pitchFamily="18" charset="0"/>
                                </a:rPr>
                                <m:t>,    </m:t>
                              </m:r>
                              <m:r>
                                <a:rPr lang="en-US" altLang="zh-CN" sz="2800" i="1">
                                  <a:solidFill>
                                    <a:srgbClr val="FF0000"/>
                                  </a:solidFill>
                                  <a:latin typeface="Cambria Math" panose="02040503050406030204" pitchFamily="18" charset="0"/>
                                  <a:ea typeface="Cambria Math" panose="02040503050406030204" pitchFamily="18" charset="0"/>
                                </a:rPr>
                                <m:t>ℎ</m:t>
                              </m:r>
                              <m:r>
                                <a:rPr lang="en-US" altLang="zh-CN" sz="2800" i="1">
                                  <a:solidFill>
                                    <a:srgbClr val="FF0000"/>
                                  </a:solidFill>
                                  <a:latin typeface="Cambria Math" panose="02040503050406030204" pitchFamily="18" charset="0"/>
                                  <a:ea typeface="Cambria Math" panose="02040503050406030204" pitchFamily="18" charset="0"/>
                                </a:rPr>
                                <m:t>,</m:t>
                              </m:r>
                              <m:r>
                                <a:rPr lang="en-US" altLang="zh-CN" sz="2800" i="1">
                                  <a:solidFill>
                                    <a:srgbClr val="FF0000"/>
                                  </a:solidFill>
                                  <a:latin typeface="Cambria Math" panose="02040503050406030204" pitchFamily="18" charset="0"/>
                                  <a:ea typeface="Cambria Math" panose="02040503050406030204" pitchFamily="18" charset="0"/>
                                </a:rPr>
                                <m:t>𝑘</m:t>
                              </m:r>
                              <m:r>
                                <a:rPr lang="en-US" altLang="zh-CN" sz="2800" i="1">
                                  <a:solidFill>
                                    <a:srgbClr val="FF0000"/>
                                  </a:solidFill>
                                  <a:latin typeface="Cambria Math" panose="02040503050406030204" pitchFamily="18" charset="0"/>
                                  <a:ea typeface="Cambria Math" panose="02040503050406030204" pitchFamily="18" charset="0"/>
                                </a:rPr>
                                <m:t>,</m:t>
                              </m:r>
                              <m:r>
                                <a:rPr lang="en-US" altLang="zh-CN" sz="2800" i="1">
                                  <a:solidFill>
                                    <a:srgbClr val="FF0000"/>
                                  </a:solidFill>
                                  <a:latin typeface="Cambria Math" panose="02040503050406030204" pitchFamily="18" charset="0"/>
                                  <a:ea typeface="Cambria Math" panose="02040503050406030204" pitchFamily="18" charset="0"/>
                                </a:rPr>
                                <m:t>𝑙</m:t>
                              </m:r>
                              <m:r>
                                <a:rPr lang="en-US" altLang="zh-CN" sz="2800" i="1">
                                  <a:solidFill>
                                    <a:srgbClr val="FF0000"/>
                                  </a:solidFill>
                                  <a:latin typeface="Cambria Math" panose="02040503050406030204" pitchFamily="18" charset="0"/>
                                  <a:ea typeface="Cambria Math" panose="02040503050406030204" pitchFamily="18" charset="0"/>
                                </a:rPr>
                                <m:t> 同時為奇数或偶数</m:t>
                              </m:r>
                            </m:e>
                          </m:eqArr>
                        </m:e>
                      </m:d>
                    </m:oMath>
                  </m:oMathPara>
                </a14:m>
                <a:endParaRPr lang="zh-CN" altLang="en-US" sz="2800" dirty="0"/>
              </a:p>
              <a:p>
                <a:r>
                  <a:rPr lang="en-US" altLang="zh-CN" dirty="0"/>
                  <a:t>Diamond</a:t>
                </a:r>
                <a:r>
                  <a:rPr lang="zh-CN" altLang="en-US" dirty="0"/>
                  <a:t>结构（嵌套</a:t>
                </a:r>
                <a:r>
                  <a:rPr lang="en-US" altLang="zh-CN" dirty="0"/>
                  <a:t>FCC</a:t>
                </a:r>
                <a:r>
                  <a:rPr lang="zh-CN" altLang="en-US" dirty="0"/>
                  <a:t>）的消光条件：</a:t>
                </a:r>
              </a:p>
            </p:txBody>
          </p:sp>
        </mc:Choice>
        <mc:Fallback xmlns="">
          <p:sp>
            <p:nvSpPr>
              <p:cNvPr id="3" name="内容占位符 2">
                <a:extLst>
                  <a:ext uri="{FF2B5EF4-FFF2-40B4-BE49-F238E27FC236}">
                    <a16:creationId xmlns:a16="http://schemas.microsoft.com/office/drawing/2014/main" id="{A3047910-E0D1-C4D9-EF5B-ECE00D6D78A2}"/>
                  </a:ext>
                </a:extLst>
              </p:cNvPr>
              <p:cNvSpPr>
                <a:spLocks noGrp="1" noRot="1" noChangeAspect="1" noMove="1" noResize="1" noEditPoints="1" noAdjustHandles="1" noChangeArrowheads="1" noChangeShapeType="1" noTextEdit="1"/>
              </p:cNvSpPr>
              <p:nvPr>
                <p:ph idx="1"/>
              </p:nvPr>
            </p:nvSpPr>
            <p:spPr>
              <a:xfrm>
                <a:off x="838200" y="1504122"/>
                <a:ext cx="10515600" cy="4672841"/>
              </a:xfrm>
              <a:blipFill>
                <a:blip r:embed="rId2"/>
                <a:stretch>
                  <a:fillRect l="-1043" t="-287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76CBE14-70E3-8218-9E3B-477671797267}"/>
              </a:ext>
            </a:extLst>
          </p:cNvPr>
          <p:cNvPicPr>
            <a:picLocks noChangeAspect="1"/>
          </p:cNvPicPr>
          <p:nvPr/>
        </p:nvPicPr>
        <p:blipFill>
          <a:blip r:embed="rId3"/>
          <a:stretch>
            <a:fillRect/>
          </a:stretch>
        </p:blipFill>
        <p:spPr>
          <a:xfrm>
            <a:off x="2424112" y="3548890"/>
            <a:ext cx="7343775" cy="2543175"/>
          </a:xfrm>
          <a:prstGeom prst="rect">
            <a:avLst/>
          </a:prstGeom>
        </p:spPr>
      </p:pic>
      <p:sp>
        <p:nvSpPr>
          <p:cNvPr id="4" name="文本框 3">
            <a:extLst>
              <a:ext uri="{FF2B5EF4-FFF2-40B4-BE49-F238E27FC236}">
                <a16:creationId xmlns:a16="http://schemas.microsoft.com/office/drawing/2014/main" id="{78B6A2AD-1BD0-8808-11D4-F219D67660AE}"/>
              </a:ext>
            </a:extLst>
          </p:cNvPr>
          <p:cNvSpPr txBox="1"/>
          <p:nvPr/>
        </p:nvSpPr>
        <p:spPr>
          <a:xfrm>
            <a:off x="2503969" y="6176963"/>
            <a:ext cx="6647974" cy="461665"/>
          </a:xfrm>
          <a:prstGeom prst="rect">
            <a:avLst/>
          </a:prstGeom>
          <a:noFill/>
        </p:spPr>
        <p:txBody>
          <a:bodyPr wrap="none" rtlCol="0">
            <a:spAutoFit/>
          </a:bodyPr>
          <a:lstStyle/>
          <a:p>
            <a:r>
              <a:rPr lang="zh-CN" altLang="en-US" sz="2400" dirty="0">
                <a:highlight>
                  <a:srgbClr val="FFFF00"/>
                </a:highlight>
              </a:rPr>
              <a:t>同一种布拉维格子，基元不同，消光条件也不同</a:t>
            </a:r>
          </a:p>
        </p:txBody>
      </p:sp>
      <p:graphicFrame>
        <p:nvGraphicFramePr>
          <p:cNvPr id="5" name="表格 4">
            <a:extLst>
              <a:ext uri="{FF2B5EF4-FFF2-40B4-BE49-F238E27FC236}">
                <a16:creationId xmlns:a16="http://schemas.microsoft.com/office/drawing/2014/main" id="{5CDFD05D-9C0E-09FF-8937-67E8E15067D4}"/>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015953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9644B-E299-B6C0-CC57-4C55ACC25E54}"/>
              </a:ext>
            </a:extLst>
          </p:cNvPr>
          <p:cNvSpPr>
            <a:spLocks noGrp="1"/>
          </p:cNvSpPr>
          <p:nvPr>
            <p:ph type="title"/>
          </p:nvPr>
        </p:nvSpPr>
        <p:spPr/>
        <p:txBody>
          <a:bodyPr/>
          <a:lstStyle/>
          <a:p>
            <a:r>
              <a:rPr lang="zh-CN" altLang="en-US" dirty="0"/>
              <a:t>消光</a:t>
            </a:r>
          </a:p>
        </p:txBody>
      </p:sp>
      <p:sp>
        <p:nvSpPr>
          <p:cNvPr id="3" name="内容占位符 2">
            <a:extLst>
              <a:ext uri="{FF2B5EF4-FFF2-40B4-BE49-F238E27FC236}">
                <a16:creationId xmlns:a16="http://schemas.microsoft.com/office/drawing/2014/main" id="{A3047910-E0D1-C4D9-EF5B-ECE00D6D78A2}"/>
              </a:ext>
            </a:extLst>
          </p:cNvPr>
          <p:cNvSpPr>
            <a:spLocks noGrp="1"/>
          </p:cNvSpPr>
          <p:nvPr>
            <p:ph idx="1"/>
          </p:nvPr>
        </p:nvSpPr>
        <p:spPr>
          <a:xfrm>
            <a:off x="838200" y="1504122"/>
            <a:ext cx="10515600" cy="4672841"/>
          </a:xfrm>
        </p:spPr>
        <p:txBody>
          <a:bodyPr/>
          <a:lstStyle/>
          <a:p>
            <a:r>
              <a:rPr lang="en-US" altLang="zh-CN" dirty="0"/>
              <a:t>NaCl</a:t>
            </a:r>
            <a:r>
              <a:rPr lang="zh-CN" altLang="en-US" dirty="0"/>
              <a:t>（嵌套</a:t>
            </a:r>
            <a:r>
              <a:rPr lang="en-US" altLang="zh-CN" dirty="0"/>
              <a:t>FCC</a:t>
            </a:r>
            <a:r>
              <a:rPr lang="zh-CN" altLang="en-US" dirty="0"/>
              <a:t>）的消光条件：</a:t>
            </a:r>
          </a:p>
        </p:txBody>
      </p:sp>
      <p:pic>
        <p:nvPicPr>
          <p:cNvPr id="10" name="图片 9">
            <a:extLst>
              <a:ext uri="{FF2B5EF4-FFF2-40B4-BE49-F238E27FC236}">
                <a16:creationId xmlns:a16="http://schemas.microsoft.com/office/drawing/2014/main" id="{C1596D86-B39A-DEF2-D718-EEE322B4CC5E}"/>
              </a:ext>
            </a:extLst>
          </p:cNvPr>
          <p:cNvPicPr>
            <a:picLocks noChangeAspect="1"/>
          </p:cNvPicPr>
          <p:nvPr/>
        </p:nvPicPr>
        <p:blipFill>
          <a:blip r:embed="rId2"/>
          <a:stretch>
            <a:fillRect/>
          </a:stretch>
        </p:blipFill>
        <p:spPr>
          <a:xfrm>
            <a:off x="357426" y="2618627"/>
            <a:ext cx="5565571" cy="2443829"/>
          </a:xfrm>
          <a:prstGeom prst="rect">
            <a:avLst/>
          </a:prstGeom>
        </p:spPr>
      </p:pic>
      <p:pic>
        <p:nvPicPr>
          <p:cNvPr id="11" name="图片 10">
            <a:extLst>
              <a:ext uri="{FF2B5EF4-FFF2-40B4-BE49-F238E27FC236}">
                <a16:creationId xmlns:a16="http://schemas.microsoft.com/office/drawing/2014/main" id="{A60A7655-2D17-6AD2-7906-1E4648A17FF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827261" y="1962712"/>
            <a:ext cx="6114126" cy="3621836"/>
          </a:xfrm>
          <a:prstGeom prst="rect">
            <a:avLst/>
          </a:prstGeom>
          <a:effectLst>
            <a:outerShdw blurRad="50800" dist="38100" dir="2700000" algn="tl" rotWithShape="0">
              <a:prstClr val="black">
                <a:alpha val="40000"/>
              </a:prstClr>
            </a:outerShdw>
          </a:effectLst>
        </p:spPr>
      </p:pic>
      <p:graphicFrame>
        <p:nvGraphicFramePr>
          <p:cNvPr id="4" name="表格 3">
            <a:extLst>
              <a:ext uri="{FF2B5EF4-FFF2-40B4-BE49-F238E27FC236}">
                <a16:creationId xmlns:a16="http://schemas.microsoft.com/office/drawing/2014/main" id="{738C3ECE-A5F4-5EC2-561C-30F113B00C96}"/>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259560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电子衍射</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824027" y="1690688"/>
                <a:ext cx="8229600" cy="4929222"/>
              </a:xfrm>
            </p:spPr>
            <p:txBody>
              <a:bodyPr>
                <a:normAutofit/>
              </a:bodyPr>
              <a:lstStyle/>
              <a:p>
                <a:r>
                  <a:rPr lang="zh-CN" altLang="en-US" dirty="0"/>
                  <a:t>电子的德布罗意波长</a:t>
                </a:r>
                <a14:m>
                  <m:oMath xmlns:m="http://schemas.openxmlformats.org/officeDocument/2006/math">
                    <m:r>
                      <a:rPr lang="zh-CN" altLang="en-US" i="1" smtClean="0">
                        <a:solidFill>
                          <a:srgbClr val="000000"/>
                        </a:solidFill>
                        <a:latin typeface="Cambria Math" panose="02040503050406030204" pitchFamily="18" charset="0"/>
                      </a:rPr>
                      <m:t>𝜆</m:t>
                    </m:r>
                    <m:r>
                      <a:rPr lang="zh-CN" altLang="en-US" i="1" smtClean="0">
                        <a:solidFill>
                          <a:srgbClr val="000000"/>
                        </a:solidFill>
                        <a:latin typeface="Cambria Math" panose="02040503050406030204" pitchFamily="18" charset="0"/>
                      </a:rPr>
                      <m:t>=</m:t>
                    </m:r>
                    <m:f>
                      <m:fPr>
                        <m:type m:val="lin"/>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ℎ</m:t>
                        </m:r>
                      </m:num>
                      <m:den>
                        <m:r>
                          <a:rPr lang="zh-CN" altLang="en-US" i="1">
                            <a:solidFill>
                              <a:srgbClr val="000000"/>
                            </a:solidFill>
                            <a:latin typeface="Cambria Math" panose="02040503050406030204" pitchFamily="18" charset="0"/>
                          </a:rPr>
                          <m:t>𝑝</m:t>
                        </m:r>
                      </m:den>
                    </m:f>
                  </m:oMath>
                </a14:m>
                <a:r>
                  <a:rPr lang="zh-CN" altLang="en-US" dirty="0"/>
                  <a:t>，能量</a:t>
                </a:r>
                <a14:m>
                  <m:oMath xmlns:m="http://schemas.openxmlformats.org/officeDocument/2006/math">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f>
                      <m:fPr>
                        <m:type m:val="lin"/>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𝑝</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𝑚</m:t>
                        </m:r>
                      </m:den>
                    </m:f>
                  </m:oMath>
                </a14:m>
                <a:endParaRPr lang="zh-CN" altLang="en-US" dirty="0"/>
              </a:p>
              <a:p>
                <a14:m>
                  <m:oMath xmlns:m="http://schemas.openxmlformats.org/officeDocument/2006/math">
                    <m:r>
                      <a:rPr lang="zh-CN" altLang="en-US" i="1" smtClean="0">
                        <a:solidFill>
                          <a:srgbClr val="000000"/>
                        </a:solidFill>
                        <a:latin typeface="Cambria Math" panose="02040503050406030204" pitchFamily="18" charset="0"/>
                      </a:rPr>
                      <m:t>𝜆</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𝑛𝑚</m:t>
                    </m:r>
                    <m:r>
                      <a:rPr lang="zh-CN" altLang="en-US"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1.2</m:t>
                        </m:r>
                      </m:num>
                      <m:den>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𝑒𝑉</m:t>
                                    </m:r>
                                  </m:e>
                                </m:d>
                              </m:e>
                            </m:d>
                          </m:e>
                          <m:sup>
                            <m:f>
                              <m:fPr>
                                <m:type m:val="skw"/>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sup>
                        </m:sSup>
                      </m:den>
                    </m:f>
                  </m:oMath>
                </a14:m>
                <a:endParaRPr lang="en-US" altLang="zh-CN" dirty="0"/>
              </a:p>
              <a:p>
                <a:r>
                  <a:rPr lang="zh-CN" altLang="en-US" dirty="0"/>
                  <a:t>波长与晶格常数可比时，如波长</a:t>
                </a:r>
                <a14:m>
                  <m:oMath xmlns:m="http://schemas.openxmlformats.org/officeDocument/2006/math">
                    <m:r>
                      <a:rPr lang="zh-CN" altLang="en-US" i="1" smtClean="0">
                        <a:solidFill>
                          <a:srgbClr val="000000"/>
                        </a:solidFill>
                        <a:latin typeface="Cambria Math" panose="02040503050406030204" pitchFamily="18" charset="0"/>
                      </a:rPr>
                      <m:t>𝜆</m:t>
                    </m:r>
                    <m:r>
                      <a:rPr lang="zh-CN" altLang="en-US" i="1" smtClean="0">
                        <a:solidFill>
                          <a:srgbClr val="000000"/>
                        </a:solidFill>
                        <a:latin typeface="Cambria Math" panose="02040503050406030204" pitchFamily="18" charset="0"/>
                      </a:rPr>
                      <m:t>≈0.1</m:t>
                    </m:r>
                    <m:r>
                      <a:rPr lang="zh-CN" altLang="en-US" i="1" smtClean="0">
                        <a:solidFill>
                          <a:srgbClr val="000000"/>
                        </a:solidFill>
                        <a:latin typeface="Cambria Math" panose="02040503050406030204" pitchFamily="18" charset="0"/>
                      </a:rPr>
                      <m:t>𝑛𝑚</m:t>
                    </m:r>
                  </m:oMath>
                </a14:m>
                <a:r>
                  <a:rPr lang="zh-CN" altLang="en-US" dirty="0"/>
                  <a:t>对应的能量</a:t>
                </a:r>
                <a14:m>
                  <m:oMath xmlns:m="http://schemas.openxmlformats.org/officeDocument/2006/math">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≈150</m:t>
                    </m:r>
                    <m:r>
                      <a:rPr lang="zh-CN" altLang="en-US" i="1">
                        <a:solidFill>
                          <a:srgbClr val="000000"/>
                        </a:solidFill>
                        <a:latin typeface="Cambria Math" panose="02040503050406030204" pitchFamily="18" charset="0"/>
                      </a:rPr>
                      <m:t>𝑒𝑉</m:t>
                    </m:r>
                  </m:oMath>
                </a14:m>
                <a:r>
                  <a:rPr lang="zh-CN" altLang="en-US" dirty="0"/>
                  <a:t>。因此常用于晶体结构研究的是</a:t>
                </a:r>
                <a:r>
                  <a:rPr lang="en-US" altLang="zh-CN" dirty="0"/>
                  <a:t>20~250eV</a:t>
                </a:r>
                <a:r>
                  <a:rPr lang="zh-CN" altLang="en-US" dirty="0"/>
                  <a:t>的低能电子束。</a:t>
                </a:r>
                <a:endParaRPr lang="en-US" altLang="zh-CN" dirty="0"/>
              </a:p>
              <a:p>
                <a:r>
                  <a:rPr lang="zh-CN" altLang="en-US" dirty="0"/>
                  <a:t>电子带电，与原子相互作用强，穿透深度约几个原子层间距量级，因此低能电子衍射</a:t>
                </a:r>
                <a:r>
                  <a:rPr lang="en-US" altLang="zh-CN" dirty="0"/>
                  <a:t>(Low Energy Electron Diffraction, LEED)</a:t>
                </a:r>
                <a:r>
                  <a:rPr lang="zh-CN" altLang="en-US" dirty="0"/>
                  <a:t>主要用于晶体表面结构研究。</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824027" y="1690688"/>
                <a:ext cx="8229600" cy="4929222"/>
              </a:xfrm>
              <a:blipFill>
                <a:blip r:embed="rId2"/>
                <a:stretch>
                  <a:fillRect l="-1333" t="-2596"/>
                </a:stretch>
              </a:blipFill>
            </p:spPr>
            <p:txBody>
              <a:bodyPr/>
              <a:lstStyle/>
              <a:p>
                <a:r>
                  <a:rPr lang="en-US">
                    <a:noFill/>
                  </a:rPr>
                  <a:t> </a:t>
                </a:r>
              </a:p>
            </p:txBody>
          </p:sp>
        </mc:Fallback>
      </mc:AlternateContent>
      <p:graphicFrame>
        <p:nvGraphicFramePr>
          <p:cNvPr id="4" name="表格 3">
            <a:extLst>
              <a:ext uri="{FF2B5EF4-FFF2-40B4-BE49-F238E27FC236}">
                <a16:creationId xmlns:a16="http://schemas.microsoft.com/office/drawing/2014/main" id="{251A4BCC-7B63-F4BE-D242-B8511AF6D6BE}"/>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11"/>
          <p:cNvSpPr txBox="1">
            <a:spLocks noChangeArrowheads="1"/>
          </p:cNvSpPr>
          <p:nvPr/>
        </p:nvSpPr>
        <p:spPr bwMode="auto">
          <a:xfrm>
            <a:off x="2999657" y="4437112"/>
            <a:ext cx="3025055"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solidFill>
                  <a:srgbClr val="FF3300"/>
                </a:solidFill>
              </a:rPr>
              <a:t>Clinton Joseph Davisson</a:t>
            </a:r>
          </a:p>
          <a:p>
            <a:pPr algn="ctr">
              <a:spcBef>
                <a:spcPct val="50000"/>
              </a:spcBef>
            </a:pPr>
            <a:r>
              <a:rPr lang="en-US" altLang="zh-CN" sz="2000" b="1" dirty="0">
                <a:solidFill>
                  <a:srgbClr val="0033CC"/>
                </a:solidFill>
              </a:rPr>
              <a:t>(1881-1958)</a:t>
            </a:r>
          </a:p>
        </p:txBody>
      </p:sp>
      <p:sp>
        <p:nvSpPr>
          <p:cNvPr id="12" name="Text Box 14"/>
          <p:cNvSpPr txBox="1">
            <a:spLocks noChangeArrowheads="1"/>
          </p:cNvSpPr>
          <p:nvPr/>
        </p:nvSpPr>
        <p:spPr bwMode="auto">
          <a:xfrm>
            <a:off x="2062982" y="548680"/>
            <a:ext cx="7993458"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p:spPr>
        <p:txBody>
          <a:bodyPr wrap="square">
            <a:spAutoFit/>
          </a:bodyPr>
          <a:lstStyle/>
          <a:p>
            <a:r>
              <a:rPr lang="zh-CN" altLang="en-US" sz="2400" b="1" dirty="0">
                <a:latin typeface="Times New Roman" pitchFamily="18" charset="0"/>
              </a:rPr>
              <a:t>电子衍射相关研究获得</a:t>
            </a:r>
            <a:r>
              <a:rPr lang="en-US" altLang="zh-CN" sz="2400" b="1" dirty="0">
                <a:latin typeface="Times New Roman" pitchFamily="18" charset="0"/>
              </a:rPr>
              <a:t>Nobel</a:t>
            </a:r>
            <a:r>
              <a:rPr lang="zh-CN" altLang="en-US" sz="2400" b="1" dirty="0">
                <a:latin typeface="Times New Roman" pitchFamily="18" charset="0"/>
              </a:rPr>
              <a:t>物理学奖</a:t>
            </a:r>
            <a:endParaRPr lang="en-US" altLang="zh-CN" sz="2400" b="1" dirty="0">
              <a:latin typeface="Times New Roman" pitchFamily="18" charset="0"/>
            </a:endParaRPr>
          </a:p>
        </p:txBody>
      </p:sp>
      <p:sp>
        <p:nvSpPr>
          <p:cNvPr id="13" name="矩形 12"/>
          <p:cNvSpPr/>
          <p:nvPr/>
        </p:nvSpPr>
        <p:spPr>
          <a:xfrm>
            <a:off x="2062983" y="5435933"/>
            <a:ext cx="8104187" cy="64633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r>
              <a:rPr lang="en-US" altLang="zh-CN" b="1" dirty="0">
                <a:solidFill>
                  <a:srgbClr val="FF3300"/>
                </a:solidFill>
                <a:latin typeface="Times New Roman" pitchFamily="18" charset="0"/>
              </a:rPr>
              <a:t>1937</a:t>
            </a:r>
            <a:r>
              <a:rPr lang="en-US" altLang="zh-CN" b="1" dirty="0">
                <a:latin typeface="Times New Roman" pitchFamily="18" charset="0"/>
              </a:rPr>
              <a:t>   </a:t>
            </a:r>
            <a:r>
              <a:rPr lang="en-US" altLang="zh-CN" b="1" dirty="0">
                <a:solidFill>
                  <a:srgbClr val="0033CC"/>
                </a:solidFill>
                <a:latin typeface="Times New Roman" pitchFamily="18" charset="0"/>
              </a:rPr>
              <a:t>Davisson and Thomson</a:t>
            </a:r>
            <a:r>
              <a:rPr lang="en-US" altLang="zh-CN" b="1" dirty="0">
                <a:latin typeface="Times New Roman" pitchFamily="18" charset="0"/>
              </a:rPr>
              <a:t>, </a:t>
            </a:r>
            <a:r>
              <a:rPr lang="en-US" altLang="zh-CN" dirty="0"/>
              <a:t>for their experimental discovery of the diffraction of electrons by crystals.</a:t>
            </a:r>
            <a:endParaRPr lang="en-US" altLang="zh-CN" b="1" dirty="0">
              <a:latin typeface="Times New Roman"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382" y="1385304"/>
            <a:ext cx="2057400" cy="2907792"/>
          </a:xfrm>
          <a:prstGeom prst="rect">
            <a:avLst/>
          </a:prstGeom>
        </p:spPr>
      </p:pic>
      <p:sp>
        <p:nvSpPr>
          <p:cNvPr id="14" name="Text Box 11"/>
          <p:cNvSpPr txBox="1">
            <a:spLocks noChangeArrowheads="1"/>
          </p:cNvSpPr>
          <p:nvPr/>
        </p:nvSpPr>
        <p:spPr bwMode="auto">
          <a:xfrm>
            <a:off x="6312025" y="4439434"/>
            <a:ext cx="3025055"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solidFill>
                  <a:srgbClr val="FF3300"/>
                </a:solidFill>
              </a:rPr>
              <a:t>George Paget Thomson</a:t>
            </a:r>
          </a:p>
          <a:p>
            <a:pPr algn="ctr">
              <a:spcBef>
                <a:spcPct val="50000"/>
              </a:spcBef>
            </a:pPr>
            <a:r>
              <a:rPr lang="en-US" altLang="zh-CN" sz="2000" b="1" dirty="0">
                <a:solidFill>
                  <a:srgbClr val="0033CC"/>
                </a:solidFill>
              </a:rPr>
              <a:t>(1892-1975)</a:t>
            </a:r>
          </a:p>
        </p:txBody>
      </p:sp>
      <p:sp>
        <p:nvSpPr>
          <p:cNvPr id="3" name="矩形 2"/>
          <p:cNvSpPr/>
          <p:nvPr/>
        </p:nvSpPr>
        <p:spPr>
          <a:xfrm>
            <a:off x="2135560" y="6156012"/>
            <a:ext cx="7902350" cy="369332"/>
          </a:xfrm>
          <a:prstGeom prst="rect">
            <a:avLst/>
          </a:prstGeom>
        </p:spPr>
        <p:txBody>
          <a:bodyPr wrap="square">
            <a:spAutoFit/>
          </a:bodyPr>
          <a:lstStyle/>
          <a:p>
            <a:r>
              <a:rPr lang="en-US" altLang="zh-CN" dirty="0"/>
              <a:t>George Thomson was the son of J. J. Thomson, the discoverer of the electron.</a:t>
            </a:r>
            <a:endParaRPr lang="zh-CN" altLang="en-US" dirty="0"/>
          </a:p>
        </p:txBody>
      </p:sp>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072" y="1385304"/>
            <a:ext cx="2057400" cy="2907792"/>
          </a:xfrm>
          <a:prstGeom prst="rect">
            <a:avLst/>
          </a:prstGeom>
        </p:spPr>
      </p:pic>
      <p:graphicFrame>
        <p:nvGraphicFramePr>
          <p:cNvPr id="4" name="表格 3">
            <a:extLst>
              <a:ext uri="{FF2B5EF4-FFF2-40B4-BE49-F238E27FC236}">
                <a16:creationId xmlns:a16="http://schemas.microsoft.com/office/drawing/2014/main" id="{814BBDB2-C492-EB7F-2C48-B18A26489A90}"/>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90374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中子衍射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981200" y="1777967"/>
                <a:ext cx="8229600" cy="4714908"/>
              </a:xfrm>
            </p:spPr>
            <p:txBody>
              <a:bodyPr>
                <a:normAutofit/>
              </a:bodyPr>
              <a:lstStyle/>
              <a:p>
                <a:r>
                  <a:rPr lang="zh-CN" altLang="en-US" dirty="0"/>
                  <a:t>中子的德布罗意波长与能量的关系</a:t>
                </a:r>
                <a:endParaRPr lang="en-US" altLang="zh-CN" i="1" dirty="0">
                  <a:solidFill>
                    <a:srgbClr val="000000"/>
                  </a:solidFill>
                  <a:latin typeface="Cambria Math" panose="02040503050406030204" pitchFamily="18" charset="0"/>
                </a:endParaRPr>
              </a:p>
              <a:p>
                <a:pPr marL="0" indent="0">
                  <a:buNone/>
                </a:pPr>
                <a14:m>
                  <m:oMathPara xmlns:m="http://schemas.openxmlformats.org/officeDocument/2006/math">
                    <m:oMathParaPr>
                      <m:jc m:val="center"/>
                    </m:oMathParaPr>
                    <m:oMath>
                      <m:r>
                        <a:rPr lang="zh-CN" altLang="en-US" i="1" smtClean="0">
                          <a:solidFill>
                            <a:srgbClr val="000000"/>
                          </a:solidFill>
                          <a:latin typeface="Cambria Math" panose="02040503050406030204" pitchFamily="18" charset="0"/>
                        </a:rPr>
                        <m:t>𝜆</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𝑛𝑚</m:t>
                      </m:r>
                      <m:r>
                        <a:rPr lang="zh-CN" altLang="en-US"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0.028</m:t>
                          </m:r>
                        </m:num>
                        <m:den>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𝑒𝑉</m:t>
                                      </m:r>
                                    </m:e>
                                  </m:d>
                                </m:e>
                              </m:d>
                            </m:e>
                            <m:sup>
                              <m:f>
                                <m:fPr>
                                  <m:type m:val="skw"/>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sup>
                          </m:sSup>
                        </m:den>
                      </m:f>
                    </m:oMath>
                  </m:oMathPara>
                </a14:m>
                <a:endParaRPr lang="zh-CN" altLang="en-US" dirty="0"/>
              </a:p>
              <a:p>
                <a14:m>
                  <m:oMath xmlns:m="http://schemas.openxmlformats.org/officeDocument/2006/math">
                    <m:r>
                      <a:rPr lang="zh-CN" altLang="en-US" i="1" smtClean="0">
                        <a:solidFill>
                          <a:srgbClr val="000000"/>
                        </a:solidFill>
                        <a:latin typeface="Cambria Math" panose="02040503050406030204" pitchFamily="18" charset="0"/>
                      </a:rPr>
                      <m:t>𝜆</m:t>
                    </m:r>
                    <m:r>
                      <a:rPr lang="zh-CN" altLang="en-US" i="1" smtClean="0">
                        <a:solidFill>
                          <a:srgbClr val="000000"/>
                        </a:solidFill>
                        <a:latin typeface="Cambria Math" panose="02040503050406030204" pitchFamily="18" charset="0"/>
                      </a:rPr>
                      <m:t>≈0.1</m:t>
                    </m:r>
                    <m:r>
                      <a:rPr lang="zh-CN" altLang="en-US" i="1" smtClean="0">
                        <a:solidFill>
                          <a:srgbClr val="000000"/>
                        </a:solidFill>
                        <a:latin typeface="Cambria Math" panose="02040503050406030204" pitchFamily="18" charset="0"/>
                      </a:rPr>
                      <m:t>𝑛𝑚</m:t>
                    </m:r>
                  </m:oMath>
                </a14:m>
                <a:r>
                  <a:rPr lang="zh-CN" altLang="en-US" dirty="0"/>
                  <a:t> 对应的中子能量 </a:t>
                </a:r>
                <a14:m>
                  <m:oMath xmlns:m="http://schemas.openxmlformats.org/officeDocument/2006/math">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≈0.08</m:t>
                    </m:r>
                    <m:r>
                      <a:rPr lang="zh-CN" altLang="en-US" i="1">
                        <a:solidFill>
                          <a:srgbClr val="000000"/>
                        </a:solidFill>
                        <a:latin typeface="Cambria Math" panose="02040503050406030204" pitchFamily="18" charset="0"/>
                      </a:rPr>
                      <m:t>𝑒𝑉</m:t>
                    </m:r>
                  </m:oMath>
                </a14:m>
                <a:r>
                  <a:rPr lang="zh-CN" altLang="en-US" dirty="0"/>
                  <a:t> 与室温下的 </a:t>
                </a:r>
                <a:r>
                  <a:rPr lang="en-US" altLang="zh-CN" dirty="0" err="1"/>
                  <a:t>k</a:t>
                </a:r>
                <a:r>
                  <a:rPr lang="en-US" altLang="zh-CN" baseline="-25000" dirty="0" err="1"/>
                  <a:t>B</a:t>
                </a:r>
                <a:r>
                  <a:rPr lang="en-US" altLang="zh-CN" dirty="0" err="1"/>
                  <a:t>T</a:t>
                </a:r>
                <a:r>
                  <a:rPr lang="en-US" altLang="zh-CN" dirty="0"/>
                  <a:t>(~0.025eV) </a:t>
                </a:r>
                <a:r>
                  <a:rPr lang="zh-CN" altLang="en-US" dirty="0"/>
                  <a:t>同数量级，通常称为热中子。</a:t>
                </a:r>
                <a:endParaRPr lang="en-US" altLang="zh-CN" dirty="0"/>
              </a:p>
              <a:p>
                <a:r>
                  <a:rPr lang="zh-CN" altLang="en-US" dirty="0"/>
                  <a:t>中子不带电，穿透力强，主要与原子核通过强的短程核力相互作用。</a:t>
                </a:r>
                <a:endParaRPr lang="en-US" altLang="zh-CN" dirty="0"/>
              </a:p>
              <a:p>
                <a:r>
                  <a:rPr lang="zh-CN" altLang="en-US" dirty="0"/>
                  <a:t>中子磁矩与固体中的原子磁矩有强的相互作用，因此是研究磁性材料磁结构的重要工具。</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981200" y="1777967"/>
                <a:ext cx="8229600" cy="4714908"/>
              </a:xfrm>
              <a:blipFill>
                <a:blip r:embed="rId2"/>
                <a:stretch>
                  <a:fillRect l="-1333" t="-2717"/>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583F13AF-01C2-6350-B9BD-1F50F00E8A4B}"/>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6567C86-A6C9-3829-D585-B4FA02AB643C}"/>
              </a:ext>
            </a:extLst>
          </p:cNvPr>
          <p:cNvPicPr>
            <a:picLocks noChangeAspect="1"/>
          </p:cNvPicPr>
          <p:nvPr/>
        </p:nvPicPr>
        <p:blipFill>
          <a:blip r:embed="rId2"/>
          <a:stretch>
            <a:fillRect/>
          </a:stretch>
        </p:blipFill>
        <p:spPr>
          <a:xfrm>
            <a:off x="815340" y="386080"/>
            <a:ext cx="7391400" cy="5638800"/>
          </a:xfrm>
          <a:prstGeom prst="rect">
            <a:avLst/>
          </a:prstGeom>
        </p:spPr>
      </p:pic>
      <p:sp>
        <p:nvSpPr>
          <p:cNvPr id="13" name="文本框 12">
            <a:extLst>
              <a:ext uri="{FF2B5EF4-FFF2-40B4-BE49-F238E27FC236}">
                <a16:creationId xmlns:a16="http://schemas.microsoft.com/office/drawing/2014/main" id="{3C1511FB-DD9E-F99A-3E90-D840652E7B9F}"/>
              </a:ext>
            </a:extLst>
          </p:cNvPr>
          <p:cNvSpPr txBox="1"/>
          <p:nvPr/>
        </p:nvSpPr>
        <p:spPr>
          <a:xfrm>
            <a:off x="6420679" y="4836288"/>
            <a:ext cx="5360504" cy="461665"/>
          </a:xfrm>
          <a:prstGeom prst="rect">
            <a:avLst/>
          </a:prstGeom>
          <a:noFill/>
        </p:spPr>
        <p:txBody>
          <a:bodyPr wrap="square">
            <a:spAutoFit/>
          </a:bodyPr>
          <a:lstStyle/>
          <a:p>
            <a:r>
              <a:rPr lang="zh-CN" altLang="en-US" sz="2400" dirty="0"/>
              <a:t>中子和X射线对不同原子散射能力对照</a:t>
            </a:r>
          </a:p>
        </p:txBody>
      </p:sp>
      <p:graphicFrame>
        <p:nvGraphicFramePr>
          <p:cNvPr id="2" name="表格 1">
            <a:extLst>
              <a:ext uri="{FF2B5EF4-FFF2-40B4-BE49-F238E27FC236}">
                <a16:creationId xmlns:a16="http://schemas.microsoft.com/office/drawing/2014/main" id="{649FBC1B-4EB8-6B66-BC57-7A6B5012FDA5}"/>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26700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062983" y="5435933"/>
            <a:ext cx="8104187" cy="64633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r>
              <a:rPr lang="en-US" altLang="zh-CN" b="1" dirty="0">
                <a:solidFill>
                  <a:srgbClr val="FF3300"/>
                </a:solidFill>
                <a:latin typeface="Times New Roman" pitchFamily="18" charset="0"/>
              </a:rPr>
              <a:t>1994</a:t>
            </a:r>
            <a:r>
              <a:rPr lang="en-US" altLang="zh-CN" b="1" dirty="0">
                <a:latin typeface="Times New Roman" pitchFamily="18" charset="0"/>
              </a:rPr>
              <a:t>  </a:t>
            </a:r>
            <a:r>
              <a:rPr lang="en-US" altLang="zh-CN" b="1" dirty="0">
                <a:solidFill>
                  <a:srgbClr val="0033CC"/>
                </a:solidFill>
                <a:latin typeface="Times New Roman" pitchFamily="18" charset="0"/>
              </a:rPr>
              <a:t>Brockhouse</a:t>
            </a:r>
            <a:r>
              <a:rPr lang="en-US" altLang="zh-CN" b="1" dirty="0">
                <a:latin typeface="Times New Roman" pitchFamily="18" charset="0"/>
              </a:rPr>
              <a:t>, for the development of neutron spectroscopy</a:t>
            </a:r>
          </a:p>
          <a:p>
            <a:r>
              <a:rPr lang="en-US" altLang="zh-CN" b="1" dirty="0">
                <a:solidFill>
                  <a:srgbClr val="FF3300"/>
                </a:solidFill>
                <a:latin typeface="Times New Roman" pitchFamily="18" charset="0"/>
              </a:rPr>
              <a:t>1994</a:t>
            </a:r>
            <a:r>
              <a:rPr lang="en-US" altLang="zh-CN" b="1" dirty="0">
                <a:latin typeface="Times New Roman" pitchFamily="18" charset="0"/>
              </a:rPr>
              <a:t>  </a:t>
            </a:r>
            <a:r>
              <a:rPr lang="en-US" altLang="zh-CN" b="1" dirty="0">
                <a:solidFill>
                  <a:srgbClr val="0033CC"/>
                </a:solidFill>
                <a:latin typeface="Times New Roman" pitchFamily="18" charset="0"/>
              </a:rPr>
              <a:t>Shull</a:t>
            </a:r>
            <a:r>
              <a:rPr lang="en-US" altLang="zh-CN" b="1" dirty="0">
                <a:latin typeface="Times New Roman" pitchFamily="18" charset="0"/>
              </a:rPr>
              <a:t>, for the development of the neutron diffraction technique.</a:t>
            </a:r>
          </a:p>
        </p:txBody>
      </p:sp>
      <p:sp>
        <p:nvSpPr>
          <p:cNvPr id="14" name="Text Box 14"/>
          <p:cNvSpPr txBox="1">
            <a:spLocks noChangeArrowheads="1"/>
          </p:cNvSpPr>
          <p:nvPr/>
        </p:nvSpPr>
        <p:spPr bwMode="auto">
          <a:xfrm>
            <a:off x="2062982" y="548680"/>
            <a:ext cx="7993458"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p:spPr>
        <p:txBody>
          <a:bodyPr wrap="square">
            <a:spAutoFit/>
          </a:bodyPr>
          <a:lstStyle/>
          <a:p>
            <a:r>
              <a:rPr lang="zh-CN" altLang="en-US" sz="2400" b="1" dirty="0">
                <a:latin typeface="Times New Roman" pitchFamily="18" charset="0"/>
              </a:rPr>
              <a:t>中子衍射相关研究获得</a:t>
            </a:r>
            <a:r>
              <a:rPr lang="en-US" altLang="zh-CN" sz="2400" b="1" dirty="0">
                <a:latin typeface="Times New Roman" pitchFamily="18" charset="0"/>
              </a:rPr>
              <a:t>Nobel</a:t>
            </a:r>
            <a:r>
              <a:rPr lang="zh-CN" altLang="en-US" sz="2400" b="1" dirty="0">
                <a:latin typeface="Times New Roman" pitchFamily="18" charset="0"/>
              </a:rPr>
              <a:t>物理学奖</a:t>
            </a:r>
            <a:endParaRPr lang="en-US" altLang="zh-CN" sz="2400" b="1" dirty="0">
              <a:latin typeface="Times New Roman" pitchFamily="18" charset="0"/>
            </a:endParaRPr>
          </a:p>
        </p:txBody>
      </p:sp>
      <p:sp>
        <p:nvSpPr>
          <p:cNvPr id="15" name="Text Box 11"/>
          <p:cNvSpPr txBox="1">
            <a:spLocks noChangeArrowheads="1"/>
          </p:cNvSpPr>
          <p:nvPr/>
        </p:nvSpPr>
        <p:spPr bwMode="auto">
          <a:xfrm>
            <a:off x="2999657" y="4437112"/>
            <a:ext cx="3025055"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solidFill>
                  <a:srgbClr val="FF3300"/>
                </a:solidFill>
              </a:rPr>
              <a:t>Bertram </a:t>
            </a:r>
            <a:r>
              <a:rPr lang="en-US" altLang="zh-CN" sz="2000" b="1" dirty="0" err="1">
                <a:solidFill>
                  <a:srgbClr val="FF3300"/>
                </a:solidFill>
              </a:rPr>
              <a:t>Brockhouse</a:t>
            </a:r>
            <a:endParaRPr lang="en-US" altLang="zh-CN" sz="2000" b="1" dirty="0">
              <a:solidFill>
                <a:srgbClr val="FF3300"/>
              </a:solidFill>
            </a:endParaRPr>
          </a:p>
          <a:p>
            <a:pPr algn="ctr">
              <a:spcBef>
                <a:spcPct val="50000"/>
              </a:spcBef>
            </a:pPr>
            <a:r>
              <a:rPr lang="en-US" altLang="zh-CN" sz="2000" b="1" dirty="0">
                <a:solidFill>
                  <a:srgbClr val="0033CC"/>
                </a:solidFill>
              </a:rPr>
              <a:t>(1918-2003)</a:t>
            </a:r>
          </a:p>
        </p:txBody>
      </p:sp>
      <p:sp>
        <p:nvSpPr>
          <p:cNvPr id="17" name="Text Box 11"/>
          <p:cNvSpPr txBox="1">
            <a:spLocks noChangeArrowheads="1"/>
          </p:cNvSpPr>
          <p:nvPr/>
        </p:nvSpPr>
        <p:spPr bwMode="auto">
          <a:xfrm>
            <a:off x="6312025" y="4439434"/>
            <a:ext cx="3025055"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solidFill>
                  <a:srgbClr val="FF3300"/>
                </a:solidFill>
              </a:rPr>
              <a:t>Clifford Shull</a:t>
            </a:r>
          </a:p>
          <a:p>
            <a:pPr algn="ctr">
              <a:spcBef>
                <a:spcPct val="50000"/>
              </a:spcBef>
            </a:pPr>
            <a:r>
              <a:rPr lang="en-US" altLang="zh-CN" sz="2000" b="1" dirty="0">
                <a:solidFill>
                  <a:srgbClr val="0033CC"/>
                </a:solidFill>
              </a:rPr>
              <a:t>(1915-2001)</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040" y="1385304"/>
            <a:ext cx="2153920" cy="2907792"/>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1705" y="1385304"/>
            <a:ext cx="2405343" cy="2907792"/>
          </a:xfrm>
          <a:prstGeom prst="rect">
            <a:avLst/>
          </a:prstGeom>
        </p:spPr>
      </p:pic>
      <p:graphicFrame>
        <p:nvGraphicFramePr>
          <p:cNvPr id="4" name="表格 3">
            <a:extLst>
              <a:ext uri="{FF2B5EF4-FFF2-40B4-BE49-F238E27FC236}">
                <a16:creationId xmlns:a16="http://schemas.microsoft.com/office/drawing/2014/main" id="{064D0854-AF4C-9D23-D32A-6FD6C4DBF9D5}"/>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941250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29600" cy="1725602"/>
          </a:xfrm>
        </p:spPr>
        <p:txBody>
          <a:bodyPr>
            <a:normAutofit/>
          </a:bodyPr>
          <a:lstStyle/>
          <a:p>
            <a:r>
              <a:rPr lang="zh-CN" altLang="en-US" dirty="0"/>
              <a:t>扫描隧穿显微镜</a:t>
            </a:r>
            <a:r>
              <a:rPr lang="en-US" altLang="zh-CN" dirty="0"/>
              <a:t>(STM)</a:t>
            </a:r>
            <a:br>
              <a:rPr lang="en-US" altLang="zh-CN" dirty="0"/>
            </a:br>
            <a:r>
              <a:rPr lang="en-US" altLang="zh-CN" dirty="0"/>
              <a:t>Scanning </a:t>
            </a:r>
            <a:r>
              <a:rPr lang="en-US" altLang="zh-CN" dirty="0" err="1"/>
              <a:t>Tunnelling</a:t>
            </a:r>
            <a:r>
              <a:rPr lang="en-US" altLang="zh-CN" dirty="0"/>
              <a:t> Microscope</a:t>
            </a:r>
            <a:endParaRPr lang="zh-CN" altLang="en-US" dirty="0"/>
          </a:p>
        </p:txBody>
      </p:sp>
      <p:sp>
        <p:nvSpPr>
          <p:cNvPr id="3" name="内容占位符 2"/>
          <p:cNvSpPr>
            <a:spLocks noGrp="1"/>
          </p:cNvSpPr>
          <p:nvPr>
            <p:ph idx="1"/>
          </p:nvPr>
        </p:nvSpPr>
        <p:spPr>
          <a:xfrm>
            <a:off x="1981200" y="1844825"/>
            <a:ext cx="8229600" cy="4525963"/>
          </a:xfrm>
        </p:spPr>
        <p:txBody>
          <a:bodyPr>
            <a:normAutofit/>
          </a:bodyPr>
          <a:lstStyle/>
          <a:p>
            <a:r>
              <a:rPr lang="zh-CN" altLang="en-US" dirty="0"/>
              <a:t>根据量子力学的隧穿效应，隧穿电流密度</a:t>
            </a:r>
            <a:endParaRPr lang="en-US" altLang="zh-CN" dirty="0"/>
          </a:p>
          <a:p>
            <a:endParaRPr lang="en-US" altLang="zh-CN" dirty="0"/>
          </a:p>
          <a:p>
            <a:endParaRPr lang="en-US" altLang="zh-CN" dirty="0"/>
          </a:p>
          <a:p>
            <a:r>
              <a:rPr lang="zh-CN" altLang="en-US" dirty="0"/>
              <a:t>电极距离</a:t>
            </a:r>
            <a:r>
              <a:rPr lang="en-US" altLang="zh-CN" dirty="0"/>
              <a:t>d</a:t>
            </a:r>
            <a:r>
              <a:rPr lang="zh-CN" altLang="en-US" dirty="0"/>
              <a:t>变化</a:t>
            </a:r>
            <a:r>
              <a:rPr lang="en-US" altLang="zh-CN" dirty="0"/>
              <a:t>0.1nm</a:t>
            </a:r>
            <a:r>
              <a:rPr lang="zh-CN" altLang="en-US" dirty="0"/>
              <a:t>将导致隧穿电流变化一个数量级；</a:t>
            </a:r>
            <a:endParaRPr lang="en-US" altLang="zh-CN" dirty="0"/>
          </a:p>
          <a:p>
            <a:r>
              <a:rPr lang="zh-CN" altLang="en-US" dirty="0"/>
              <a:t>扫描隧穿显微镜正是利用隧穿电流对电极间距离的极端灵敏特性；</a:t>
            </a:r>
            <a:endParaRPr lang="en-US" altLang="zh-CN" dirty="0"/>
          </a:p>
          <a:p>
            <a:r>
              <a:rPr lang="zh-CN" altLang="en-US" dirty="0"/>
              <a:t>扫描隧穿显微镜可以用来研究材料表面处几何和电子结构。</a:t>
            </a:r>
          </a:p>
        </p:txBody>
      </p:sp>
      <p:graphicFrame>
        <p:nvGraphicFramePr>
          <p:cNvPr id="4" name="对象 3"/>
          <p:cNvGraphicFramePr>
            <a:graphicFrameLocks noChangeAspect="1"/>
          </p:cNvGraphicFramePr>
          <p:nvPr/>
        </p:nvGraphicFramePr>
        <p:xfrm>
          <a:off x="4024297" y="2348880"/>
          <a:ext cx="3496260" cy="928694"/>
        </p:xfrm>
        <a:graphic>
          <a:graphicData uri="http://schemas.openxmlformats.org/presentationml/2006/ole">
            <mc:AlternateContent xmlns:mc="http://schemas.openxmlformats.org/markup-compatibility/2006">
              <mc:Choice xmlns:v="urn:schemas-microsoft-com:vml" Requires="v">
                <p:oleObj name="Equation" r:id="rId2" imgW="1625400" imgH="431640" progId="Equation.3">
                  <p:embed/>
                </p:oleObj>
              </mc:Choice>
              <mc:Fallback>
                <p:oleObj name="Equation" r:id="rId2" imgW="1625400" imgH="431640" progId="Equation.3">
                  <p:embed/>
                  <p:pic>
                    <p:nvPicPr>
                      <p:cNvPr id="4"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4297" y="2348880"/>
                        <a:ext cx="3496260" cy="9286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表格 4">
            <a:extLst>
              <a:ext uri="{FF2B5EF4-FFF2-40B4-BE49-F238E27FC236}">
                <a16:creationId xmlns:a16="http://schemas.microsoft.com/office/drawing/2014/main" id="{CD591E9F-46F7-AFAB-5A67-617B9EEB6478}"/>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5534" y="764704"/>
            <a:ext cx="8448939" cy="4752528"/>
          </a:xfrm>
          <a:prstGeom prst="rect">
            <a:avLst/>
          </a:prstGeom>
        </p:spPr>
      </p:pic>
      <p:sp>
        <p:nvSpPr>
          <p:cNvPr id="6" name="矩形 5"/>
          <p:cNvSpPr/>
          <p:nvPr/>
        </p:nvSpPr>
        <p:spPr>
          <a:xfrm>
            <a:off x="2207568" y="5877272"/>
            <a:ext cx="8136904" cy="369332"/>
          </a:xfrm>
          <a:prstGeom prst="rect">
            <a:avLst/>
          </a:prstGeom>
        </p:spPr>
        <p:txBody>
          <a:bodyPr wrap="square">
            <a:spAutoFit/>
          </a:bodyPr>
          <a:lstStyle/>
          <a:p>
            <a:r>
              <a:rPr lang="en-US" altLang="zh-CN" dirty="0"/>
              <a:t>http://www.personal.psu.edu/users//e/w/ewh10/ResearchBackground.htm</a:t>
            </a:r>
            <a:endParaRPr lang="zh-CN" altLang="en-US" dirty="0"/>
          </a:p>
        </p:txBody>
      </p:sp>
      <p:graphicFrame>
        <p:nvGraphicFramePr>
          <p:cNvPr id="2" name="表格 1">
            <a:extLst>
              <a:ext uri="{FF2B5EF4-FFF2-40B4-BE49-F238E27FC236}">
                <a16:creationId xmlns:a16="http://schemas.microsoft.com/office/drawing/2014/main" id="{2F9D722D-10C9-5906-7605-3C8BB2504E16}"/>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140177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062983" y="5435932"/>
            <a:ext cx="8104187" cy="92333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r>
              <a:rPr lang="en-US" altLang="zh-CN" b="1" dirty="0">
                <a:solidFill>
                  <a:srgbClr val="FF0000"/>
                </a:solidFill>
                <a:latin typeface="Times New Roman" pitchFamily="18" charset="0"/>
              </a:rPr>
              <a:t>1986</a:t>
            </a:r>
            <a:r>
              <a:rPr lang="en-US" altLang="zh-CN" b="1" dirty="0">
                <a:solidFill>
                  <a:srgbClr val="0033CC"/>
                </a:solidFill>
                <a:latin typeface="Times New Roman" pitchFamily="18" charset="0"/>
              </a:rPr>
              <a:t> Ruska, </a:t>
            </a:r>
            <a:r>
              <a:rPr lang="en-US" altLang="zh-CN" b="1" dirty="0">
                <a:latin typeface="Times New Roman" pitchFamily="18" charset="0"/>
              </a:rPr>
              <a:t>for his fundamental work in electron optics, and for the design of the first electron microscope.</a:t>
            </a:r>
          </a:p>
          <a:p>
            <a:r>
              <a:rPr lang="en-US" altLang="zh-CN" b="1" dirty="0">
                <a:solidFill>
                  <a:srgbClr val="FF3300"/>
                </a:solidFill>
                <a:latin typeface="Times New Roman" pitchFamily="18" charset="0"/>
              </a:rPr>
              <a:t>1986</a:t>
            </a:r>
            <a:r>
              <a:rPr lang="en-US" altLang="zh-CN" b="1" dirty="0">
                <a:latin typeface="Times New Roman" pitchFamily="18" charset="0"/>
              </a:rPr>
              <a:t>  </a:t>
            </a:r>
            <a:r>
              <a:rPr lang="en-US" altLang="zh-CN" b="1" dirty="0">
                <a:solidFill>
                  <a:srgbClr val="0033CC"/>
                </a:solidFill>
                <a:latin typeface="Times New Roman" pitchFamily="18" charset="0"/>
              </a:rPr>
              <a:t>Binnig and Rohrer</a:t>
            </a:r>
            <a:r>
              <a:rPr lang="en-US" altLang="zh-CN" b="1" dirty="0">
                <a:latin typeface="Times New Roman" pitchFamily="18" charset="0"/>
              </a:rPr>
              <a:t>, for their design of the scanning tunneling microscope.</a:t>
            </a:r>
          </a:p>
        </p:txBody>
      </p:sp>
      <p:sp>
        <p:nvSpPr>
          <p:cNvPr id="14" name="Text Box 14"/>
          <p:cNvSpPr txBox="1">
            <a:spLocks noChangeArrowheads="1"/>
          </p:cNvSpPr>
          <p:nvPr/>
        </p:nvSpPr>
        <p:spPr bwMode="auto">
          <a:xfrm>
            <a:off x="2062982" y="548680"/>
            <a:ext cx="7993458" cy="46166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p:spPr>
        <p:txBody>
          <a:bodyPr wrap="square">
            <a:spAutoFit/>
          </a:bodyPr>
          <a:lstStyle/>
          <a:p>
            <a:r>
              <a:rPr lang="zh-CN" altLang="en-US" sz="2400" b="1" dirty="0">
                <a:latin typeface="Times New Roman" pitchFamily="18" charset="0"/>
              </a:rPr>
              <a:t>扫描隧穿显微镜相关研究获得</a:t>
            </a:r>
            <a:r>
              <a:rPr lang="en-US" altLang="zh-CN" sz="2400" b="1" dirty="0">
                <a:latin typeface="Times New Roman" pitchFamily="18" charset="0"/>
              </a:rPr>
              <a:t>Nobel</a:t>
            </a:r>
            <a:r>
              <a:rPr lang="zh-CN" altLang="en-US" sz="2400" b="1" dirty="0">
                <a:latin typeface="Times New Roman" pitchFamily="18" charset="0"/>
              </a:rPr>
              <a:t>物理学奖</a:t>
            </a:r>
            <a:endParaRPr lang="en-US" altLang="zh-CN" sz="2400" b="1" dirty="0">
              <a:latin typeface="Times New Roman" pitchFamily="18" charset="0"/>
            </a:endParaRPr>
          </a:p>
        </p:txBody>
      </p:sp>
      <p:sp>
        <p:nvSpPr>
          <p:cNvPr id="15" name="Text Box 11"/>
          <p:cNvSpPr txBox="1">
            <a:spLocks noChangeArrowheads="1"/>
          </p:cNvSpPr>
          <p:nvPr/>
        </p:nvSpPr>
        <p:spPr bwMode="auto">
          <a:xfrm>
            <a:off x="4799857" y="4437112"/>
            <a:ext cx="2469305"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err="1">
                <a:solidFill>
                  <a:srgbClr val="FF3300"/>
                </a:solidFill>
              </a:rPr>
              <a:t>Gerd</a:t>
            </a:r>
            <a:r>
              <a:rPr lang="en-US" altLang="zh-CN" sz="2000" b="1" dirty="0">
                <a:solidFill>
                  <a:srgbClr val="FF3300"/>
                </a:solidFill>
              </a:rPr>
              <a:t> Binnig</a:t>
            </a:r>
          </a:p>
          <a:p>
            <a:pPr algn="ctr">
              <a:spcBef>
                <a:spcPct val="50000"/>
              </a:spcBef>
            </a:pPr>
            <a:r>
              <a:rPr lang="en-US" altLang="zh-CN" sz="2000" b="1" dirty="0">
                <a:solidFill>
                  <a:srgbClr val="0033CC"/>
                </a:solidFill>
              </a:rPr>
              <a:t>(1947-)</a:t>
            </a:r>
          </a:p>
        </p:txBody>
      </p:sp>
      <p:sp>
        <p:nvSpPr>
          <p:cNvPr id="17" name="Text Box 11"/>
          <p:cNvSpPr txBox="1">
            <a:spLocks noChangeArrowheads="1"/>
          </p:cNvSpPr>
          <p:nvPr/>
        </p:nvSpPr>
        <p:spPr bwMode="auto">
          <a:xfrm>
            <a:off x="7608169" y="4439434"/>
            <a:ext cx="2376983"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solidFill>
                  <a:srgbClr val="FF3300"/>
                </a:solidFill>
              </a:rPr>
              <a:t>Heinrich Rohrer</a:t>
            </a:r>
          </a:p>
          <a:p>
            <a:pPr algn="ctr">
              <a:spcBef>
                <a:spcPct val="50000"/>
              </a:spcBef>
            </a:pPr>
            <a:r>
              <a:rPr lang="en-US" altLang="zh-CN" sz="2000" b="1" dirty="0">
                <a:solidFill>
                  <a:srgbClr val="0033CC"/>
                </a:solidFill>
              </a:rPr>
              <a:t>(1933-)</a:t>
            </a:r>
          </a:p>
        </p:txBody>
      </p:sp>
      <p:sp>
        <p:nvSpPr>
          <p:cNvPr id="19" name="Text Box 11"/>
          <p:cNvSpPr txBox="1">
            <a:spLocks noChangeArrowheads="1"/>
          </p:cNvSpPr>
          <p:nvPr/>
        </p:nvSpPr>
        <p:spPr bwMode="auto">
          <a:xfrm>
            <a:off x="2259262" y="4464584"/>
            <a:ext cx="2252562" cy="86177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b="1" dirty="0">
                <a:solidFill>
                  <a:srgbClr val="FF3300"/>
                </a:solidFill>
              </a:rPr>
              <a:t>Ernst Ruska</a:t>
            </a:r>
          </a:p>
          <a:p>
            <a:pPr algn="ctr">
              <a:spcBef>
                <a:spcPct val="50000"/>
              </a:spcBef>
            </a:pPr>
            <a:r>
              <a:rPr lang="en-US" altLang="zh-CN" sz="2000" b="1" dirty="0">
                <a:solidFill>
                  <a:srgbClr val="0033CC"/>
                </a:solidFill>
              </a:rPr>
              <a:t>(1906-1988)</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1865" y="1385304"/>
            <a:ext cx="2163961" cy="2885282"/>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8618" y="1407724"/>
            <a:ext cx="2039790" cy="2862863"/>
          </a:xfrm>
          <a:prstGeom prst="rect">
            <a:avLst/>
          </a:prstGeom>
        </p:spPr>
      </p:pic>
      <p:pic>
        <p:nvPicPr>
          <p:cNvPr id="21" name="图片 20"/>
          <p:cNvPicPr>
            <a:picLocks noChangeAspect="1"/>
          </p:cNvPicPr>
          <p:nvPr/>
        </p:nvPicPr>
        <p:blipFill rotWithShape="1">
          <a:blip r:embed="rId4">
            <a:extLst>
              <a:ext uri="{28A0092B-C50C-407E-A947-70E740481C1C}">
                <a14:useLocalDpi xmlns:a14="http://schemas.microsoft.com/office/drawing/2010/main" val="0"/>
              </a:ext>
            </a:extLst>
          </a:blip>
          <a:srcRect r="49792"/>
          <a:stretch/>
        </p:blipFill>
        <p:spPr>
          <a:xfrm>
            <a:off x="2351584" y="1447242"/>
            <a:ext cx="2021794" cy="2845855"/>
          </a:xfrm>
          <a:prstGeom prst="rect">
            <a:avLst/>
          </a:prstGeom>
        </p:spPr>
      </p:pic>
      <p:graphicFrame>
        <p:nvGraphicFramePr>
          <p:cNvPr id="4" name="表格 3">
            <a:extLst>
              <a:ext uri="{FF2B5EF4-FFF2-40B4-BE49-F238E27FC236}">
                <a16:creationId xmlns:a16="http://schemas.microsoft.com/office/drawing/2014/main" id="{4BA4C052-E140-F180-46E3-717A647061E9}"/>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631539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扫描隧穿显微镜</a:t>
            </a:r>
          </a:p>
        </p:txBody>
      </p:sp>
      <p:pic>
        <p:nvPicPr>
          <p:cNvPr id="4" name="内容占位符 3" descr="STM-med.jpg"/>
          <p:cNvPicPr>
            <a:picLocks noGrp="1" noChangeAspect="1"/>
          </p:cNvPicPr>
          <p:nvPr>
            <p:ph idx="1"/>
          </p:nvPr>
        </p:nvPicPr>
        <p:blipFill>
          <a:blip r:embed="rId2"/>
          <a:stretch>
            <a:fillRect/>
          </a:stretch>
        </p:blipFill>
        <p:spPr>
          <a:xfrm>
            <a:off x="6381753" y="1785926"/>
            <a:ext cx="4050647" cy="4071966"/>
          </a:xfrm>
        </p:spPr>
      </p:pic>
      <p:pic>
        <p:nvPicPr>
          <p:cNvPr id="5" name="图片 4" descr="stm_view.jpg"/>
          <p:cNvPicPr>
            <a:picLocks noChangeAspect="1"/>
          </p:cNvPicPr>
          <p:nvPr/>
        </p:nvPicPr>
        <p:blipFill>
          <a:blip r:embed="rId3"/>
          <a:stretch>
            <a:fillRect/>
          </a:stretch>
        </p:blipFill>
        <p:spPr>
          <a:xfrm>
            <a:off x="2095473" y="1785926"/>
            <a:ext cx="4162425" cy="4095750"/>
          </a:xfrm>
          <a:prstGeom prst="rect">
            <a:avLst/>
          </a:prstGeom>
        </p:spPr>
      </p:pic>
      <p:graphicFrame>
        <p:nvGraphicFramePr>
          <p:cNvPr id="3" name="表格 2">
            <a:extLst>
              <a:ext uri="{FF2B5EF4-FFF2-40B4-BE49-F238E27FC236}">
                <a16:creationId xmlns:a16="http://schemas.microsoft.com/office/drawing/2014/main" id="{1003989D-B159-5F47-AED8-533689FE1B45}"/>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1772" y="188640"/>
            <a:ext cx="9176229" cy="6171014"/>
          </a:xfrm>
          <a:prstGeom prst="rect">
            <a:avLst/>
          </a:prstGeom>
        </p:spPr>
      </p:pic>
      <p:sp>
        <p:nvSpPr>
          <p:cNvPr id="5" name="矩形 4"/>
          <p:cNvSpPr/>
          <p:nvPr/>
        </p:nvSpPr>
        <p:spPr>
          <a:xfrm>
            <a:off x="2639616" y="6453336"/>
            <a:ext cx="6120680" cy="369332"/>
          </a:xfrm>
          <a:prstGeom prst="rect">
            <a:avLst/>
          </a:prstGeom>
        </p:spPr>
        <p:txBody>
          <a:bodyPr wrap="square">
            <a:spAutoFit/>
          </a:bodyPr>
          <a:lstStyle/>
          <a:p>
            <a:r>
              <a:rPr lang="en-US" altLang="zh-CN" dirty="0"/>
              <a:t>http://www.uta.edu/nano/facility.php?id=55&amp;cat2=STM</a:t>
            </a:r>
            <a:endParaRPr lang="zh-CN" altLang="en-US" dirty="0"/>
          </a:p>
        </p:txBody>
      </p:sp>
      <p:graphicFrame>
        <p:nvGraphicFramePr>
          <p:cNvPr id="2" name="表格 1">
            <a:extLst>
              <a:ext uri="{FF2B5EF4-FFF2-40B4-BE49-F238E27FC236}">
                <a16:creationId xmlns:a16="http://schemas.microsoft.com/office/drawing/2014/main" id="{FB7BCB0E-A487-AB77-B339-97778C9C1DB9}"/>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374224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616" y="32504"/>
            <a:ext cx="6945845" cy="6825496"/>
          </a:xfrm>
          <a:prstGeom prst="rect">
            <a:avLst/>
          </a:prstGeom>
        </p:spPr>
      </p:pic>
      <p:sp>
        <p:nvSpPr>
          <p:cNvPr id="3" name="矩形 2"/>
          <p:cNvSpPr/>
          <p:nvPr/>
        </p:nvSpPr>
        <p:spPr>
          <a:xfrm>
            <a:off x="4223793" y="6534834"/>
            <a:ext cx="6436107" cy="369332"/>
          </a:xfrm>
          <a:prstGeom prst="rect">
            <a:avLst/>
          </a:prstGeom>
        </p:spPr>
        <p:txBody>
          <a:bodyPr wrap="square">
            <a:spAutoFit/>
          </a:bodyPr>
          <a:lstStyle/>
          <a:p>
            <a:r>
              <a:rPr lang="en-US" altLang="zh-CN" dirty="0"/>
              <a:t>http://www.attocube.com/nanoSCOPY/fundamentalsSTM.html</a:t>
            </a:r>
            <a:endParaRPr lang="zh-CN" altLang="en-US" dirty="0"/>
          </a:p>
        </p:txBody>
      </p:sp>
      <p:graphicFrame>
        <p:nvGraphicFramePr>
          <p:cNvPr id="4" name="表格 3">
            <a:extLst>
              <a:ext uri="{FF2B5EF4-FFF2-40B4-BE49-F238E27FC236}">
                <a16:creationId xmlns:a16="http://schemas.microsoft.com/office/drawing/2014/main" id="{E4832F63-1E40-C844-1E46-48D0B4502342}"/>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43192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1624" y="260648"/>
            <a:ext cx="6520541" cy="5988602"/>
          </a:xfrm>
          <a:prstGeom prst="rect">
            <a:avLst/>
          </a:prstGeom>
        </p:spPr>
      </p:pic>
      <p:sp>
        <p:nvSpPr>
          <p:cNvPr id="3" name="矩形 2"/>
          <p:cNvSpPr/>
          <p:nvPr/>
        </p:nvSpPr>
        <p:spPr>
          <a:xfrm>
            <a:off x="2351584" y="6237313"/>
            <a:ext cx="7416824" cy="646331"/>
          </a:xfrm>
          <a:prstGeom prst="rect">
            <a:avLst/>
          </a:prstGeom>
        </p:spPr>
        <p:txBody>
          <a:bodyPr wrap="square">
            <a:spAutoFit/>
          </a:bodyPr>
          <a:lstStyle/>
          <a:p>
            <a:r>
              <a:rPr lang="en-US" altLang="zh-CN" dirty="0"/>
              <a:t>http://msewww2.engin.umich.edu:8383/msewww/research/highlights/electrochemical-etching-of-ultrasharp-tungsten-stm-tips</a:t>
            </a:r>
            <a:endParaRPr lang="zh-CN" altLang="en-US" dirty="0"/>
          </a:p>
        </p:txBody>
      </p:sp>
      <p:graphicFrame>
        <p:nvGraphicFramePr>
          <p:cNvPr id="4" name="表格 3">
            <a:extLst>
              <a:ext uri="{FF2B5EF4-FFF2-40B4-BE49-F238E27FC236}">
                <a16:creationId xmlns:a16="http://schemas.microsoft.com/office/drawing/2014/main" id="{B1467A9F-AC6B-9319-BEAC-B2AE50FDE9FC}"/>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87130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扫描隧穿显微镜</a:t>
            </a:r>
          </a:p>
        </p:txBody>
      </p:sp>
      <p:pic>
        <p:nvPicPr>
          <p:cNvPr id="4" name="内容占位符 3" descr="highly_resolved_stm_1_300.jpg"/>
          <p:cNvPicPr>
            <a:picLocks noGrp="1" noChangeAspect="1"/>
          </p:cNvPicPr>
          <p:nvPr>
            <p:ph idx="1"/>
          </p:nvPr>
        </p:nvPicPr>
        <p:blipFill>
          <a:blip r:embed="rId2"/>
          <a:stretch>
            <a:fillRect/>
          </a:stretch>
        </p:blipFill>
        <p:spPr>
          <a:xfrm>
            <a:off x="1523968" y="1857364"/>
            <a:ext cx="4143404" cy="4143404"/>
          </a:xfrm>
        </p:spPr>
      </p:pic>
      <p:pic>
        <p:nvPicPr>
          <p:cNvPr id="5" name="图片 4" descr="AdUHV-STM-L1.jpg"/>
          <p:cNvPicPr>
            <a:picLocks noChangeAspect="1"/>
          </p:cNvPicPr>
          <p:nvPr/>
        </p:nvPicPr>
        <p:blipFill>
          <a:blip r:embed="rId3"/>
          <a:stretch>
            <a:fillRect/>
          </a:stretch>
        </p:blipFill>
        <p:spPr>
          <a:xfrm>
            <a:off x="5873765" y="1857364"/>
            <a:ext cx="4794235" cy="4148137"/>
          </a:xfrm>
          <a:prstGeom prst="rect">
            <a:avLst/>
          </a:prstGeom>
        </p:spPr>
      </p:pic>
      <p:graphicFrame>
        <p:nvGraphicFramePr>
          <p:cNvPr id="3" name="表格 2">
            <a:extLst>
              <a:ext uri="{FF2B5EF4-FFF2-40B4-BE49-F238E27FC236}">
                <a16:creationId xmlns:a16="http://schemas.microsoft.com/office/drawing/2014/main" id="{3AC5DADE-4542-144C-E797-B10D36266240}"/>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43672" y="5836622"/>
            <a:ext cx="6462464" cy="369332"/>
          </a:xfrm>
          <a:prstGeom prst="rect">
            <a:avLst/>
          </a:prstGeom>
        </p:spPr>
        <p:txBody>
          <a:bodyPr wrap="square">
            <a:spAutoFit/>
          </a:bodyPr>
          <a:lstStyle/>
          <a:p>
            <a:r>
              <a:rPr lang="en-US" altLang="zh-CN" dirty="0"/>
              <a:t>http://www.unisoku.com/products/SPMSampleImage.html</a:t>
            </a: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1824" y="983369"/>
            <a:ext cx="3168351" cy="3168351"/>
          </a:xfrm>
          <a:prstGeom prst="rect">
            <a:avLst/>
          </a:prstGeom>
        </p:spPr>
      </p:pic>
      <p:sp>
        <p:nvSpPr>
          <p:cNvPr id="5" name="矩形 4"/>
          <p:cNvSpPr/>
          <p:nvPr/>
        </p:nvSpPr>
        <p:spPr>
          <a:xfrm>
            <a:off x="4382196" y="4281184"/>
            <a:ext cx="3427605" cy="646331"/>
          </a:xfrm>
          <a:prstGeom prst="rect">
            <a:avLst/>
          </a:prstGeom>
        </p:spPr>
        <p:txBody>
          <a:bodyPr wrap="none">
            <a:spAutoFit/>
          </a:bodyPr>
          <a:lstStyle/>
          <a:p>
            <a:r>
              <a:rPr lang="en-US" altLang="zh-CN" dirty="0"/>
              <a:t>STM Topographic Image of Si (100)</a:t>
            </a:r>
          </a:p>
          <a:p>
            <a:r>
              <a:rPr lang="en-US" altLang="zh-CN" dirty="0"/>
              <a:t>Field of View: 3nm x 3nm</a:t>
            </a:r>
            <a:endParaRPr lang="zh-CN" altLang="en-US" dirty="0"/>
          </a:p>
        </p:txBody>
      </p:sp>
      <p:graphicFrame>
        <p:nvGraphicFramePr>
          <p:cNvPr id="2" name="表格 1">
            <a:extLst>
              <a:ext uri="{FF2B5EF4-FFF2-40B4-BE49-F238E27FC236}">
                <a16:creationId xmlns:a16="http://schemas.microsoft.com/office/drawing/2014/main" id="{2FD2EFFA-593F-9C6B-BB62-B2B20E2CCA99}"/>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6247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29600" cy="1725602"/>
          </a:xfrm>
        </p:spPr>
        <p:txBody>
          <a:bodyPr>
            <a:normAutofit/>
          </a:bodyPr>
          <a:lstStyle/>
          <a:p>
            <a:r>
              <a:rPr lang="zh-CN" altLang="en-US" dirty="0"/>
              <a:t>原子力显微镜</a:t>
            </a:r>
            <a:r>
              <a:rPr lang="en-US" altLang="zh-CN" dirty="0"/>
              <a:t>(AFM)</a:t>
            </a:r>
            <a:br>
              <a:rPr lang="en-US" altLang="zh-CN" dirty="0"/>
            </a:br>
            <a:r>
              <a:rPr lang="en-US" altLang="zh-CN" dirty="0"/>
              <a:t>Atomic Force Microscope</a:t>
            </a:r>
            <a:endParaRPr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1119" y="1844676"/>
            <a:ext cx="5909763" cy="4525963"/>
          </a:xfrm>
        </p:spPr>
      </p:pic>
      <p:sp>
        <p:nvSpPr>
          <p:cNvPr id="3" name="矩形 2"/>
          <p:cNvSpPr/>
          <p:nvPr/>
        </p:nvSpPr>
        <p:spPr>
          <a:xfrm>
            <a:off x="3287688" y="6381328"/>
            <a:ext cx="6696744" cy="369332"/>
          </a:xfrm>
          <a:prstGeom prst="rect">
            <a:avLst/>
          </a:prstGeom>
        </p:spPr>
        <p:txBody>
          <a:bodyPr wrap="square">
            <a:spAutoFit/>
          </a:bodyPr>
          <a:lstStyle/>
          <a:p>
            <a:r>
              <a:rPr lang="en-US" altLang="zh-CN" dirty="0"/>
              <a:t>http://en.wikipedia.org/wiki/Atomic_force_microscopy</a:t>
            </a:r>
            <a:endParaRPr lang="zh-CN" altLang="en-US" dirty="0"/>
          </a:p>
        </p:txBody>
      </p:sp>
      <p:graphicFrame>
        <p:nvGraphicFramePr>
          <p:cNvPr id="4" name="表格 3">
            <a:extLst>
              <a:ext uri="{FF2B5EF4-FFF2-40B4-BE49-F238E27FC236}">
                <a16:creationId xmlns:a16="http://schemas.microsoft.com/office/drawing/2014/main" id="{DF73FADB-66D9-408D-8E08-35E98F848934}"/>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19001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2077" y="-2"/>
            <a:ext cx="5223026" cy="6453338"/>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408" y="747862"/>
            <a:ext cx="4924425" cy="5705475"/>
          </a:xfrm>
          <a:prstGeom prst="rect">
            <a:avLst/>
          </a:prstGeom>
        </p:spPr>
      </p:pic>
      <p:graphicFrame>
        <p:nvGraphicFramePr>
          <p:cNvPr id="2" name="表格 1">
            <a:extLst>
              <a:ext uri="{FF2B5EF4-FFF2-40B4-BE49-F238E27FC236}">
                <a16:creationId xmlns:a16="http://schemas.microsoft.com/office/drawing/2014/main" id="{A983E532-D82E-39B1-050E-6398CA91B701}"/>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32268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原子力显微镜</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5720" y="1412777"/>
            <a:ext cx="5544616" cy="5048295"/>
          </a:xfrm>
          <a:prstGeom prst="rect">
            <a:avLst/>
          </a:prstGeom>
        </p:spPr>
      </p:pic>
      <p:graphicFrame>
        <p:nvGraphicFramePr>
          <p:cNvPr id="3" name="表格 2">
            <a:extLst>
              <a:ext uri="{FF2B5EF4-FFF2-40B4-BE49-F238E27FC236}">
                <a16:creationId xmlns:a16="http://schemas.microsoft.com/office/drawing/2014/main" id="{2736884B-2FBF-005B-1723-55D9CED4E13F}"/>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83972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496" y="980728"/>
            <a:ext cx="9103138" cy="4824536"/>
          </a:xfrm>
          <a:prstGeom prst="rect">
            <a:avLst/>
          </a:prstGeom>
        </p:spPr>
      </p:pic>
      <p:graphicFrame>
        <p:nvGraphicFramePr>
          <p:cNvPr id="2" name="表格 1">
            <a:extLst>
              <a:ext uri="{FF2B5EF4-FFF2-40B4-BE49-F238E27FC236}">
                <a16:creationId xmlns:a16="http://schemas.microsoft.com/office/drawing/2014/main" id="{5C9032C8-7E1D-E6C5-F83A-9AEE4837B0FA}"/>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656168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5560" y="75556"/>
            <a:ext cx="7632848" cy="6779174"/>
          </a:xfrm>
          <a:prstGeom prst="rect">
            <a:avLst/>
          </a:prstGeom>
        </p:spPr>
      </p:pic>
      <p:graphicFrame>
        <p:nvGraphicFramePr>
          <p:cNvPr id="3" name="表格 2">
            <a:extLst>
              <a:ext uri="{FF2B5EF4-FFF2-40B4-BE49-F238E27FC236}">
                <a16:creationId xmlns:a16="http://schemas.microsoft.com/office/drawing/2014/main" id="{B4379658-96C8-0EEC-E5B1-A4A4DB4E2C7B}"/>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84278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原子力显微镜</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8692" y="1600201"/>
            <a:ext cx="6034617" cy="4525963"/>
          </a:xfrm>
        </p:spPr>
      </p:pic>
      <p:graphicFrame>
        <p:nvGraphicFramePr>
          <p:cNvPr id="3" name="表格 2">
            <a:extLst>
              <a:ext uri="{FF2B5EF4-FFF2-40B4-BE49-F238E27FC236}">
                <a16:creationId xmlns:a16="http://schemas.microsoft.com/office/drawing/2014/main" id="{64B25826-F585-1D91-6A77-EAD5891A5123}"/>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250196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252686"/>
            <a:ext cx="8535438" cy="660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表格 1">
            <a:extLst>
              <a:ext uri="{FF2B5EF4-FFF2-40B4-BE49-F238E27FC236}">
                <a16:creationId xmlns:a16="http://schemas.microsoft.com/office/drawing/2014/main" id="{98114DA0-CCC2-1C4F-7C3F-82996061CBA7}"/>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6883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115214"/>
            <a:ext cx="8462714" cy="6770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表格 1">
            <a:extLst>
              <a:ext uri="{FF2B5EF4-FFF2-40B4-BE49-F238E27FC236}">
                <a16:creationId xmlns:a16="http://schemas.microsoft.com/office/drawing/2014/main" id="{1B69B025-11B0-6FD3-FE6D-0B20E43EBD08}"/>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668945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27384"/>
            <a:ext cx="85725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表格 1">
            <a:extLst>
              <a:ext uri="{FF2B5EF4-FFF2-40B4-BE49-F238E27FC236}">
                <a16:creationId xmlns:a16="http://schemas.microsoft.com/office/drawing/2014/main" id="{B8F334EF-9CDA-6246-EF52-BF20B8785B3F}"/>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0488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528" y="57606"/>
            <a:ext cx="8534722" cy="6827778"/>
          </a:xfrm>
          <a:prstGeom prst="rect">
            <a:avLst/>
          </a:prstGeom>
        </p:spPr>
      </p:pic>
      <p:graphicFrame>
        <p:nvGraphicFramePr>
          <p:cNvPr id="3" name="表格 2">
            <a:extLst>
              <a:ext uri="{FF2B5EF4-FFF2-40B4-BE49-F238E27FC236}">
                <a16:creationId xmlns:a16="http://schemas.microsoft.com/office/drawing/2014/main" id="{57118F4F-4242-F331-165A-F598B573F247}"/>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33671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The Chemical Structure of a Molecule Resolved by Atomic Force Microscopy</a:t>
            </a:r>
            <a:endParaRPr lang="zh-CN" altLang="en-US" sz="2800" dirty="0"/>
          </a:p>
        </p:txBody>
      </p:sp>
      <p:sp>
        <p:nvSpPr>
          <p:cNvPr id="4" name="矩形 3"/>
          <p:cNvSpPr/>
          <p:nvPr/>
        </p:nvSpPr>
        <p:spPr>
          <a:xfrm>
            <a:off x="2922422" y="6101727"/>
            <a:ext cx="6701970" cy="646331"/>
          </a:xfrm>
          <a:prstGeom prst="rect">
            <a:avLst/>
          </a:prstGeom>
        </p:spPr>
        <p:txBody>
          <a:bodyPr wrap="square">
            <a:spAutoFit/>
          </a:bodyPr>
          <a:lstStyle/>
          <a:p>
            <a:r>
              <a:rPr lang="en-US" altLang="zh-CN" dirty="0"/>
              <a:t>Leo Gross, et. al., Science, 325, 1110, Aug 28 2009</a:t>
            </a:r>
          </a:p>
          <a:p>
            <a:r>
              <a:rPr lang="en-US" altLang="zh-CN" dirty="0"/>
              <a:t>Leo Gross, IBM research laboratory in Zurich, Switzerland</a:t>
            </a:r>
          </a:p>
        </p:txBody>
      </p:sp>
      <p:pic>
        <p:nvPicPr>
          <p:cNvPr id="1167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1412776"/>
            <a:ext cx="9144000" cy="447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表格 2">
            <a:extLst>
              <a:ext uri="{FF2B5EF4-FFF2-40B4-BE49-F238E27FC236}">
                <a16:creationId xmlns:a16="http://schemas.microsoft.com/office/drawing/2014/main" id="{FCEE72B0-D576-0330-020B-E189C07DDE63}"/>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076002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53121" y="6195774"/>
            <a:ext cx="5742384" cy="36933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r>
              <a:rPr lang="en-US" altLang="zh-CN" dirty="0"/>
              <a:t>http://nanotechweb.org/cws/article/tech/40257</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7849" y="836712"/>
            <a:ext cx="4176464" cy="4761169"/>
          </a:xfrm>
          <a:prstGeom prst="rect">
            <a:avLst/>
          </a:prstGeom>
        </p:spPr>
      </p:pic>
      <p:sp>
        <p:nvSpPr>
          <p:cNvPr id="9" name="矩形 8"/>
          <p:cNvSpPr/>
          <p:nvPr/>
        </p:nvSpPr>
        <p:spPr>
          <a:xfrm>
            <a:off x="6528048" y="758310"/>
            <a:ext cx="3888432" cy="4893647"/>
          </a:xfrm>
          <a:prstGeom prst="rect">
            <a:avLst/>
          </a:prstGeom>
          <a:ln w="25400">
            <a:solidFill>
              <a:schemeClr val="accent1"/>
            </a:solidFill>
          </a:ln>
        </p:spPr>
        <p:txBody>
          <a:bodyPr wrap="square">
            <a:spAutoFit/>
          </a:bodyPr>
          <a:lstStyle/>
          <a:p>
            <a:pPr algn="just"/>
            <a:r>
              <a:rPr lang="en-US" altLang="zh-CN" sz="2400" dirty="0"/>
              <a:t>Gross realized that the atom or molecule at the very tip of the AFM probe governs the contrast and resolution of the microscopy. For this reason, they replaced the metal tip of conventional AFMs </a:t>
            </a:r>
            <a:r>
              <a:rPr lang="en-US" altLang="zh-CN" sz="2400" dirty="0">
                <a:solidFill>
                  <a:srgbClr val="FF0000"/>
                </a:solidFill>
              </a:rPr>
              <a:t>with a single molecule of carbon monoxide (CO), </a:t>
            </a:r>
            <a:r>
              <a:rPr lang="en-US" altLang="zh-CN" sz="2400" dirty="0"/>
              <a:t>which is very stable as well as being subject to significantly smaller van der Waals forces when in close proximity to a sample.</a:t>
            </a:r>
            <a:endParaRPr lang="zh-CN" altLang="en-US" sz="2400" dirty="0"/>
          </a:p>
        </p:txBody>
      </p:sp>
      <p:graphicFrame>
        <p:nvGraphicFramePr>
          <p:cNvPr id="2" name="表格 1">
            <a:extLst>
              <a:ext uri="{FF2B5EF4-FFF2-40B4-BE49-F238E27FC236}">
                <a16:creationId xmlns:a16="http://schemas.microsoft.com/office/drawing/2014/main" id="{74113092-EDF5-64B7-03A5-828CDE363532}"/>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89658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46358" y="6101727"/>
            <a:ext cx="8064896" cy="646331"/>
          </a:xfrm>
          <a:prstGeom prst="rect">
            <a:avLst/>
          </a:prstGeom>
        </p:spPr>
        <p:txBody>
          <a:bodyPr wrap="square">
            <a:spAutoFit/>
          </a:bodyPr>
          <a:lstStyle/>
          <a:p>
            <a:r>
              <a:rPr lang="en-US" altLang="zh-CN" dirty="0"/>
              <a:t>Dimas G. de </a:t>
            </a:r>
            <a:r>
              <a:rPr lang="en-US" altLang="zh-CN" dirty="0" err="1"/>
              <a:t>Oteyza</a:t>
            </a:r>
            <a:r>
              <a:rPr lang="en-US" altLang="zh-CN" dirty="0"/>
              <a:t>, et. al., Science, 340, 1413, May 30 2013</a:t>
            </a:r>
          </a:p>
          <a:p>
            <a:r>
              <a:rPr lang="en-US" altLang="zh-CN" dirty="0"/>
              <a:t>Felix R. Fischer &amp; Michael F. </a:t>
            </a:r>
            <a:r>
              <a:rPr lang="en-US" altLang="zh-CN" dirty="0" err="1"/>
              <a:t>Crommie</a:t>
            </a:r>
            <a:r>
              <a:rPr lang="en-US" altLang="zh-CN" dirty="0"/>
              <a:t>, University of California, Berkeley</a:t>
            </a:r>
            <a:endParaRPr lang="zh-CN" altLang="en-US" dirty="0"/>
          </a:p>
        </p:txBody>
      </p:sp>
      <p:sp>
        <p:nvSpPr>
          <p:cNvPr id="3" name="标题 2"/>
          <p:cNvSpPr>
            <a:spLocks noGrp="1"/>
          </p:cNvSpPr>
          <p:nvPr>
            <p:ph type="title"/>
          </p:nvPr>
        </p:nvSpPr>
        <p:spPr/>
        <p:txBody>
          <a:bodyPr>
            <a:normAutofit/>
          </a:bodyPr>
          <a:lstStyle/>
          <a:p>
            <a:r>
              <a:rPr lang="en-US" altLang="zh-CN" sz="2800" dirty="0"/>
              <a:t>Direct Imaging of Covalent Bond Structure in Single-Molecule Chemical Reactions</a:t>
            </a:r>
            <a:endParaRPr lang="zh-CN" altLang="en-US" sz="2800" dirty="0"/>
          </a:p>
        </p:txBody>
      </p:sp>
      <p:pic>
        <p:nvPicPr>
          <p:cNvPr id="114690" name="Picture 2" descr="http://www.sciencemag.org/content/340/6139/1434/F1.lar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517884"/>
            <a:ext cx="9144000" cy="3486151"/>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1919536" y="5262300"/>
            <a:ext cx="8352928" cy="830997"/>
          </a:xfrm>
          <a:prstGeom prst="rect">
            <a:avLst/>
          </a:prstGeom>
        </p:spPr>
        <p:txBody>
          <a:bodyPr wrap="square">
            <a:spAutoFit/>
          </a:bodyPr>
          <a:lstStyle/>
          <a:p>
            <a:r>
              <a:rPr lang="en-US" altLang="zh-CN" sz="2400" b="1" dirty="0">
                <a:solidFill>
                  <a:srgbClr val="FF0000"/>
                </a:solidFill>
              </a:rPr>
              <a:t>STM images </a:t>
            </a:r>
            <a:r>
              <a:rPr lang="en-US" altLang="zh-CN" sz="2400" dirty="0"/>
              <a:t>of a reactant-decorated Ag(100) surface before and after thermally induced cyclization reactions.</a:t>
            </a:r>
            <a:endParaRPr lang="zh-CN" altLang="en-US" sz="2400" dirty="0"/>
          </a:p>
        </p:txBody>
      </p:sp>
      <p:graphicFrame>
        <p:nvGraphicFramePr>
          <p:cNvPr id="4" name="表格 3">
            <a:extLst>
              <a:ext uri="{FF2B5EF4-FFF2-40B4-BE49-F238E27FC236}">
                <a16:creationId xmlns:a16="http://schemas.microsoft.com/office/drawing/2014/main" id="{E9E8D514-D8AD-D2C6-BB1B-CFB99611EBB2}"/>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652620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188641"/>
            <a:ext cx="9181024" cy="6663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表格 1">
            <a:extLst>
              <a:ext uri="{FF2B5EF4-FFF2-40B4-BE49-F238E27FC236}">
                <a16:creationId xmlns:a16="http://schemas.microsoft.com/office/drawing/2014/main" id="{A06CBF45-FBD8-2A4D-8982-9991C460E50E}"/>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81136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30610" y="5013176"/>
            <a:ext cx="8393212" cy="707886"/>
          </a:xfrm>
          <a:prstGeom prst="rect">
            <a:avLst/>
          </a:prstGeom>
          <a:noFill/>
        </p:spPr>
        <p:txBody>
          <a:bodyPr wrap="square" rtlCol="0">
            <a:spAutoFit/>
          </a:bodyPr>
          <a:lstStyle/>
          <a:p>
            <a:r>
              <a:rPr lang="zh-CN" altLang="en-US" sz="2000" dirty="0"/>
              <a:t>在超高真空和低温条件下，通过原子力显微镜（</a:t>
            </a:r>
            <a:r>
              <a:rPr lang="en-US" altLang="zh-CN" sz="2000" dirty="0"/>
              <a:t>AFM</a:t>
            </a:r>
            <a:r>
              <a:rPr lang="zh-CN" altLang="en-US" sz="2000" dirty="0"/>
              <a:t>）观测在铜单晶表面吸附的</a:t>
            </a:r>
            <a:r>
              <a:rPr lang="en-US" altLang="zh-CN" sz="2000" dirty="0"/>
              <a:t>8-</a:t>
            </a:r>
            <a:r>
              <a:rPr lang="zh-CN" altLang="en-US" sz="2000" dirty="0"/>
              <a:t>羟基喹啉分子，获得了其化学骨架、分子间氢键的高分辨图像</a:t>
            </a:r>
          </a:p>
        </p:txBody>
      </p:sp>
      <p:sp>
        <p:nvSpPr>
          <p:cNvPr id="3" name="矩形 2"/>
          <p:cNvSpPr/>
          <p:nvPr/>
        </p:nvSpPr>
        <p:spPr>
          <a:xfrm>
            <a:off x="1500956" y="5877273"/>
            <a:ext cx="9252520" cy="646331"/>
          </a:xfrm>
          <a:prstGeom prst="rect">
            <a:avLst/>
          </a:prstGeom>
        </p:spPr>
        <p:txBody>
          <a:bodyPr wrap="square">
            <a:spAutoFit/>
          </a:bodyPr>
          <a:lstStyle/>
          <a:p>
            <a:r>
              <a:rPr lang="en-US" altLang="zh-CN" dirty="0"/>
              <a:t>Jun Zhang, </a:t>
            </a:r>
            <a:r>
              <a:rPr lang="en-US" altLang="zh-CN" dirty="0" err="1"/>
              <a:t>Pengcheng</a:t>
            </a:r>
            <a:r>
              <a:rPr lang="en-US" altLang="zh-CN" dirty="0"/>
              <a:t> Chen, </a:t>
            </a:r>
            <a:r>
              <a:rPr lang="en-US" altLang="zh-CN" dirty="0" err="1"/>
              <a:t>Bingkai</a:t>
            </a:r>
            <a:r>
              <a:rPr lang="en-US" altLang="zh-CN" dirty="0"/>
              <a:t> Yuan, </a:t>
            </a:r>
            <a:r>
              <a:rPr lang="en-US" altLang="zh-CN" dirty="0" err="1"/>
              <a:t>Zhihai</a:t>
            </a:r>
            <a:r>
              <a:rPr lang="en-US" altLang="zh-CN" dirty="0"/>
              <a:t> Cheng, </a:t>
            </a:r>
            <a:r>
              <a:rPr lang="en-US" altLang="zh-CN" dirty="0" err="1"/>
              <a:t>Xiaohui</a:t>
            </a:r>
            <a:r>
              <a:rPr lang="en-US" altLang="zh-CN" dirty="0"/>
              <a:t> </a:t>
            </a:r>
            <a:r>
              <a:rPr lang="en-US" altLang="zh-CN" dirty="0" err="1"/>
              <a:t>Qiu</a:t>
            </a:r>
            <a:r>
              <a:rPr lang="en-US" altLang="zh-CN" dirty="0"/>
              <a:t>, Science, 342, 611(2013)</a:t>
            </a:r>
          </a:p>
          <a:p>
            <a:r>
              <a:rPr lang="en-US" altLang="zh-CN" dirty="0"/>
              <a:t>Real-Space Identification of Intermolecular Bonding with Atomic Force Microscopy</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528" y="1062571"/>
            <a:ext cx="4191000" cy="238125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024" y="1097471"/>
            <a:ext cx="4191000" cy="3486150"/>
          </a:xfrm>
          <a:prstGeom prst="rect">
            <a:avLst/>
          </a:prstGeom>
        </p:spPr>
      </p:pic>
      <p:graphicFrame>
        <p:nvGraphicFramePr>
          <p:cNvPr id="4" name="表格 3">
            <a:extLst>
              <a:ext uri="{FF2B5EF4-FFF2-40B4-BE49-F238E27FC236}">
                <a16:creationId xmlns:a16="http://schemas.microsoft.com/office/drawing/2014/main" id="{83CD1799-26A5-A390-6C34-CA6420717D7E}"/>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330227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网络学习资源</a:t>
            </a:r>
          </a:p>
        </p:txBody>
      </p:sp>
      <p:sp>
        <p:nvSpPr>
          <p:cNvPr id="3" name="内容占位符 2"/>
          <p:cNvSpPr>
            <a:spLocks noGrp="1"/>
          </p:cNvSpPr>
          <p:nvPr>
            <p:ph idx="1"/>
          </p:nvPr>
        </p:nvSpPr>
        <p:spPr/>
        <p:txBody>
          <a:bodyPr>
            <a:normAutofit/>
          </a:bodyPr>
          <a:lstStyle/>
          <a:p>
            <a:r>
              <a:rPr lang="en-US" altLang="zh-CN" dirty="0"/>
              <a:t>X</a:t>
            </a:r>
            <a:r>
              <a:rPr lang="zh-CN" altLang="en-US" dirty="0"/>
              <a:t>射线衍射（转动晶体法）</a:t>
            </a:r>
            <a:endParaRPr lang="en-US" altLang="zh-CN" dirty="0"/>
          </a:p>
          <a:p>
            <a:pPr>
              <a:buNone/>
            </a:pPr>
            <a:r>
              <a:rPr lang="en-US" altLang="en-US" dirty="0">
                <a:hlinkClick r:id="rId3"/>
              </a:rPr>
              <a:t>http://www.physics.byu.edu/faculty/campbell/animations/x-ray_diffraction.html</a:t>
            </a:r>
            <a:endParaRPr lang="en-US" altLang="en-US" dirty="0"/>
          </a:p>
          <a:p>
            <a:endParaRPr lang="en-US" altLang="zh-CN" dirty="0"/>
          </a:p>
          <a:p>
            <a:r>
              <a:rPr lang="zh-CN" altLang="en-US" dirty="0"/>
              <a:t>各种晶体衍射法</a:t>
            </a:r>
            <a:endParaRPr lang="en-US" altLang="zh-CN" dirty="0"/>
          </a:p>
          <a:p>
            <a:pPr>
              <a:buNone/>
            </a:pPr>
            <a:r>
              <a:rPr lang="en-US" altLang="zh-CN" dirty="0">
                <a:hlinkClick r:id="rId4"/>
              </a:rPr>
              <a:t>http://www.xtal.iqfr.csic.es/Cristalografia/parte_06-en.html</a:t>
            </a:r>
            <a:endParaRPr lang="en-US" altLang="en-US" dirty="0"/>
          </a:p>
          <a:p>
            <a:pPr>
              <a:buNone/>
            </a:pPr>
            <a:endParaRPr lang="zh-CN" altLang="en-US" dirty="0"/>
          </a:p>
        </p:txBody>
      </p:sp>
      <p:graphicFrame>
        <p:nvGraphicFramePr>
          <p:cNvPr id="4" name="表格 3">
            <a:extLst>
              <a:ext uri="{FF2B5EF4-FFF2-40B4-BE49-F238E27FC236}">
                <a16:creationId xmlns:a16="http://schemas.microsoft.com/office/drawing/2014/main" id="{2EFAC95D-DA8D-7E20-4708-321F9AF0FEE5}"/>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本课小结</a:t>
            </a:r>
          </a:p>
        </p:txBody>
      </p:sp>
      <p:sp>
        <p:nvSpPr>
          <p:cNvPr id="3" name="内容占位符 2"/>
          <p:cNvSpPr>
            <a:spLocks noGrp="1"/>
          </p:cNvSpPr>
          <p:nvPr>
            <p:ph idx="1"/>
          </p:nvPr>
        </p:nvSpPr>
        <p:spPr/>
        <p:txBody>
          <a:bodyPr/>
          <a:lstStyle/>
          <a:p>
            <a:r>
              <a:rPr lang="en-US" altLang="zh-CN" dirty="0"/>
              <a:t>Ewald</a:t>
            </a:r>
            <a:r>
              <a:rPr lang="zh-CN" altLang="en-US" dirty="0"/>
              <a:t>球：反射球，限域球（极限球）</a:t>
            </a:r>
            <a:endParaRPr lang="en-US" altLang="zh-CN" dirty="0"/>
          </a:p>
          <a:p>
            <a:r>
              <a:rPr lang="en-US" altLang="zh-CN" dirty="0"/>
              <a:t>X</a:t>
            </a:r>
            <a:r>
              <a:rPr lang="zh-CN" altLang="en-US" dirty="0"/>
              <a:t>射线衍射图测量方法：劳厄法，转晶法</a:t>
            </a:r>
            <a:endParaRPr lang="en-US" altLang="zh-CN" dirty="0"/>
          </a:p>
          <a:p>
            <a:r>
              <a:rPr lang="zh-CN" altLang="en-US" dirty="0"/>
              <a:t>结构因子、消光条件与衍射峰强</a:t>
            </a:r>
            <a:endParaRPr lang="en-US" altLang="zh-CN" dirty="0"/>
          </a:p>
          <a:p>
            <a:r>
              <a:rPr lang="zh-CN" altLang="en-US" dirty="0"/>
              <a:t>电子衍射、中子衍射</a:t>
            </a:r>
            <a:endParaRPr lang="en-US" altLang="zh-CN" dirty="0"/>
          </a:p>
          <a:p>
            <a:r>
              <a:rPr lang="en-US" altLang="zh-CN" dirty="0"/>
              <a:t>STM</a:t>
            </a:r>
            <a:r>
              <a:rPr lang="zh-CN" altLang="en-US" dirty="0"/>
              <a:t>与</a:t>
            </a:r>
            <a:r>
              <a:rPr lang="en-US" altLang="zh-CN" dirty="0"/>
              <a:t>AFM</a:t>
            </a:r>
            <a:r>
              <a:rPr lang="zh-CN" altLang="en-US" dirty="0"/>
              <a:t>简介</a:t>
            </a:r>
          </a:p>
        </p:txBody>
      </p:sp>
      <p:graphicFrame>
        <p:nvGraphicFramePr>
          <p:cNvPr id="4" name="表格 3">
            <a:extLst>
              <a:ext uri="{FF2B5EF4-FFF2-40B4-BE49-F238E27FC236}">
                <a16:creationId xmlns:a16="http://schemas.microsoft.com/office/drawing/2014/main" id="{9745B864-965F-6E37-6147-DC9F4B69EB0B}"/>
              </a:ext>
            </a:extLst>
          </p:cNvPr>
          <p:cNvGraphicFramePr>
            <a:graphicFrameLocks noGrp="1"/>
          </p:cNvGraphicFramePr>
          <p:nvPr>
            <p:extLst>
              <p:ext uri="{D42A27DB-BD31-4B8C-83A1-F6EECF244321}">
                <p14:modId xmlns:p14="http://schemas.microsoft.com/office/powerpoint/2010/main" val="3512298200"/>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16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Calibri"/>
        <a:ea typeface="黑体"/>
        <a:cs typeface=""/>
      </a:majorFont>
      <a:minorFont>
        <a:latin typeface="Calibri"/>
        <a:ea typeface="黑体"/>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408</TotalTime>
  <Words>3430</Words>
  <Application>Microsoft Office PowerPoint</Application>
  <PresentationFormat>宽屏</PresentationFormat>
  <Paragraphs>444</Paragraphs>
  <Slides>58</Slides>
  <Notes>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58</vt:i4>
      </vt:variant>
    </vt:vector>
  </HeadingPairs>
  <TitlesOfParts>
    <vt:vector size="69" baseType="lpstr">
      <vt:lpstr>黑体</vt:lpstr>
      <vt:lpstr>微软雅黑</vt:lpstr>
      <vt:lpstr>Aptos</vt:lpstr>
      <vt:lpstr>Arial</vt:lpstr>
      <vt:lpstr>Calibri</vt:lpstr>
      <vt:lpstr>Cambria Math</vt:lpstr>
      <vt:lpstr>Times New Roman</vt:lpstr>
      <vt:lpstr>Wingdings 2</vt:lpstr>
      <vt:lpstr>Office 2013 - 2022 主题</vt:lpstr>
      <vt:lpstr>Image</vt:lpstr>
      <vt:lpstr>Equation</vt:lpstr>
      <vt:lpstr>固体物理（2班） Solid state physics</vt:lpstr>
      <vt:lpstr>第一章 晶体结构</vt:lpstr>
      <vt:lpstr>X射线衍射（X-Ray Diffraction, XRD）</vt:lpstr>
      <vt:lpstr>X射线衍射（X-Ray Diffraction, XRD）</vt:lpstr>
      <vt:lpstr>X射线衍射</vt:lpstr>
      <vt:lpstr>回顾：倒易空间和倒格子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Ewald sphere</vt:lpstr>
      <vt:lpstr>Ewald sphere</vt:lpstr>
      <vt:lpstr>Laue method</vt:lpstr>
      <vt:lpstr>Laue method</vt:lpstr>
      <vt:lpstr>Laue method</vt:lpstr>
      <vt:lpstr>Weissenberg method</vt:lpstr>
      <vt:lpstr>衍射峰强度</vt:lpstr>
      <vt:lpstr>结构因子</vt:lpstr>
      <vt:lpstr>结构因子</vt:lpstr>
      <vt:lpstr>结构因子</vt:lpstr>
      <vt:lpstr>Have a try!</vt:lpstr>
      <vt:lpstr>消光</vt:lpstr>
      <vt:lpstr>消光</vt:lpstr>
      <vt:lpstr>消光</vt:lpstr>
      <vt:lpstr>电子衍射</vt:lpstr>
      <vt:lpstr>PowerPoint 演示文稿</vt:lpstr>
      <vt:lpstr>中子衍射</vt:lpstr>
      <vt:lpstr>PowerPoint 演示文稿</vt:lpstr>
      <vt:lpstr>PowerPoint 演示文稿</vt:lpstr>
      <vt:lpstr>扫描隧穿显微镜(STM) Scanning Tunnelling Microscope</vt:lpstr>
      <vt:lpstr>PowerPoint 演示文稿</vt:lpstr>
      <vt:lpstr>PowerPoint 演示文稿</vt:lpstr>
      <vt:lpstr>扫描隧穿显微镜</vt:lpstr>
      <vt:lpstr>PowerPoint 演示文稿</vt:lpstr>
      <vt:lpstr>PowerPoint 演示文稿</vt:lpstr>
      <vt:lpstr>PowerPoint 演示文稿</vt:lpstr>
      <vt:lpstr>扫描隧穿显微镜</vt:lpstr>
      <vt:lpstr>PowerPoint 演示文稿</vt:lpstr>
      <vt:lpstr>原子力显微镜(AFM) Atomic Force Microscope</vt:lpstr>
      <vt:lpstr>PowerPoint 演示文稿</vt:lpstr>
      <vt:lpstr>原子力显微镜</vt:lpstr>
      <vt:lpstr>PowerPoint 演示文稿</vt:lpstr>
      <vt:lpstr>PowerPoint 演示文稿</vt:lpstr>
      <vt:lpstr>原子力显微镜</vt:lpstr>
      <vt:lpstr>PowerPoint 演示文稿</vt:lpstr>
      <vt:lpstr>PowerPoint 演示文稿</vt:lpstr>
      <vt:lpstr>PowerPoint 演示文稿</vt:lpstr>
      <vt:lpstr>PowerPoint 演示文稿</vt:lpstr>
      <vt:lpstr>The Chemical Structure of a Molecule Resolved by Atomic Force Microscopy</vt:lpstr>
      <vt:lpstr>PowerPoint 演示文稿</vt:lpstr>
      <vt:lpstr>Direct Imaging of Covalent Bond Structure in Single-Molecule Chemical Reactions</vt:lpstr>
      <vt:lpstr>PowerPoint 演示文稿</vt:lpstr>
      <vt:lpstr>PowerPoint 演示文稿</vt:lpstr>
      <vt:lpstr>网络学习资源</vt:lpstr>
      <vt:lpstr>本课小结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Zhi Wang</dc:creator>
  <cp:lastModifiedBy>Zhi Wang</cp:lastModifiedBy>
  <cp:revision>1</cp:revision>
  <dcterms:created xsi:type="dcterms:W3CDTF">2024-09-10T08:37:43Z</dcterms:created>
  <dcterms:modified xsi:type="dcterms:W3CDTF">2026-09-15T08:33:01Z</dcterms:modified>
</cp:coreProperties>
</file>