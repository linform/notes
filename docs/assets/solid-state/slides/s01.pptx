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14" r:id="rId2"/>
  </p:sldMasterIdLst>
  <p:notesMasterIdLst>
    <p:notesMasterId r:id="rId48"/>
  </p:notesMasterIdLst>
  <p:sldIdLst>
    <p:sldId id="366" r:id="rId3"/>
    <p:sldId id="257" r:id="rId4"/>
    <p:sldId id="367" r:id="rId5"/>
    <p:sldId id="258" r:id="rId6"/>
    <p:sldId id="259" r:id="rId7"/>
    <p:sldId id="260" r:id="rId8"/>
    <p:sldId id="261" r:id="rId9"/>
    <p:sldId id="263" r:id="rId10"/>
    <p:sldId id="262" r:id="rId11"/>
    <p:sldId id="264" r:id="rId12"/>
    <p:sldId id="265" r:id="rId13"/>
    <p:sldId id="266" r:id="rId14"/>
    <p:sldId id="268" r:id="rId15"/>
    <p:sldId id="369" r:id="rId16"/>
    <p:sldId id="371" r:id="rId17"/>
    <p:sldId id="370" r:id="rId18"/>
    <p:sldId id="372" r:id="rId19"/>
    <p:sldId id="269" r:id="rId20"/>
    <p:sldId id="270" r:id="rId21"/>
    <p:sldId id="373" r:id="rId22"/>
    <p:sldId id="360" r:id="rId23"/>
    <p:sldId id="303" r:id="rId24"/>
    <p:sldId id="361" r:id="rId25"/>
    <p:sldId id="272" r:id="rId26"/>
    <p:sldId id="362" r:id="rId27"/>
    <p:sldId id="345" r:id="rId28"/>
    <p:sldId id="343" r:id="rId29"/>
    <p:sldId id="273" r:id="rId30"/>
    <p:sldId id="300" r:id="rId31"/>
    <p:sldId id="363" r:id="rId32"/>
    <p:sldId id="274" r:id="rId33"/>
    <p:sldId id="299" r:id="rId34"/>
    <p:sldId id="335" r:id="rId35"/>
    <p:sldId id="336" r:id="rId36"/>
    <p:sldId id="337" r:id="rId37"/>
    <p:sldId id="292" r:id="rId38"/>
    <p:sldId id="293" r:id="rId39"/>
    <p:sldId id="364" r:id="rId40"/>
    <p:sldId id="310" r:id="rId41"/>
    <p:sldId id="342" r:id="rId42"/>
    <p:sldId id="278" r:id="rId43"/>
    <p:sldId id="305" r:id="rId44"/>
    <p:sldId id="302" r:id="rId45"/>
    <p:sldId id="346" r:id="rId46"/>
    <p:sldId id="276" r:id="rId4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9EC5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81EE2B-5FFE-4DC7-84F5-8F6A11D08BAE}" v="1" dt="2026-09-13T12:55:30.80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00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16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microsoft.com/office/2016/11/relationships/changesInfo" Target="changesInfos/changesInfo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i Wang" userId="7588ea56f58b19c7" providerId="LiveId" clId="{96B72205-E234-467C-A3DC-8BF4882781A8}"/>
    <pc:docChg chg="modSld">
      <pc:chgData name="Zhi Wang" userId="7588ea56f58b19c7" providerId="LiveId" clId="{96B72205-E234-467C-A3DC-8BF4882781A8}" dt="2026-09-13T12:55:30.807" v="0"/>
      <pc:docMkLst>
        <pc:docMk/>
      </pc:docMkLst>
      <pc:sldChg chg="modSp modAnim">
        <pc:chgData name="Zhi Wang" userId="7588ea56f58b19c7" providerId="LiveId" clId="{96B72205-E234-467C-A3DC-8BF4882781A8}" dt="2026-09-13T12:55:30.807" v="0"/>
        <pc:sldMkLst>
          <pc:docMk/>
          <pc:sldMk cId="2172506478" sldId="367"/>
        </pc:sldMkLst>
        <pc:spChg chg="mod">
          <ac:chgData name="Zhi Wang" userId="7588ea56f58b19c7" providerId="LiveId" clId="{96B72205-E234-467C-A3DC-8BF4882781A8}" dt="2026-09-13T12:55:30.807" v="0"/>
          <ac:spMkLst>
            <pc:docMk/>
            <pc:sldMk cId="2172506478" sldId="367"/>
            <ac:spMk id="4" creationId="{480B50FB-80EB-246D-BCED-BCDDA08CDD2F}"/>
          </ac:spMkLst>
        </pc:spChg>
      </pc:sldChg>
    </pc:docChg>
  </pc:docChgLst>
  <pc:docChgLst>
    <pc:chgData name="Zhi Wang" userId="7588ea56f58b19c7" providerId="LiveId" clId="{774C7CDD-8B60-419F-A773-E1B9126FB4F0}"/>
    <pc:docChg chg="undo custSel addSld delSld modSld sldOrd">
      <pc:chgData name="Zhi Wang" userId="7588ea56f58b19c7" providerId="LiveId" clId="{774C7CDD-8B60-419F-A773-E1B9126FB4F0}" dt="2026-09-11T10:51:13.401" v="948" actId="22"/>
      <pc:docMkLst>
        <pc:docMk/>
      </pc:docMkLst>
      <pc:sldChg chg="modSp mod">
        <pc:chgData name="Zhi Wang" userId="7588ea56f58b19c7" providerId="LiveId" clId="{774C7CDD-8B60-419F-A773-E1B9126FB4F0}" dt="2026-09-11T10:49:10.092" v="860" actId="20577"/>
        <pc:sldMkLst>
          <pc:docMk/>
          <pc:sldMk cId="1515670514" sldId="257"/>
        </pc:sldMkLst>
        <pc:graphicFrameChg chg="modGraphic">
          <ac:chgData name="Zhi Wang" userId="7588ea56f58b19c7" providerId="LiveId" clId="{774C7CDD-8B60-419F-A773-E1B9126FB4F0}" dt="2026-09-11T10:49:10.092" v="860" actId="20577"/>
          <ac:graphicFrameMkLst>
            <pc:docMk/>
            <pc:sldMk cId="1515670514" sldId="257"/>
            <ac:graphicFrameMk id="5" creationId="{3E054B2F-0A82-0F8B-A8D0-3EC126A458AF}"/>
          </ac:graphicFrameMkLst>
        </pc:graphicFrameChg>
      </pc:sldChg>
      <pc:sldChg chg="addSp delSp mod">
        <pc:chgData name="Zhi Wang" userId="7588ea56f58b19c7" providerId="LiveId" clId="{774C7CDD-8B60-419F-A773-E1B9126FB4F0}" dt="2026-09-11T10:49:25.279" v="866" actId="22"/>
        <pc:sldMkLst>
          <pc:docMk/>
          <pc:sldMk cId="3067118306" sldId="258"/>
        </pc:sldMkLst>
        <pc:graphicFrameChg chg="add">
          <ac:chgData name="Zhi Wang" userId="7588ea56f58b19c7" providerId="LiveId" clId="{774C7CDD-8B60-419F-A773-E1B9126FB4F0}" dt="2026-09-11T10:49:25.279" v="866" actId="22"/>
          <ac:graphicFrameMkLst>
            <pc:docMk/>
            <pc:sldMk cId="3067118306" sldId="258"/>
            <ac:graphicFrameMk id="10" creationId="{F4A1EDB1-78B9-22BF-789A-568F98E7F5B9}"/>
          </ac:graphicFrameMkLst>
        </pc:graphicFrameChg>
      </pc:sldChg>
      <pc:sldChg chg="addSp delSp mod">
        <pc:chgData name="Zhi Wang" userId="7588ea56f58b19c7" providerId="LiveId" clId="{774C7CDD-8B60-419F-A773-E1B9126FB4F0}" dt="2026-09-11T10:49:28.530" v="868" actId="22"/>
        <pc:sldMkLst>
          <pc:docMk/>
          <pc:sldMk cId="1686970534" sldId="259"/>
        </pc:sldMkLst>
        <pc:graphicFrameChg chg="add">
          <ac:chgData name="Zhi Wang" userId="7588ea56f58b19c7" providerId="LiveId" clId="{774C7CDD-8B60-419F-A773-E1B9126FB4F0}" dt="2026-09-11T10:49:28.530" v="868" actId="22"/>
          <ac:graphicFrameMkLst>
            <pc:docMk/>
            <pc:sldMk cId="1686970534" sldId="259"/>
            <ac:graphicFrameMk id="11" creationId="{E6378211-7DE1-F268-8BA7-2A234C89165B}"/>
          </ac:graphicFrameMkLst>
        </pc:graphicFrameChg>
      </pc:sldChg>
      <pc:sldChg chg="addSp delSp mod">
        <pc:chgData name="Zhi Wang" userId="7588ea56f58b19c7" providerId="LiveId" clId="{774C7CDD-8B60-419F-A773-E1B9126FB4F0}" dt="2026-09-11T10:49:31.157" v="870" actId="22"/>
        <pc:sldMkLst>
          <pc:docMk/>
          <pc:sldMk cId="3972628416" sldId="260"/>
        </pc:sldMkLst>
        <pc:graphicFrameChg chg="add">
          <ac:chgData name="Zhi Wang" userId="7588ea56f58b19c7" providerId="LiveId" clId="{774C7CDD-8B60-419F-A773-E1B9126FB4F0}" dt="2026-09-11T10:49:31.157" v="870" actId="22"/>
          <ac:graphicFrameMkLst>
            <pc:docMk/>
            <pc:sldMk cId="3972628416" sldId="260"/>
            <ac:graphicFrameMk id="4" creationId="{CB825D99-0C84-0F87-446B-2DA368B75C2B}"/>
          </ac:graphicFrameMkLst>
        </pc:graphicFrameChg>
      </pc:sldChg>
      <pc:sldChg chg="addSp delSp mod">
        <pc:chgData name="Zhi Wang" userId="7588ea56f58b19c7" providerId="LiveId" clId="{774C7CDD-8B60-419F-A773-E1B9126FB4F0}" dt="2026-09-11T10:49:33.940" v="872" actId="22"/>
        <pc:sldMkLst>
          <pc:docMk/>
          <pc:sldMk cId="413324664" sldId="261"/>
        </pc:sldMkLst>
        <pc:graphicFrameChg chg="add">
          <ac:chgData name="Zhi Wang" userId="7588ea56f58b19c7" providerId="LiveId" clId="{774C7CDD-8B60-419F-A773-E1B9126FB4F0}" dt="2026-09-11T10:49:33.940" v="872" actId="22"/>
          <ac:graphicFrameMkLst>
            <pc:docMk/>
            <pc:sldMk cId="413324664" sldId="261"/>
            <ac:graphicFrameMk id="6" creationId="{F0C34474-7600-508F-A7A6-EEB5FCF2D936}"/>
          </ac:graphicFrameMkLst>
        </pc:graphicFrameChg>
      </pc:sldChg>
      <pc:sldChg chg="addSp delSp mod">
        <pc:chgData name="Zhi Wang" userId="7588ea56f58b19c7" providerId="LiveId" clId="{774C7CDD-8B60-419F-A773-E1B9126FB4F0}" dt="2026-09-11T10:49:39.396" v="876" actId="22"/>
        <pc:sldMkLst>
          <pc:docMk/>
          <pc:sldMk cId="835663443" sldId="262"/>
        </pc:sldMkLst>
        <pc:graphicFrameChg chg="add">
          <ac:chgData name="Zhi Wang" userId="7588ea56f58b19c7" providerId="LiveId" clId="{774C7CDD-8B60-419F-A773-E1B9126FB4F0}" dt="2026-09-11T10:49:39.396" v="876" actId="22"/>
          <ac:graphicFrameMkLst>
            <pc:docMk/>
            <pc:sldMk cId="835663443" sldId="262"/>
            <ac:graphicFrameMk id="8" creationId="{DA7F62A4-5083-CD22-DDB2-8352A5106359}"/>
          </ac:graphicFrameMkLst>
        </pc:graphicFrameChg>
      </pc:sldChg>
      <pc:sldChg chg="addSp delSp mod">
        <pc:chgData name="Zhi Wang" userId="7588ea56f58b19c7" providerId="LiveId" clId="{774C7CDD-8B60-419F-A773-E1B9126FB4F0}" dt="2026-09-11T10:49:36.664" v="874" actId="22"/>
        <pc:sldMkLst>
          <pc:docMk/>
          <pc:sldMk cId="2964403377" sldId="263"/>
        </pc:sldMkLst>
        <pc:graphicFrameChg chg="add">
          <ac:chgData name="Zhi Wang" userId="7588ea56f58b19c7" providerId="LiveId" clId="{774C7CDD-8B60-419F-A773-E1B9126FB4F0}" dt="2026-09-11T10:49:36.664" v="874" actId="22"/>
          <ac:graphicFrameMkLst>
            <pc:docMk/>
            <pc:sldMk cId="2964403377" sldId="263"/>
            <ac:graphicFrameMk id="8" creationId="{C85D9AB1-1C90-779D-A415-0FE4A87EA032}"/>
          </ac:graphicFrameMkLst>
        </pc:graphicFrameChg>
      </pc:sldChg>
      <pc:sldChg chg="addSp delSp mod">
        <pc:chgData name="Zhi Wang" userId="7588ea56f58b19c7" providerId="LiveId" clId="{774C7CDD-8B60-419F-A773-E1B9126FB4F0}" dt="2026-09-11T10:49:42.123" v="878" actId="22"/>
        <pc:sldMkLst>
          <pc:docMk/>
          <pc:sldMk cId="3085845846" sldId="264"/>
        </pc:sldMkLst>
        <pc:graphicFrameChg chg="add">
          <ac:chgData name="Zhi Wang" userId="7588ea56f58b19c7" providerId="LiveId" clId="{774C7CDD-8B60-419F-A773-E1B9126FB4F0}" dt="2026-09-11T10:49:42.123" v="878" actId="22"/>
          <ac:graphicFrameMkLst>
            <pc:docMk/>
            <pc:sldMk cId="3085845846" sldId="264"/>
            <ac:graphicFrameMk id="6" creationId="{90065DCB-15CC-7F08-11DA-22FF930BB44B}"/>
          </ac:graphicFrameMkLst>
        </pc:graphicFrameChg>
      </pc:sldChg>
      <pc:sldChg chg="addSp delSp mod">
        <pc:chgData name="Zhi Wang" userId="7588ea56f58b19c7" providerId="LiveId" clId="{774C7CDD-8B60-419F-A773-E1B9126FB4F0}" dt="2026-09-11T10:49:44.780" v="880" actId="22"/>
        <pc:sldMkLst>
          <pc:docMk/>
          <pc:sldMk cId="2028403505" sldId="265"/>
        </pc:sldMkLst>
        <pc:graphicFrameChg chg="add">
          <ac:chgData name="Zhi Wang" userId="7588ea56f58b19c7" providerId="LiveId" clId="{774C7CDD-8B60-419F-A773-E1B9126FB4F0}" dt="2026-09-11T10:49:44.780" v="880" actId="22"/>
          <ac:graphicFrameMkLst>
            <pc:docMk/>
            <pc:sldMk cId="2028403505" sldId="265"/>
            <ac:graphicFrameMk id="45" creationId="{D3D9373A-64A2-45B6-9B30-26CB4537C13A}"/>
          </ac:graphicFrameMkLst>
        </pc:graphicFrameChg>
      </pc:sldChg>
      <pc:sldChg chg="addSp delSp modSp mod modAnim">
        <pc:chgData name="Zhi Wang" userId="7588ea56f58b19c7" providerId="LiveId" clId="{774C7CDD-8B60-419F-A773-E1B9126FB4F0}" dt="2026-09-11T10:49:47.913" v="882" actId="22"/>
        <pc:sldMkLst>
          <pc:docMk/>
          <pc:sldMk cId="2838477966" sldId="266"/>
        </pc:sldMkLst>
        <pc:spChg chg="add mod">
          <ac:chgData name="Zhi Wang" userId="7588ea56f58b19c7" providerId="LiveId" clId="{774C7CDD-8B60-419F-A773-E1B9126FB4F0}" dt="2026-09-08T11:48:34.176" v="500" actId="1076"/>
          <ac:spMkLst>
            <pc:docMk/>
            <pc:sldMk cId="2838477966" sldId="266"/>
            <ac:spMk id="18" creationId="{323AA7C9-DAF8-DF4D-E63D-2A98C8D5E6FD}"/>
          </ac:spMkLst>
        </pc:spChg>
        <pc:graphicFrameChg chg="add">
          <ac:chgData name="Zhi Wang" userId="7588ea56f58b19c7" providerId="LiveId" clId="{774C7CDD-8B60-419F-A773-E1B9126FB4F0}" dt="2026-09-11T10:49:47.913" v="882" actId="22"/>
          <ac:graphicFrameMkLst>
            <pc:docMk/>
            <pc:sldMk cId="2838477966" sldId="266"/>
            <ac:graphicFrameMk id="9" creationId="{99C16EDA-B119-A30B-3634-3CC4D10A64A8}"/>
          </ac:graphicFrameMkLst>
        </pc:graphicFrameChg>
        <pc:cxnChg chg="add mod">
          <ac:chgData name="Zhi Wang" userId="7588ea56f58b19c7" providerId="LiveId" clId="{774C7CDD-8B60-419F-A773-E1B9126FB4F0}" dt="2026-09-08T11:46:58.495" v="473" actId="1582"/>
          <ac:cxnSpMkLst>
            <pc:docMk/>
            <pc:sldMk cId="2838477966" sldId="266"/>
            <ac:cxnSpMk id="8" creationId="{89415758-DCDF-8DF9-8E98-CB030E8C2450}"/>
          </ac:cxnSpMkLst>
        </pc:cxnChg>
        <pc:cxnChg chg="add mod">
          <ac:chgData name="Zhi Wang" userId="7588ea56f58b19c7" providerId="LiveId" clId="{774C7CDD-8B60-419F-A773-E1B9126FB4F0}" dt="2026-09-08T11:47:08.017" v="477" actId="208"/>
          <ac:cxnSpMkLst>
            <pc:docMk/>
            <pc:sldMk cId="2838477966" sldId="266"/>
            <ac:cxnSpMk id="12" creationId="{A0AA2C54-D1A8-E9E1-FCD3-8C5A63C55E1B}"/>
          </ac:cxnSpMkLst>
        </pc:cxnChg>
      </pc:sldChg>
      <pc:sldChg chg="addSp delSp mod">
        <pc:chgData name="Zhi Wang" userId="7588ea56f58b19c7" providerId="LiveId" clId="{774C7CDD-8B60-419F-A773-E1B9126FB4F0}" dt="2026-09-11T10:49:52.147" v="884" actId="22"/>
        <pc:sldMkLst>
          <pc:docMk/>
          <pc:sldMk cId="2155613704" sldId="268"/>
        </pc:sldMkLst>
        <pc:graphicFrameChg chg="add">
          <ac:chgData name="Zhi Wang" userId="7588ea56f58b19c7" providerId="LiveId" clId="{774C7CDD-8B60-419F-A773-E1B9126FB4F0}" dt="2026-09-11T10:49:52.147" v="884" actId="22"/>
          <ac:graphicFrameMkLst>
            <pc:docMk/>
            <pc:sldMk cId="2155613704" sldId="268"/>
            <ac:graphicFrameMk id="11" creationId="{C9E2127D-D44F-8EDD-BC48-7DB5B2969272}"/>
          </ac:graphicFrameMkLst>
        </pc:graphicFrameChg>
      </pc:sldChg>
      <pc:sldChg chg="addSp delSp add mod">
        <pc:chgData name="Zhi Wang" userId="7588ea56f58b19c7" providerId="LiveId" clId="{774C7CDD-8B60-419F-A773-E1B9126FB4F0}" dt="2026-09-11T10:50:06.314" v="894" actId="22"/>
        <pc:sldMkLst>
          <pc:docMk/>
          <pc:sldMk cId="541748437" sldId="269"/>
        </pc:sldMkLst>
        <pc:graphicFrameChg chg="add">
          <ac:chgData name="Zhi Wang" userId="7588ea56f58b19c7" providerId="LiveId" clId="{774C7CDD-8B60-419F-A773-E1B9126FB4F0}" dt="2026-09-11T10:50:06.314" v="894" actId="22"/>
          <ac:graphicFrameMkLst>
            <pc:docMk/>
            <pc:sldMk cId="541748437" sldId="269"/>
            <ac:graphicFrameMk id="5" creationId="{15993726-4BDD-A148-2E2F-32998CB14DDC}"/>
          </ac:graphicFrameMkLst>
        </pc:graphicFrameChg>
      </pc:sldChg>
      <pc:sldChg chg="addSp delSp add mod">
        <pc:chgData name="Zhi Wang" userId="7588ea56f58b19c7" providerId="LiveId" clId="{774C7CDD-8B60-419F-A773-E1B9126FB4F0}" dt="2026-09-11T10:50:08.783" v="896" actId="22"/>
        <pc:sldMkLst>
          <pc:docMk/>
          <pc:sldMk cId="1786195705" sldId="270"/>
        </pc:sldMkLst>
        <pc:graphicFrameChg chg="add">
          <ac:chgData name="Zhi Wang" userId="7588ea56f58b19c7" providerId="LiveId" clId="{774C7CDD-8B60-419F-A773-E1B9126FB4F0}" dt="2026-09-11T10:50:08.783" v="896" actId="22"/>
          <ac:graphicFrameMkLst>
            <pc:docMk/>
            <pc:sldMk cId="1786195705" sldId="270"/>
            <ac:graphicFrameMk id="7" creationId="{7A9E7343-275E-04BD-0DA5-CC6F513EC0CA}"/>
          </ac:graphicFrameMkLst>
        </pc:graphicFrameChg>
      </pc:sldChg>
      <pc:sldChg chg="addSp delSp mod">
        <pc:chgData name="Zhi Wang" userId="7588ea56f58b19c7" providerId="LiveId" clId="{774C7CDD-8B60-419F-A773-E1B9126FB4F0}" dt="2026-09-11T10:50:21.156" v="906" actId="22"/>
        <pc:sldMkLst>
          <pc:docMk/>
          <pc:sldMk cId="0" sldId="272"/>
        </pc:sldMkLst>
        <pc:graphicFrameChg chg="add">
          <ac:chgData name="Zhi Wang" userId="7588ea56f58b19c7" providerId="LiveId" clId="{774C7CDD-8B60-419F-A773-E1B9126FB4F0}" dt="2026-09-11T10:50:21.156" v="906" actId="22"/>
          <ac:graphicFrameMkLst>
            <pc:docMk/>
            <pc:sldMk cId="0" sldId="272"/>
            <ac:graphicFrameMk id="9" creationId="{908BF133-F590-B3DA-9FA2-833BAE66AB07}"/>
          </ac:graphicFrameMkLst>
        </pc:graphicFrameChg>
      </pc:sldChg>
      <pc:sldChg chg="addSp delSp mod">
        <pc:chgData name="Zhi Wang" userId="7588ea56f58b19c7" providerId="LiveId" clId="{774C7CDD-8B60-419F-A773-E1B9126FB4F0}" dt="2026-09-11T10:50:32.113" v="914" actId="22"/>
        <pc:sldMkLst>
          <pc:docMk/>
          <pc:sldMk cId="0" sldId="273"/>
        </pc:sldMkLst>
        <pc:graphicFrameChg chg="add">
          <ac:chgData name="Zhi Wang" userId="7588ea56f58b19c7" providerId="LiveId" clId="{774C7CDD-8B60-419F-A773-E1B9126FB4F0}" dt="2026-09-11T10:50:32.113" v="914" actId="22"/>
          <ac:graphicFrameMkLst>
            <pc:docMk/>
            <pc:sldMk cId="0" sldId="273"/>
            <ac:graphicFrameMk id="6" creationId="{FE630B64-7F9A-18CA-C555-3BCF8A87D200}"/>
          </ac:graphicFrameMkLst>
        </pc:graphicFrameChg>
      </pc:sldChg>
      <pc:sldChg chg="addSp delSp mod">
        <pc:chgData name="Zhi Wang" userId="7588ea56f58b19c7" providerId="LiveId" clId="{774C7CDD-8B60-419F-A773-E1B9126FB4F0}" dt="2026-09-11T10:50:39.447" v="920" actId="22"/>
        <pc:sldMkLst>
          <pc:docMk/>
          <pc:sldMk cId="0" sldId="274"/>
        </pc:sldMkLst>
        <pc:graphicFrameChg chg="add">
          <ac:chgData name="Zhi Wang" userId="7588ea56f58b19c7" providerId="LiveId" clId="{774C7CDD-8B60-419F-A773-E1B9126FB4F0}" dt="2026-09-11T10:50:39.447" v="920" actId="22"/>
          <ac:graphicFrameMkLst>
            <pc:docMk/>
            <pc:sldMk cId="0" sldId="274"/>
            <ac:graphicFrameMk id="7" creationId="{9DA3EDE5-ED09-A03E-19B3-82753C99416C}"/>
          </ac:graphicFrameMkLst>
        </pc:graphicFrameChg>
      </pc:sldChg>
      <pc:sldChg chg="addSp delSp mod">
        <pc:chgData name="Zhi Wang" userId="7588ea56f58b19c7" providerId="LiveId" clId="{774C7CDD-8B60-419F-A773-E1B9126FB4F0}" dt="2026-09-11T10:51:13.401" v="948" actId="22"/>
        <pc:sldMkLst>
          <pc:docMk/>
          <pc:sldMk cId="0" sldId="276"/>
        </pc:sldMkLst>
        <pc:graphicFrameChg chg="add">
          <ac:chgData name="Zhi Wang" userId="7588ea56f58b19c7" providerId="LiveId" clId="{774C7CDD-8B60-419F-A773-E1B9126FB4F0}" dt="2026-09-11T10:51:13.401" v="948" actId="22"/>
          <ac:graphicFrameMkLst>
            <pc:docMk/>
            <pc:sldMk cId="0" sldId="276"/>
            <ac:graphicFrameMk id="6" creationId="{E8519C4A-FBD2-7032-536D-22E26C5A804A}"/>
          </ac:graphicFrameMkLst>
        </pc:graphicFrameChg>
      </pc:sldChg>
      <pc:sldChg chg="addSp delSp modSp mod">
        <pc:chgData name="Zhi Wang" userId="7588ea56f58b19c7" providerId="LiveId" clId="{774C7CDD-8B60-419F-A773-E1B9126FB4F0}" dt="2026-09-11T10:51:04.191" v="940" actId="22"/>
        <pc:sldMkLst>
          <pc:docMk/>
          <pc:sldMk cId="0" sldId="278"/>
        </pc:sldMkLst>
        <pc:spChg chg="mod">
          <ac:chgData name="Zhi Wang" userId="7588ea56f58b19c7" providerId="LiveId" clId="{774C7CDD-8B60-419F-A773-E1B9126FB4F0}" dt="2026-09-08T12:13:00.354" v="842" actId="20577"/>
          <ac:spMkLst>
            <pc:docMk/>
            <pc:sldMk cId="0" sldId="278"/>
            <ac:spMk id="3" creationId="{00000000-0000-0000-0000-000000000000}"/>
          </ac:spMkLst>
        </pc:spChg>
        <pc:graphicFrameChg chg="add">
          <ac:chgData name="Zhi Wang" userId="7588ea56f58b19c7" providerId="LiveId" clId="{774C7CDD-8B60-419F-A773-E1B9126FB4F0}" dt="2026-09-11T10:51:04.191" v="940" actId="22"/>
          <ac:graphicFrameMkLst>
            <pc:docMk/>
            <pc:sldMk cId="0" sldId="278"/>
            <ac:graphicFrameMk id="6" creationId="{9A1A3A59-5FF0-1ECD-C2DA-364211EF3D7D}"/>
          </ac:graphicFrameMkLst>
        </pc:graphicFrameChg>
      </pc:sldChg>
      <pc:sldChg chg="addSp delSp mod">
        <pc:chgData name="Zhi Wang" userId="7588ea56f58b19c7" providerId="LiveId" clId="{774C7CDD-8B60-419F-A773-E1B9126FB4F0}" dt="2026-09-11T10:50:51.844" v="930" actId="22"/>
        <pc:sldMkLst>
          <pc:docMk/>
          <pc:sldMk cId="1872860480" sldId="292"/>
        </pc:sldMkLst>
        <pc:graphicFrameChg chg="add">
          <ac:chgData name="Zhi Wang" userId="7588ea56f58b19c7" providerId="LiveId" clId="{774C7CDD-8B60-419F-A773-E1B9126FB4F0}" dt="2026-09-11T10:50:51.844" v="930" actId="22"/>
          <ac:graphicFrameMkLst>
            <pc:docMk/>
            <pc:sldMk cId="1872860480" sldId="292"/>
            <ac:graphicFrameMk id="8" creationId="{C128AA3F-D12C-F7F8-92FF-537703EA3DB0}"/>
          </ac:graphicFrameMkLst>
        </pc:graphicFrameChg>
      </pc:sldChg>
      <pc:sldChg chg="addSp delSp mod">
        <pc:chgData name="Zhi Wang" userId="7588ea56f58b19c7" providerId="LiveId" clId="{774C7CDD-8B60-419F-A773-E1B9126FB4F0}" dt="2026-09-11T10:50:54.283" v="932" actId="22"/>
        <pc:sldMkLst>
          <pc:docMk/>
          <pc:sldMk cId="3681313487" sldId="293"/>
        </pc:sldMkLst>
        <pc:graphicFrameChg chg="add">
          <ac:chgData name="Zhi Wang" userId="7588ea56f58b19c7" providerId="LiveId" clId="{774C7CDD-8B60-419F-A773-E1B9126FB4F0}" dt="2026-09-11T10:50:54.283" v="932" actId="22"/>
          <ac:graphicFrameMkLst>
            <pc:docMk/>
            <pc:sldMk cId="3681313487" sldId="293"/>
            <ac:graphicFrameMk id="7" creationId="{9F461B51-0E2A-2B13-1813-836736E6CB2F}"/>
          </ac:graphicFrameMkLst>
        </pc:graphicFrameChg>
      </pc:sldChg>
      <pc:sldChg chg="addSp delSp mod">
        <pc:chgData name="Zhi Wang" userId="7588ea56f58b19c7" providerId="LiveId" clId="{774C7CDD-8B60-419F-A773-E1B9126FB4F0}" dt="2026-09-11T10:50:41.953" v="922" actId="22"/>
        <pc:sldMkLst>
          <pc:docMk/>
          <pc:sldMk cId="2393296288" sldId="299"/>
        </pc:sldMkLst>
        <pc:graphicFrameChg chg="add">
          <ac:chgData name="Zhi Wang" userId="7588ea56f58b19c7" providerId="LiveId" clId="{774C7CDD-8B60-419F-A773-E1B9126FB4F0}" dt="2026-09-11T10:50:41.953" v="922" actId="22"/>
          <ac:graphicFrameMkLst>
            <pc:docMk/>
            <pc:sldMk cId="2393296288" sldId="299"/>
            <ac:graphicFrameMk id="5" creationId="{6860697B-79A4-9384-5874-A0F7411B8865}"/>
          </ac:graphicFrameMkLst>
        </pc:graphicFrameChg>
      </pc:sldChg>
      <pc:sldChg chg="addSp delSp mod">
        <pc:chgData name="Zhi Wang" userId="7588ea56f58b19c7" providerId="LiveId" clId="{774C7CDD-8B60-419F-A773-E1B9126FB4F0}" dt="2026-09-11T10:50:34.601" v="916" actId="22"/>
        <pc:sldMkLst>
          <pc:docMk/>
          <pc:sldMk cId="2626953616" sldId="300"/>
        </pc:sldMkLst>
        <pc:graphicFrameChg chg="add">
          <ac:chgData name="Zhi Wang" userId="7588ea56f58b19c7" providerId="LiveId" clId="{774C7CDD-8B60-419F-A773-E1B9126FB4F0}" dt="2026-09-11T10:50:34.601" v="916" actId="22"/>
          <ac:graphicFrameMkLst>
            <pc:docMk/>
            <pc:sldMk cId="2626953616" sldId="300"/>
            <ac:graphicFrameMk id="7" creationId="{95328471-0A63-AC8C-FBBF-343B877F8305}"/>
          </ac:graphicFrameMkLst>
        </pc:graphicFrameChg>
      </pc:sldChg>
      <pc:sldChg chg="addSp delSp mod">
        <pc:chgData name="Zhi Wang" userId="7588ea56f58b19c7" providerId="LiveId" clId="{774C7CDD-8B60-419F-A773-E1B9126FB4F0}" dt="2026-09-11T10:51:08.736" v="944" actId="22"/>
        <pc:sldMkLst>
          <pc:docMk/>
          <pc:sldMk cId="3236275136" sldId="302"/>
        </pc:sldMkLst>
        <pc:graphicFrameChg chg="add">
          <ac:chgData name="Zhi Wang" userId="7588ea56f58b19c7" providerId="LiveId" clId="{774C7CDD-8B60-419F-A773-E1B9126FB4F0}" dt="2026-09-11T10:51:08.736" v="944" actId="22"/>
          <ac:graphicFrameMkLst>
            <pc:docMk/>
            <pc:sldMk cId="3236275136" sldId="302"/>
            <ac:graphicFrameMk id="6" creationId="{C6D692E9-F9E5-7604-9E54-9D7460608DB6}"/>
          </ac:graphicFrameMkLst>
        </pc:graphicFrameChg>
      </pc:sldChg>
      <pc:sldChg chg="addSp delSp mod">
        <pc:chgData name="Zhi Wang" userId="7588ea56f58b19c7" providerId="LiveId" clId="{774C7CDD-8B60-419F-A773-E1B9126FB4F0}" dt="2026-09-11T10:50:16.261" v="902" actId="22"/>
        <pc:sldMkLst>
          <pc:docMk/>
          <pc:sldMk cId="4122829399" sldId="303"/>
        </pc:sldMkLst>
        <pc:graphicFrameChg chg="add">
          <ac:chgData name="Zhi Wang" userId="7588ea56f58b19c7" providerId="LiveId" clId="{774C7CDD-8B60-419F-A773-E1B9126FB4F0}" dt="2026-09-11T10:50:16.261" v="902" actId="22"/>
          <ac:graphicFrameMkLst>
            <pc:docMk/>
            <pc:sldMk cId="4122829399" sldId="303"/>
            <ac:graphicFrameMk id="6" creationId="{14F66A8F-5D36-F0E8-FC52-4FF89F482935}"/>
          </ac:graphicFrameMkLst>
        </pc:graphicFrameChg>
      </pc:sldChg>
      <pc:sldChg chg="addSp delSp mod">
        <pc:chgData name="Zhi Wang" userId="7588ea56f58b19c7" providerId="LiveId" clId="{774C7CDD-8B60-419F-A773-E1B9126FB4F0}" dt="2026-09-11T10:51:06.495" v="942" actId="22"/>
        <pc:sldMkLst>
          <pc:docMk/>
          <pc:sldMk cId="3226881690" sldId="305"/>
        </pc:sldMkLst>
        <pc:graphicFrameChg chg="add">
          <ac:chgData name="Zhi Wang" userId="7588ea56f58b19c7" providerId="LiveId" clId="{774C7CDD-8B60-419F-A773-E1B9126FB4F0}" dt="2026-09-11T10:51:06.495" v="942" actId="22"/>
          <ac:graphicFrameMkLst>
            <pc:docMk/>
            <pc:sldMk cId="3226881690" sldId="305"/>
            <ac:graphicFrameMk id="7" creationId="{D3A83978-8589-17D9-1BEB-7EC3D0A63A67}"/>
          </ac:graphicFrameMkLst>
        </pc:graphicFrameChg>
      </pc:sldChg>
      <pc:sldChg chg="addSp delSp mod">
        <pc:chgData name="Zhi Wang" userId="7588ea56f58b19c7" providerId="LiveId" clId="{774C7CDD-8B60-419F-A773-E1B9126FB4F0}" dt="2026-09-11T10:50:59.375" v="936" actId="22"/>
        <pc:sldMkLst>
          <pc:docMk/>
          <pc:sldMk cId="4152475857" sldId="310"/>
        </pc:sldMkLst>
        <pc:graphicFrameChg chg="add">
          <ac:chgData name="Zhi Wang" userId="7588ea56f58b19c7" providerId="LiveId" clId="{774C7CDD-8B60-419F-A773-E1B9126FB4F0}" dt="2026-09-11T10:50:59.375" v="936" actId="22"/>
          <ac:graphicFrameMkLst>
            <pc:docMk/>
            <pc:sldMk cId="4152475857" sldId="310"/>
            <ac:graphicFrameMk id="6" creationId="{A41AC1F3-23C3-5EF3-171A-E580A835A7EC}"/>
          </ac:graphicFrameMkLst>
        </pc:graphicFrameChg>
      </pc:sldChg>
      <pc:sldChg chg="addSp delSp modSp mod">
        <pc:chgData name="Zhi Wang" userId="7588ea56f58b19c7" providerId="LiveId" clId="{774C7CDD-8B60-419F-A773-E1B9126FB4F0}" dt="2026-09-11T10:50:44.537" v="924" actId="22"/>
        <pc:sldMkLst>
          <pc:docMk/>
          <pc:sldMk cId="1742666693" sldId="335"/>
        </pc:sldMkLst>
        <pc:spChg chg="mod">
          <ac:chgData name="Zhi Wang" userId="7588ea56f58b19c7" providerId="LiveId" clId="{774C7CDD-8B60-419F-A773-E1B9126FB4F0}" dt="2026-09-11T10:32:18.474" v="856" actId="113"/>
          <ac:spMkLst>
            <pc:docMk/>
            <pc:sldMk cId="1742666693" sldId="335"/>
            <ac:spMk id="3" creationId="{00000000-0000-0000-0000-000000000000}"/>
          </ac:spMkLst>
        </pc:spChg>
        <pc:graphicFrameChg chg="add">
          <ac:chgData name="Zhi Wang" userId="7588ea56f58b19c7" providerId="LiveId" clId="{774C7CDD-8B60-419F-A773-E1B9126FB4F0}" dt="2026-09-11T10:50:44.537" v="924" actId="22"/>
          <ac:graphicFrameMkLst>
            <pc:docMk/>
            <pc:sldMk cId="1742666693" sldId="335"/>
            <ac:graphicFrameMk id="6" creationId="{964DFBCF-5A98-2B30-DE60-A978F0BD9FCC}"/>
          </ac:graphicFrameMkLst>
        </pc:graphicFrameChg>
      </pc:sldChg>
      <pc:sldChg chg="addSp delSp mod">
        <pc:chgData name="Zhi Wang" userId="7588ea56f58b19c7" providerId="LiveId" clId="{774C7CDD-8B60-419F-A773-E1B9126FB4F0}" dt="2026-09-11T10:50:46.932" v="926" actId="22"/>
        <pc:sldMkLst>
          <pc:docMk/>
          <pc:sldMk cId="4293767029" sldId="336"/>
        </pc:sldMkLst>
        <pc:graphicFrameChg chg="add">
          <ac:chgData name="Zhi Wang" userId="7588ea56f58b19c7" providerId="LiveId" clId="{774C7CDD-8B60-419F-A773-E1B9126FB4F0}" dt="2026-09-11T10:50:46.932" v="926" actId="22"/>
          <ac:graphicFrameMkLst>
            <pc:docMk/>
            <pc:sldMk cId="4293767029" sldId="336"/>
            <ac:graphicFrameMk id="9" creationId="{E4459013-28AF-313F-A655-FE5B534BA4DA}"/>
          </ac:graphicFrameMkLst>
        </pc:graphicFrameChg>
      </pc:sldChg>
      <pc:sldChg chg="addSp delSp mod">
        <pc:chgData name="Zhi Wang" userId="7588ea56f58b19c7" providerId="LiveId" clId="{774C7CDD-8B60-419F-A773-E1B9126FB4F0}" dt="2026-09-11T10:50:49.283" v="928" actId="22"/>
        <pc:sldMkLst>
          <pc:docMk/>
          <pc:sldMk cId="3965374688" sldId="337"/>
        </pc:sldMkLst>
        <pc:graphicFrameChg chg="add">
          <ac:chgData name="Zhi Wang" userId="7588ea56f58b19c7" providerId="LiveId" clId="{774C7CDD-8B60-419F-A773-E1B9126FB4F0}" dt="2026-09-11T10:50:49.283" v="928" actId="22"/>
          <ac:graphicFrameMkLst>
            <pc:docMk/>
            <pc:sldMk cId="3965374688" sldId="337"/>
            <ac:graphicFrameMk id="8" creationId="{ABCE5933-7047-CD80-385F-6345E23E3589}"/>
          </ac:graphicFrameMkLst>
        </pc:graphicFrameChg>
      </pc:sldChg>
      <pc:sldChg chg="addSp delSp mod">
        <pc:chgData name="Zhi Wang" userId="7588ea56f58b19c7" providerId="LiveId" clId="{774C7CDD-8B60-419F-A773-E1B9126FB4F0}" dt="2026-09-11T10:51:01.813" v="938" actId="22"/>
        <pc:sldMkLst>
          <pc:docMk/>
          <pc:sldMk cId="565512860" sldId="342"/>
        </pc:sldMkLst>
        <pc:graphicFrameChg chg="add">
          <ac:chgData name="Zhi Wang" userId="7588ea56f58b19c7" providerId="LiveId" clId="{774C7CDD-8B60-419F-A773-E1B9126FB4F0}" dt="2026-09-11T10:51:01.813" v="938" actId="22"/>
          <ac:graphicFrameMkLst>
            <pc:docMk/>
            <pc:sldMk cId="565512860" sldId="342"/>
            <ac:graphicFrameMk id="434" creationId="{C150C2BB-F30A-6CC3-D50C-2AF06BA10207}"/>
          </ac:graphicFrameMkLst>
        </pc:graphicFrameChg>
      </pc:sldChg>
      <pc:sldChg chg="addSp delSp mod">
        <pc:chgData name="Zhi Wang" userId="7588ea56f58b19c7" providerId="LiveId" clId="{774C7CDD-8B60-419F-A773-E1B9126FB4F0}" dt="2026-09-11T10:50:29.299" v="912" actId="22"/>
        <pc:sldMkLst>
          <pc:docMk/>
          <pc:sldMk cId="677202627" sldId="343"/>
        </pc:sldMkLst>
        <pc:graphicFrameChg chg="add">
          <ac:chgData name="Zhi Wang" userId="7588ea56f58b19c7" providerId="LiveId" clId="{774C7CDD-8B60-419F-A773-E1B9126FB4F0}" dt="2026-09-11T10:50:29.299" v="912" actId="22"/>
          <ac:graphicFrameMkLst>
            <pc:docMk/>
            <pc:sldMk cId="677202627" sldId="343"/>
            <ac:graphicFrameMk id="6" creationId="{9C2337C6-4EA1-25BD-0C19-9646B140DFC3}"/>
          </ac:graphicFrameMkLst>
        </pc:graphicFrameChg>
      </pc:sldChg>
      <pc:sldChg chg="addSp delSp mod">
        <pc:chgData name="Zhi Wang" userId="7588ea56f58b19c7" providerId="LiveId" clId="{774C7CDD-8B60-419F-A773-E1B9126FB4F0}" dt="2026-09-11T10:50:26.742" v="910" actId="22"/>
        <pc:sldMkLst>
          <pc:docMk/>
          <pc:sldMk cId="3043703132" sldId="345"/>
        </pc:sldMkLst>
        <pc:graphicFrameChg chg="add">
          <ac:chgData name="Zhi Wang" userId="7588ea56f58b19c7" providerId="LiveId" clId="{774C7CDD-8B60-419F-A773-E1B9126FB4F0}" dt="2026-09-11T10:50:26.742" v="910" actId="22"/>
          <ac:graphicFrameMkLst>
            <pc:docMk/>
            <pc:sldMk cId="3043703132" sldId="345"/>
            <ac:graphicFrameMk id="7" creationId="{0479FB3E-7167-6DE9-6B4F-3EEE01D9EDC6}"/>
          </ac:graphicFrameMkLst>
        </pc:graphicFrameChg>
      </pc:sldChg>
      <pc:sldChg chg="addSp delSp mod">
        <pc:chgData name="Zhi Wang" userId="7588ea56f58b19c7" providerId="LiveId" clId="{774C7CDD-8B60-419F-A773-E1B9126FB4F0}" dt="2026-09-11T10:51:11.017" v="946" actId="22"/>
        <pc:sldMkLst>
          <pc:docMk/>
          <pc:sldMk cId="1976551590" sldId="346"/>
        </pc:sldMkLst>
        <pc:graphicFrameChg chg="add">
          <ac:chgData name="Zhi Wang" userId="7588ea56f58b19c7" providerId="LiveId" clId="{774C7CDD-8B60-419F-A773-E1B9126FB4F0}" dt="2026-09-11T10:51:11.017" v="946" actId="22"/>
          <ac:graphicFrameMkLst>
            <pc:docMk/>
            <pc:sldMk cId="1976551590" sldId="346"/>
            <ac:graphicFrameMk id="6" creationId="{F1C679BE-388B-5458-0C10-1B9371051E8B}"/>
          </ac:graphicFrameMkLst>
        </pc:graphicFrameChg>
      </pc:sldChg>
      <pc:sldChg chg="addSp delSp mod">
        <pc:chgData name="Zhi Wang" userId="7588ea56f58b19c7" providerId="LiveId" clId="{774C7CDD-8B60-419F-A773-E1B9126FB4F0}" dt="2026-09-11T10:50:13.871" v="900" actId="22"/>
        <pc:sldMkLst>
          <pc:docMk/>
          <pc:sldMk cId="0" sldId="360"/>
        </pc:sldMkLst>
        <pc:graphicFrameChg chg="add">
          <ac:chgData name="Zhi Wang" userId="7588ea56f58b19c7" providerId="LiveId" clId="{774C7CDD-8B60-419F-A773-E1B9126FB4F0}" dt="2026-09-11T10:50:13.871" v="900" actId="22"/>
          <ac:graphicFrameMkLst>
            <pc:docMk/>
            <pc:sldMk cId="0" sldId="360"/>
            <ac:graphicFrameMk id="7" creationId="{1BA41F3D-DD01-A724-884A-FC09CAA84A21}"/>
          </ac:graphicFrameMkLst>
        </pc:graphicFrameChg>
      </pc:sldChg>
      <pc:sldChg chg="addSp delSp mod">
        <pc:chgData name="Zhi Wang" userId="7588ea56f58b19c7" providerId="LiveId" clId="{774C7CDD-8B60-419F-A773-E1B9126FB4F0}" dt="2026-09-11T10:50:18.681" v="904" actId="22"/>
        <pc:sldMkLst>
          <pc:docMk/>
          <pc:sldMk cId="0" sldId="361"/>
        </pc:sldMkLst>
        <pc:graphicFrameChg chg="add">
          <ac:chgData name="Zhi Wang" userId="7588ea56f58b19c7" providerId="LiveId" clId="{774C7CDD-8B60-419F-A773-E1B9126FB4F0}" dt="2026-09-11T10:50:18.681" v="904" actId="22"/>
          <ac:graphicFrameMkLst>
            <pc:docMk/>
            <pc:sldMk cId="0" sldId="361"/>
            <ac:graphicFrameMk id="9" creationId="{B840FFF6-51DF-56D5-3F95-05233DEDFC5C}"/>
          </ac:graphicFrameMkLst>
        </pc:graphicFrameChg>
      </pc:sldChg>
      <pc:sldChg chg="addSp delSp mod">
        <pc:chgData name="Zhi Wang" userId="7588ea56f58b19c7" providerId="LiveId" clId="{774C7CDD-8B60-419F-A773-E1B9126FB4F0}" dt="2026-09-11T10:50:24.056" v="908" actId="22"/>
        <pc:sldMkLst>
          <pc:docMk/>
          <pc:sldMk cId="0" sldId="362"/>
        </pc:sldMkLst>
        <pc:graphicFrameChg chg="add">
          <ac:chgData name="Zhi Wang" userId="7588ea56f58b19c7" providerId="LiveId" clId="{774C7CDD-8B60-419F-A773-E1B9126FB4F0}" dt="2026-09-11T10:50:24.056" v="908" actId="22"/>
          <ac:graphicFrameMkLst>
            <pc:docMk/>
            <pc:sldMk cId="0" sldId="362"/>
            <ac:graphicFrameMk id="6" creationId="{B8C46F94-D723-F17A-F405-652B5525FDE2}"/>
          </ac:graphicFrameMkLst>
        </pc:graphicFrameChg>
      </pc:sldChg>
      <pc:sldChg chg="addSp delSp mod">
        <pc:chgData name="Zhi Wang" userId="7588ea56f58b19c7" providerId="LiveId" clId="{774C7CDD-8B60-419F-A773-E1B9126FB4F0}" dt="2026-09-11T10:50:37.164" v="918" actId="22"/>
        <pc:sldMkLst>
          <pc:docMk/>
          <pc:sldMk cId="0" sldId="363"/>
        </pc:sldMkLst>
        <pc:graphicFrameChg chg="add">
          <ac:chgData name="Zhi Wang" userId="7588ea56f58b19c7" providerId="LiveId" clId="{774C7CDD-8B60-419F-A773-E1B9126FB4F0}" dt="2026-09-11T10:50:37.164" v="918" actId="22"/>
          <ac:graphicFrameMkLst>
            <pc:docMk/>
            <pc:sldMk cId="0" sldId="363"/>
            <ac:graphicFrameMk id="7" creationId="{23C411C4-6984-CB4D-254E-7B703D1638A5}"/>
          </ac:graphicFrameMkLst>
        </pc:graphicFrameChg>
      </pc:sldChg>
      <pc:sldChg chg="addSp delSp mod">
        <pc:chgData name="Zhi Wang" userId="7588ea56f58b19c7" providerId="LiveId" clId="{774C7CDD-8B60-419F-A773-E1B9126FB4F0}" dt="2026-09-11T10:50:56.827" v="934" actId="22"/>
        <pc:sldMkLst>
          <pc:docMk/>
          <pc:sldMk cId="154440942" sldId="364"/>
        </pc:sldMkLst>
        <pc:graphicFrameChg chg="add">
          <ac:chgData name="Zhi Wang" userId="7588ea56f58b19c7" providerId="LiveId" clId="{774C7CDD-8B60-419F-A773-E1B9126FB4F0}" dt="2026-09-11T10:50:56.827" v="934" actId="22"/>
          <ac:graphicFrameMkLst>
            <pc:docMk/>
            <pc:sldMk cId="154440942" sldId="364"/>
            <ac:graphicFrameMk id="48" creationId="{7155B8D2-3A22-591E-46EC-41A0C4D105F8}"/>
          </ac:graphicFrameMkLst>
        </pc:graphicFrameChg>
      </pc:sldChg>
      <pc:sldChg chg="delSp mod">
        <pc:chgData name="Zhi Wang" userId="7588ea56f58b19c7" providerId="LiveId" clId="{774C7CDD-8B60-419F-A773-E1B9126FB4F0}" dt="2026-09-08T11:45:14.406" v="468" actId="478"/>
        <pc:sldMkLst>
          <pc:docMk/>
          <pc:sldMk cId="1794974718" sldId="366"/>
        </pc:sldMkLst>
      </pc:sldChg>
      <pc:sldChg chg="addSp delSp mod">
        <pc:chgData name="Zhi Wang" userId="7588ea56f58b19c7" providerId="LiveId" clId="{774C7CDD-8B60-419F-A773-E1B9126FB4F0}" dt="2026-09-11T10:49:19.646" v="862" actId="22"/>
        <pc:sldMkLst>
          <pc:docMk/>
          <pc:sldMk cId="2172506478" sldId="367"/>
        </pc:sldMkLst>
        <pc:graphicFrameChg chg="add">
          <ac:chgData name="Zhi Wang" userId="7588ea56f58b19c7" providerId="LiveId" clId="{774C7CDD-8B60-419F-A773-E1B9126FB4F0}" dt="2026-09-11T10:49:19.646" v="862" actId="22"/>
          <ac:graphicFrameMkLst>
            <pc:docMk/>
            <pc:sldMk cId="2172506478" sldId="367"/>
            <ac:graphicFrameMk id="7" creationId="{B0FD5C47-FEDD-F7CF-C429-E88FCA9CCF5D}"/>
          </ac:graphicFrameMkLst>
        </pc:graphicFrameChg>
      </pc:sldChg>
      <pc:sldChg chg="addSp delSp modSp add mod ord">
        <pc:chgData name="Zhi Wang" userId="7588ea56f58b19c7" providerId="LiveId" clId="{774C7CDD-8B60-419F-A773-E1B9126FB4F0}" dt="2026-09-11T10:49:55.556" v="886" actId="22"/>
        <pc:sldMkLst>
          <pc:docMk/>
          <pc:sldMk cId="1554678504" sldId="369"/>
        </pc:sldMkLst>
        <pc:spChg chg="add mod">
          <ac:chgData name="Zhi Wang" userId="7588ea56f58b19c7" providerId="LiveId" clId="{774C7CDD-8B60-419F-A773-E1B9126FB4F0}" dt="2026-09-08T11:31:16.550" v="238" actId="1076"/>
          <ac:spMkLst>
            <pc:docMk/>
            <pc:sldMk cId="1554678504" sldId="369"/>
            <ac:spMk id="9" creationId="{9BCBAE96-9B62-CB9B-7BC3-A202C2E98D81}"/>
          </ac:spMkLst>
        </pc:spChg>
        <pc:graphicFrameChg chg="add">
          <ac:chgData name="Zhi Wang" userId="7588ea56f58b19c7" providerId="LiveId" clId="{774C7CDD-8B60-419F-A773-E1B9126FB4F0}" dt="2026-09-11T10:49:55.556" v="886" actId="22"/>
          <ac:graphicFrameMkLst>
            <pc:docMk/>
            <pc:sldMk cId="1554678504" sldId="369"/>
            <ac:graphicFrameMk id="5" creationId="{5E3ED075-64C1-DB92-AFBD-8BE231342FBD}"/>
          </ac:graphicFrameMkLst>
        </pc:graphicFrameChg>
        <pc:picChg chg="mod">
          <ac:chgData name="Zhi Wang" userId="7588ea56f58b19c7" providerId="LiveId" clId="{774C7CDD-8B60-419F-A773-E1B9126FB4F0}" dt="2026-09-08T11:29:56.835" v="191"/>
          <ac:picMkLst>
            <pc:docMk/>
            <pc:sldMk cId="1554678504" sldId="369"/>
            <ac:picMk id="4" creationId="{18372D72-7211-97C9-E63C-8D5A1895E3E8}"/>
          </ac:picMkLst>
        </pc:picChg>
      </pc:sldChg>
      <pc:sldChg chg="addSp delSp modSp add mod modAnim">
        <pc:chgData name="Zhi Wang" userId="7588ea56f58b19c7" providerId="LiveId" clId="{774C7CDD-8B60-419F-A773-E1B9126FB4F0}" dt="2026-09-11T10:50:01.086" v="890" actId="22"/>
        <pc:sldMkLst>
          <pc:docMk/>
          <pc:sldMk cId="274078649" sldId="370"/>
        </pc:sldMkLst>
        <pc:spChg chg="mod">
          <ac:chgData name="Zhi Wang" userId="7588ea56f58b19c7" providerId="LiveId" clId="{774C7CDD-8B60-419F-A773-E1B9126FB4F0}" dt="2026-09-08T11:53:38.774" v="544"/>
          <ac:spMkLst>
            <pc:docMk/>
            <pc:sldMk cId="274078649" sldId="370"/>
            <ac:spMk id="2" creationId="{27C6E1EB-C732-E244-A092-1CC66702B172}"/>
          </ac:spMkLst>
        </pc:spChg>
        <pc:spChg chg="add mod">
          <ac:chgData name="Zhi Wang" userId="7588ea56f58b19c7" providerId="LiveId" clId="{774C7CDD-8B60-419F-A773-E1B9126FB4F0}" dt="2026-09-08T11:43:13.788" v="459"/>
          <ac:spMkLst>
            <pc:docMk/>
            <pc:sldMk cId="274078649" sldId="370"/>
            <ac:spMk id="6" creationId="{B32875ED-1247-736A-0996-3C4D1ACEDCDB}"/>
          </ac:spMkLst>
        </pc:spChg>
        <pc:spChg chg="add mod">
          <ac:chgData name="Zhi Wang" userId="7588ea56f58b19c7" providerId="LiveId" clId="{774C7CDD-8B60-419F-A773-E1B9126FB4F0}" dt="2026-09-08T11:43:13.788" v="459"/>
          <ac:spMkLst>
            <pc:docMk/>
            <pc:sldMk cId="274078649" sldId="370"/>
            <ac:spMk id="7" creationId="{C29C9374-40D4-487C-FCCF-B6D86CBF89C3}"/>
          </ac:spMkLst>
        </pc:spChg>
        <pc:spChg chg="add mod">
          <ac:chgData name="Zhi Wang" userId="7588ea56f58b19c7" providerId="LiveId" clId="{774C7CDD-8B60-419F-A773-E1B9126FB4F0}" dt="2026-09-08T11:52:02.059" v="527" actId="1076"/>
          <ac:spMkLst>
            <pc:docMk/>
            <pc:sldMk cId="274078649" sldId="370"/>
            <ac:spMk id="16" creationId="{DD42775B-948A-CE04-FD6E-E2045C8A5476}"/>
          </ac:spMkLst>
        </pc:spChg>
        <pc:spChg chg="add mod">
          <ac:chgData name="Zhi Wang" userId="7588ea56f58b19c7" providerId="LiveId" clId="{774C7CDD-8B60-419F-A773-E1B9126FB4F0}" dt="2026-09-08T11:54:08.019" v="561" actId="1076"/>
          <ac:spMkLst>
            <pc:docMk/>
            <pc:sldMk cId="274078649" sldId="370"/>
            <ac:spMk id="20" creationId="{515B7303-34A8-7169-2371-5088EF5D2ACD}"/>
          </ac:spMkLst>
        </pc:spChg>
        <pc:spChg chg="add mod">
          <ac:chgData name="Zhi Wang" userId="7588ea56f58b19c7" providerId="LiveId" clId="{774C7CDD-8B60-419F-A773-E1B9126FB4F0}" dt="2026-09-08T11:55:52.311" v="587" actId="1076"/>
          <ac:spMkLst>
            <pc:docMk/>
            <pc:sldMk cId="274078649" sldId="370"/>
            <ac:spMk id="21" creationId="{544159C9-6C55-3694-AC05-2DF937CCEA06}"/>
          </ac:spMkLst>
        </pc:spChg>
        <pc:spChg chg="add mod">
          <ac:chgData name="Zhi Wang" userId="7588ea56f58b19c7" providerId="LiveId" clId="{774C7CDD-8B60-419F-A773-E1B9126FB4F0}" dt="2026-09-08T11:55:55.247" v="588" actId="1076"/>
          <ac:spMkLst>
            <pc:docMk/>
            <pc:sldMk cId="274078649" sldId="370"/>
            <ac:spMk id="23" creationId="{D8494840-D9D3-202A-BAA4-766E09B2E670}"/>
          </ac:spMkLst>
        </pc:spChg>
        <pc:spChg chg="add mod">
          <ac:chgData name="Zhi Wang" userId="7588ea56f58b19c7" providerId="LiveId" clId="{774C7CDD-8B60-419F-A773-E1B9126FB4F0}" dt="2026-09-11T10:31:28.470" v="846" actId="20577"/>
          <ac:spMkLst>
            <pc:docMk/>
            <pc:sldMk cId="274078649" sldId="370"/>
            <ac:spMk id="24" creationId="{3AEF3055-12FB-3497-5432-DE821C2FE2CB}"/>
          </ac:spMkLst>
        </pc:spChg>
        <pc:spChg chg="add mod">
          <ac:chgData name="Zhi Wang" userId="7588ea56f58b19c7" providerId="LiveId" clId="{774C7CDD-8B60-419F-A773-E1B9126FB4F0}" dt="2026-09-11T10:31:30.589" v="848" actId="20577"/>
          <ac:spMkLst>
            <pc:docMk/>
            <pc:sldMk cId="274078649" sldId="370"/>
            <ac:spMk id="34" creationId="{7ACB6C8D-F726-9F2D-99E1-58F5642D27B2}"/>
          </ac:spMkLst>
        </pc:spChg>
        <pc:spChg chg="add mod">
          <ac:chgData name="Zhi Wang" userId="7588ea56f58b19c7" providerId="LiveId" clId="{774C7CDD-8B60-419F-A773-E1B9126FB4F0}" dt="2026-09-08T12:02:18.329" v="670" actId="207"/>
          <ac:spMkLst>
            <pc:docMk/>
            <pc:sldMk cId="274078649" sldId="370"/>
            <ac:spMk id="38" creationId="{5827DA72-6F5B-4A27-6A39-6B5A56AD009E}"/>
          </ac:spMkLst>
        </pc:spChg>
        <pc:graphicFrameChg chg="add">
          <ac:chgData name="Zhi Wang" userId="7588ea56f58b19c7" providerId="LiveId" clId="{774C7CDD-8B60-419F-A773-E1B9126FB4F0}" dt="2026-09-11T10:50:01.086" v="890" actId="22"/>
          <ac:graphicFrameMkLst>
            <pc:docMk/>
            <pc:sldMk cId="274078649" sldId="370"/>
            <ac:graphicFrameMk id="12" creationId="{1182E87D-05A0-9D5F-D28D-4F58E5681CB6}"/>
          </ac:graphicFrameMkLst>
        </pc:graphicFrameChg>
        <pc:picChg chg="mod">
          <ac:chgData name="Zhi Wang" userId="7588ea56f58b19c7" providerId="LiveId" clId="{774C7CDD-8B60-419F-A773-E1B9126FB4F0}" dt="2026-09-08T11:52:49.970" v="535" actId="29295"/>
          <ac:picMkLst>
            <pc:docMk/>
            <pc:sldMk cId="274078649" sldId="370"/>
            <ac:picMk id="4" creationId="{B36E9AB0-3041-5C77-0B25-FEDB81E4E236}"/>
          </ac:picMkLst>
        </pc:picChg>
        <pc:picChg chg="add mod ord">
          <ac:chgData name="Zhi Wang" userId="7588ea56f58b19c7" providerId="LiveId" clId="{774C7CDD-8B60-419F-A773-E1B9126FB4F0}" dt="2026-09-08T11:52:40.986" v="534" actId="167"/>
          <ac:picMkLst>
            <pc:docMk/>
            <pc:sldMk cId="274078649" sldId="370"/>
            <ac:picMk id="18" creationId="{53EDD86D-EDEE-3CB8-4856-5C2739FB386C}"/>
          </ac:picMkLst>
        </pc:picChg>
        <pc:cxnChg chg="add mod">
          <ac:chgData name="Zhi Wang" userId="7588ea56f58b19c7" providerId="LiveId" clId="{774C7CDD-8B60-419F-A773-E1B9126FB4F0}" dt="2026-09-08T11:43:13.788" v="459"/>
          <ac:cxnSpMkLst>
            <pc:docMk/>
            <pc:sldMk cId="274078649" sldId="370"/>
            <ac:cxnSpMk id="3" creationId="{7ABE1D99-F251-6111-532C-077BAD808E13}"/>
          </ac:cxnSpMkLst>
        </pc:cxnChg>
        <pc:cxnChg chg="add mod">
          <ac:chgData name="Zhi Wang" userId="7588ea56f58b19c7" providerId="LiveId" clId="{774C7CDD-8B60-419F-A773-E1B9126FB4F0}" dt="2026-09-08T11:43:13.788" v="459"/>
          <ac:cxnSpMkLst>
            <pc:docMk/>
            <pc:sldMk cId="274078649" sldId="370"/>
            <ac:cxnSpMk id="5" creationId="{FF58D47B-A0C9-046E-72E6-F67959889A61}"/>
          </ac:cxnSpMkLst>
        </pc:cxnChg>
        <pc:cxnChg chg="add mod">
          <ac:chgData name="Zhi Wang" userId="7588ea56f58b19c7" providerId="LiveId" clId="{774C7CDD-8B60-419F-A773-E1B9126FB4F0}" dt="2026-09-08T11:43:53.428" v="467" actId="14100"/>
          <ac:cxnSpMkLst>
            <pc:docMk/>
            <pc:sldMk cId="274078649" sldId="370"/>
            <ac:cxnSpMk id="10" creationId="{D7971FAA-EF94-E980-9FE4-E5143B838527}"/>
          </ac:cxnSpMkLst>
        </pc:cxnChg>
        <pc:cxnChg chg="add mod">
          <ac:chgData name="Zhi Wang" userId="7588ea56f58b19c7" providerId="LiveId" clId="{774C7CDD-8B60-419F-A773-E1B9126FB4F0}" dt="2026-09-08T11:43:50.653" v="466" actId="14100"/>
          <ac:cxnSpMkLst>
            <pc:docMk/>
            <pc:sldMk cId="274078649" sldId="370"/>
            <ac:cxnSpMk id="11" creationId="{841904F0-F73E-08C5-69BB-688A5266C470}"/>
          </ac:cxnSpMkLst>
        </pc:cxnChg>
        <pc:cxnChg chg="add mod">
          <ac:chgData name="Zhi Wang" userId="7588ea56f58b19c7" providerId="LiveId" clId="{774C7CDD-8B60-419F-A773-E1B9126FB4F0}" dt="2026-09-08T12:01:39.150" v="666" actId="14100"/>
          <ac:cxnSpMkLst>
            <pc:docMk/>
            <pc:sldMk cId="274078649" sldId="370"/>
            <ac:cxnSpMk id="26" creationId="{81965AAE-FEEB-6811-812B-20B52D819EF9}"/>
          </ac:cxnSpMkLst>
        </pc:cxnChg>
      </pc:sldChg>
      <pc:sldChg chg="addSp delSp modSp add mod modAnim">
        <pc:chgData name="Zhi Wang" userId="7588ea56f58b19c7" providerId="LiveId" clId="{774C7CDD-8B60-419F-A773-E1B9126FB4F0}" dt="2026-09-11T10:49:58.406" v="888" actId="22"/>
        <pc:sldMkLst>
          <pc:docMk/>
          <pc:sldMk cId="3331201110" sldId="371"/>
        </pc:sldMkLst>
        <pc:spChg chg="add mod">
          <ac:chgData name="Zhi Wang" userId="7588ea56f58b19c7" providerId="LiveId" clId="{774C7CDD-8B60-419F-A773-E1B9126FB4F0}" dt="2026-09-08T11:41:56.722" v="443" actId="20577"/>
          <ac:spMkLst>
            <pc:docMk/>
            <pc:sldMk cId="3331201110" sldId="371"/>
            <ac:spMk id="3" creationId="{235F2593-9AB2-17EE-FCCC-E757762A959D}"/>
          </ac:spMkLst>
        </pc:spChg>
        <pc:spChg chg="add mod">
          <ac:chgData name="Zhi Wang" userId="7588ea56f58b19c7" providerId="LiveId" clId="{774C7CDD-8B60-419F-A773-E1B9126FB4F0}" dt="2026-09-08T11:34:32.873" v="275" actId="1036"/>
          <ac:spMkLst>
            <pc:docMk/>
            <pc:sldMk cId="3331201110" sldId="371"/>
            <ac:spMk id="5" creationId="{C03B38EC-3A73-7083-CC03-04AB7DAA9444}"/>
          </ac:spMkLst>
        </pc:spChg>
        <pc:spChg chg="add mod">
          <ac:chgData name="Zhi Wang" userId="7588ea56f58b19c7" providerId="LiveId" clId="{774C7CDD-8B60-419F-A773-E1B9126FB4F0}" dt="2026-09-08T11:36:04.890" v="306" actId="1076"/>
          <ac:spMkLst>
            <pc:docMk/>
            <pc:sldMk cId="3331201110" sldId="371"/>
            <ac:spMk id="17" creationId="{80C1389C-0632-40D1-8338-FC107267B98B}"/>
          </ac:spMkLst>
        </pc:spChg>
        <pc:spChg chg="add mod">
          <ac:chgData name="Zhi Wang" userId="7588ea56f58b19c7" providerId="LiveId" clId="{774C7CDD-8B60-419F-A773-E1B9126FB4F0}" dt="2026-09-08T11:36:02.997" v="305" actId="1076"/>
          <ac:spMkLst>
            <pc:docMk/>
            <pc:sldMk cId="3331201110" sldId="371"/>
            <ac:spMk id="19" creationId="{A585C248-E98E-441E-293A-616A46AA0AD7}"/>
          </ac:spMkLst>
        </pc:spChg>
        <pc:spChg chg="add mod">
          <ac:chgData name="Zhi Wang" userId="7588ea56f58b19c7" providerId="LiveId" clId="{774C7CDD-8B60-419F-A773-E1B9126FB4F0}" dt="2026-09-08T11:51:21.851" v="523" actId="20577"/>
          <ac:spMkLst>
            <pc:docMk/>
            <pc:sldMk cId="3331201110" sldId="371"/>
            <ac:spMk id="21" creationId="{D05754B3-D7C3-B6C7-C709-E322C55B72BB}"/>
          </ac:spMkLst>
        </pc:spChg>
        <pc:spChg chg="add mod">
          <ac:chgData name="Zhi Wang" userId="7588ea56f58b19c7" providerId="LiveId" clId="{774C7CDD-8B60-419F-A773-E1B9126FB4F0}" dt="2026-09-08T11:42:33.367" v="457" actId="13926"/>
          <ac:spMkLst>
            <pc:docMk/>
            <pc:sldMk cId="3331201110" sldId="371"/>
            <ac:spMk id="23" creationId="{905EAD95-D34F-EA91-3840-3CA148F03938}"/>
          </ac:spMkLst>
        </pc:spChg>
        <pc:spChg chg="add mod">
          <ac:chgData name="Zhi Wang" userId="7588ea56f58b19c7" providerId="LiveId" clId="{774C7CDD-8B60-419F-A773-E1B9126FB4F0}" dt="2026-09-08T11:50:57.401" v="520" actId="1076"/>
          <ac:spMkLst>
            <pc:docMk/>
            <pc:sldMk cId="3331201110" sldId="371"/>
            <ac:spMk id="24" creationId="{944D1A43-9150-AE0B-B6B8-CBB27E312370}"/>
          </ac:spMkLst>
        </pc:spChg>
        <pc:graphicFrameChg chg="add">
          <ac:chgData name="Zhi Wang" userId="7588ea56f58b19c7" providerId="LiveId" clId="{774C7CDD-8B60-419F-A773-E1B9126FB4F0}" dt="2026-09-11T10:49:58.406" v="888" actId="22"/>
          <ac:graphicFrameMkLst>
            <pc:docMk/>
            <pc:sldMk cId="3331201110" sldId="371"/>
            <ac:graphicFrameMk id="9" creationId="{C951F26B-C0B8-E939-786F-F7D4DEF746F4}"/>
          </ac:graphicFrameMkLst>
        </pc:graphicFrameChg>
        <pc:picChg chg="add mod">
          <ac:chgData name="Zhi Wang" userId="7588ea56f58b19c7" providerId="LiveId" clId="{774C7CDD-8B60-419F-A773-E1B9126FB4F0}" dt="2026-09-08T11:38:39.367" v="427" actId="1038"/>
          <ac:picMkLst>
            <pc:docMk/>
            <pc:sldMk cId="3331201110" sldId="371"/>
            <ac:picMk id="22" creationId="{A1611B1C-A6C8-B0CA-86C5-B981A1F89ACB}"/>
          </ac:picMkLst>
        </pc:picChg>
        <pc:cxnChg chg="add mod">
          <ac:chgData name="Zhi Wang" userId="7588ea56f58b19c7" providerId="LiveId" clId="{774C7CDD-8B60-419F-A773-E1B9126FB4F0}" dt="2026-09-08T11:35:23.256" v="288" actId="1582"/>
          <ac:cxnSpMkLst>
            <pc:docMk/>
            <pc:sldMk cId="3331201110" sldId="371"/>
            <ac:cxnSpMk id="7" creationId="{8152CC0A-4D2B-8B82-B414-CA8BAF4CCC92}"/>
          </ac:cxnSpMkLst>
        </pc:cxnChg>
        <pc:cxnChg chg="add mod">
          <ac:chgData name="Zhi Wang" userId="7588ea56f58b19c7" providerId="LiveId" clId="{774C7CDD-8B60-419F-A773-E1B9126FB4F0}" dt="2026-09-08T11:35:33.223" v="292" actId="14100"/>
          <ac:cxnSpMkLst>
            <pc:docMk/>
            <pc:sldMk cId="3331201110" sldId="371"/>
            <ac:cxnSpMk id="10" creationId="{3947FD5C-03CA-1C0D-2026-946F134528C9}"/>
          </ac:cxnSpMkLst>
        </pc:cxnChg>
        <pc:cxnChg chg="add mod">
          <ac:chgData name="Zhi Wang" userId="7588ea56f58b19c7" providerId="LiveId" clId="{774C7CDD-8B60-419F-A773-E1B9126FB4F0}" dt="2026-09-08T11:35:45.233" v="294" actId="13822"/>
          <ac:cxnSpMkLst>
            <pc:docMk/>
            <pc:sldMk cId="3331201110" sldId="371"/>
            <ac:cxnSpMk id="14" creationId="{E9FCB5B5-A981-27AB-C5A0-743A2DD765A7}"/>
          </ac:cxnSpMkLst>
        </pc:cxnChg>
        <pc:cxnChg chg="add mod">
          <ac:chgData name="Zhi Wang" userId="7588ea56f58b19c7" providerId="LiveId" clId="{774C7CDD-8B60-419F-A773-E1B9126FB4F0}" dt="2026-09-08T11:35:48.516" v="296" actId="14100"/>
          <ac:cxnSpMkLst>
            <pc:docMk/>
            <pc:sldMk cId="3331201110" sldId="371"/>
            <ac:cxnSpMk id="15" creationId="{46266815-B651-A3A9-57B3-E3DD5F798C0C}"/>
          </ac:cxnSpMkLst>
        </pc:cxnChg>
      </pc:sldChg>
      <pc:sldChg chg="addSp delSp modSp add mod delAnim modAnim">
        <pc:chgData name="Zhi Wang" userId="7588ea56f58b19c7" providerId="LiveId" clId="{774C7CDD-8B60-419F-A773-E1B9126FB4F0}" dt="2026-09-11T10:50:03.844" v="892" actId="22"/>
        <pc:sldMkLst>
          <pc:docMk/>
          <pc:sldMk cId="1935609969" sldId="372"/>
        </pc:sldMkLst>
        <pc:spChg chg="add mod">
          <ac:chgData name="Zhi Wang" userId="7588ea56f58b19c7" providerId="LiveId" clId="{774C7CDD-8B60-419F-A773-E1B9126FB4F0}" dt="2026-09-11T10:31:34.182" v="850" actId="20577"/>
          <ac:spMkLst>
            <pc:docMk/>
            <pc:sldMk cId="1935609969" sldId="372"/>
            <ac:spMk id="12" creationId="{D2753848-2903-F4DF-FD43-0C007F218EE6}"/>
          </ac:spMkLst>
        </pc:spChg>
        <pc:spChg chg="mod">
          <ac:chgData name="Zhi Wang" userId="7588ea56f58b19c7" providerId="LiveId" clId="{774C7CDD-8B60-419F-A773-E1B9126FB4F0}" dt="2026-09-08T12:03:20.989" v="706" actId="1076"/>
          <ac:spMkLst>
            <pc:docMk/>
            <pc:sldMk cId="1935609969" sldId="372"/>
            <ac:spMk id="16" creationId="{BFD2656B-AE25-96D8-C611-80C4C5A1CE77}"/>
          </ac:spMkLst>
        </pc:spChg>
        <pc:spChg chg="mod">
          <ac:chgData name="Zhi Wang" userId="7588ea56f58b19c7" providerId="LiveId" clId="{774C7CDD-8B60-419F-A773-E1B9126FB4F0}" dt="2026-09-08T12:04:36.471" v="749" actId="1076"/>
          <ac:spMkLst>
            <pc:docMk/>
            <pc:sldMk cId="1935609969" sldId="372"/>
            <ac:spMk id="20" creationId="{CB7C4C0E-C120-C1C7-C78D-05F43D5F1C10}"/>
          </ac:spMkLst>
        </pc:spChg>
        <pc:graphicFrameChg chg="add">
          <ac:chgData name="Zhi Wang" userId="7588ea56f58b19c7" providerId="LiveId" clId="{774C7CDD-8B60-419F-A773-E1B9126FB4F0}" dt="2026-09-11T10:50:03.844" v="892" actId="22"/>
          <ac:graphicFrameMkLst>
            <pc:docMk/>
            <pc:sldMk cId="1935609969" sldId="372"/>
            <ac:graphicFrameMk id="14" creationId="{5E2FA4EA-2D4F-9D6F-0B60-681D3DB042E0}"/>
          </ac:graphicFrameMkLst>
        </pc:graphicFrameChg>
        <pc:cxnChg chg="add mod">
          <ac:chgData name="Zhi Wang" userId="7588ea56f58b19c7" providerId="LiveId" clId="{774C7CDD-8B60-419F-A773-E1B9126FB4F0}" dt="2026-09-08T12:11:22.541" v="834" actId="14100"/>
          <ac:cxnSpMkLst>
            <pc:docMk/>
            <pc:sldMk cId="1935609969" sldId="372"/>
            <ac:cxnSpMk id="13" creationId="{15898E1B-A81F-86AF-A922-9104470BB946}"/>
          </ac:cxnSpMkLst>
        </pc:cxnChg>
        <pc:cxnChg chg="add mod">
          <ac:chgData name="Zhi Wang" userId="7588ea56f58b19c7" providerId="LiveId" clId="{774C7CDD-8B60-419F-A773-E1B9126FB4F0}" dt="2026-09-08T12:11:36.919" v="840" actId="1076"/>
          <ac:cxnSpMkLst>
            <pc:docMk/>
            <pc:sldMk cId="1935609969" sldId="372"/>
            <ac:cxnSpMk id="17" creationId="{64A50BD2-DEAD-2242-6E76-1ADEBE902B28}"/>
          </ac:cxnSpMkLst>
        </pc:cxnChg>
      </pc:sldChg>
      <pc:sldChg chg="addSp delSp modSp add mod addAnim delAnim modAnim">
        <pc:chgData name="Zhi Wang" userId="7588ea56f58b19c7" providerId="LiveId" clId="{774C7CDD-8B60-419F-A773-E1B9126FB4F0}" dt="2026-09-11T10:50:11.336" v="898" actId="22"/>
        <pc:sldMkLst>
          <pc:docMk/>
          <pc:sldMk cId="3902184093" sldId="373"/>
        </pc:sldMkLst>
        <pc:spChg chg="mod">
          <ac:chgData name="Zhi Wang" userId="7588ea56f58b19c7" providerId="LiveId" clId="{774C7CDD-8B60-419F-A773-E1B9126FB4F0}" dt="2026-09-08T12:05:25.625" v="758"/>
          <ac:spMkLst>
            <pc:docMk/>
            <pc:sldMk cId="3902184093" sldId="373"/>
            <ac:spMk id="2" creationId="{49CD357C-43C9-FB0A-E6EB-86B12EDD804D}"/>
          </ac:spMkLst>
        </pc:spChg>
        <pc:graphicFrameChg chg="add">
          <ac:chgData name="Zhi Wang" userId="7588ea56f58b19c7" providerId="LiveId" clId="{774C7CDD-8B60-419F-A773-E1B9126FB4F0}" dt="2026-09-11T10:50:11.336" v="898" actId="22"/>
          <ac:graphicFrameMkLst>
            <pc:docMk/>
            <pc:sldMk cId="3902184093" sldId="373"/>
            <ac:graphicFrameMk id="4" creationId="{65EF4D10-6F1E-040E-62E0-B03EACB4CE7E}"/>
          </ac:graphicFrameMkLst>
        </pc:graphicFrameChg>
        <pc:cxnChg chg="add mod">
          <ac:chgData name="Zhi Wang" userId="7588ea56f58b19c7" providerId="LiveId" clId="{774C7CDD-8B60-419F-A773-E1B9126FB4F0}" dt="2026-09-08T12:06:00.101" v="765" actId="14100"/>
          <ac:cxnSpMkLst>
            <pc:docMk/>
            <pc:sldMk cId="3902184093" sldId="373"/>
            <ac:cxnSpMk id="9" creationId="{9FFAAA9E-76D3-0071-A28B-F9B565E550E6}"/>
          </ac:cxnSpMkLst>
        </pc:cxnChg>
        <pc:cxnChg chg="add mod">
          <ac:chgData name="Zhi Wang" userId="7588ea56f58b19c7" providerId="LiveId" clId="{774C7CDD-8B60-419F-A773-E1B9126FB4F0}" dt="2026-09-08T12:06:06.784" v="768" actId="14100"/>
          <ac:cxnSpMkLst>
            <pc:docMk/>
            <pc:sldMk cId="3902184093" sldId="373"/>
            <ac:cxnSpMk id="15" creationId="{0881570D-2078-FB1D-D842-DE5E98446147}"/>
          </ac:cxnSpMkLst>
        </pc:cxnChg>
        <pc:cxnChg chg="add mod">
          <ac:chgData name="Zhi Wang" userId="7588ea56f58b19c7" providerId="LiveId" clId="{774C7CDD-8B60-419F-A773-E1B9126FB4F0}" dt="2026-09-08T12:06:12.670" v="771" actId="14100"/>
          <ac:cxnSpMkLst>
            <pc:docMk/>
            <pc:sldMk cId="3902184093" sldId="373"/>
            <ac:cxnSpMk id="21" creationId="{D89BE48C-2F1A-A4D3-F8D2-78D58286CFC5}"/>
          </ac:cxnSpMkLst>
        </pc:cxnChg>
        <pc:cxnChg chg="add mod">
          <ac:chgData name="Zhi Wang" userId="7588ea56f58b19c7" providerId="LiveId" clId="{774C7CDD-8B60-419F-A773-E1B9126FB4F0}" dt="2026-09-08T12:06:18.687" v="774" actId="14100"/>
          <ac:cxnSpMkLst>
            <pc:docMk/>
            <pc:sldMk cId="3902184093" sldId="373"/>
            <ac:cxnSpMk id="24" creationId="{5155F098-6253-C977-4DA7-8CE70DA2AB7E}"/>
          </ac:cxnSpMkLst>
        </pc:cxnChg>
        <pc:cxnChg chg="add mod">
          <ac:chgData name="Zhi Wang" userId="7588ea56f58b19c7" providerId="LiveId" clId="{774C7CDD-8B60-419F-A773-E1B9126FB4F0}" dt="2026-09-08T12:06:46.483" v="788" actId="1038"/>
          <ac:cxnSpMkLst>
            <pc:docMk/>
            <pc:sldMk cId="3902184093" sldId="373"/>
            <ac:cxnSpMk id="28" creationId="{C09DAC4C-B4F7-AAB7-70EB-2C438DFA26E6}"/>
          </ac:cxnSpMkLst>
        </pc:cxnChg>
        <pc:cxnChg chg="add mod">
          <ac:chgData name="Zhi Wang" userId="7588ea56f58b19c7" providerId="LiveId" clId="{774C7CDD-8B60-419F-A773-E1B9126FB4F0}" dt="2026-09-08T12:06:53.607" v="804" actId="1038"/>
          <ac:cxnSpMkLst>
            <pc:docMk/>
            <pc:sldMk cId="3902184093" sldId="373"/>
            <ac:cxnSpMk id="29" creationId="{A54FD25A-51BB-6658-6545-B52325C913E7}"/>
          </ac:cxnSpMkLst>
        </pc:cxnChg>
        <pc:cxnChg chg="add mod">
          <ac:chgData name="Zhi Wang" userId="7588ea56f58b19c7" providerId="LiveId" clId="{774C7CDD-8B60-419F-A773-E1B9126FB4F0}" dt="2026-09-08T12:07:22.371" v="813" actId="1076"/>
          <ac:cxnSpMkLst>
            <pc:docMk/>
            <pc:sldMk cId="3902184093" sldId="373"/>
            <ac:cxnSpMk id="30" creationId="{2E4AB45D-61CE-6C7F-813B-2FFE6CA53D9A}"/>
          </ac:cxnSpMkLst>
        </pc:cxnChg>
        <pc:cxnChg chg="add mod">
          <ac:chgData name="Zhi Wang" userId="7588ea56f58b19c7" providerId="LiveId" clId="{774C7CDD-8B60-419F-A773-E1B9126FB4F0}" dt="2026-09-08T12:07:17.483" v="811" actId="1076"/>
          <ac:cxnSpMkLst>
            <pc:docMk/>
            <pc:sldMk cId="3902184093" sldId="373"/>
            <ac:cxnSpMk id="32" creationId="{4F06EB79-F480-CAC1-25AA-523BFF3A3933}"/>
          </ac:cxnSpMkLst>
        </pc:cxnChg>
        <pc:cxnChg chg="add mod">
          <ac:chgData name="Zhi Wang" userId="7588ea56f58b19c7" providerId="LiveId" clId="{774C7CDD-8B60-419F-A773-E1B9126FB4F0}" dt="2026-09-08T12:07:35.824" v="818" actId="1076"/>
          <ac:cxnSpMkLst>
            <pc:docMk/>
            <pc:sldMk cId="3902184093" sldId="373"/>
            <ac:cxnSpMk id="35" creationId="{588E0C81-5F6F-0520-9ADB-034A45FDD7DA}"/>
          </ac:cxnSpMkLst>
        </pc:cxnChg>
        <pc:cxnChg chg="add mod">
          <ac:chgData name="Zhi Wang" userId="7588ea56f58b19c7" providerId="LiveId" clId="{774C7CDD-8B60-419F-A773-E1B9126FB4F0}" dt="2026-09-08T12:07:39.311" v="820" actId="1076"/>
          <ac:cxnSpMkLst>
            <pc:docMk/>
            <pc:sldMk cId="3902184093" sldId="373"/>
            <ac:cxnSpMk id="39" creationId="{B0EBB3CF-A0FA-5E55-CE69-58CA3B1E700C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063E7-2D70-40DB-B5F5-220D3343D89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AFE822-E256-4B49-9F74-CFA79B2881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0757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22A6E1F-410B-44CA-9071-CB362EFAAA03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等线" panose="02010600030101010101" pitchFamily="2" charset="-122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082131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err="1"/>
              <a:t>NaCl</a:t>
            </a:r>
            <a:r>
              <a:rPr lang="zh-CN" altLang="en-US" dirty="0"/>
              <a:t>：</a:t>
            </a:r>
            <a:r>
              <a:rPr lang="en-US" altLang="zh-CN" baseline="0" dirty="0"/>
              <a:t> </a:t>
            </a:r>
            <a:r>
              <a:rPr lang="zh-CN" altLang="en-US" baseline="0" dirty="0"/>
              <a:t>面向嵌套，第二层相当于前面层移至</a:t>
            </a:r>
            <a:r>
              <a:rPr lang="en-US" altLang="zh-CN" baseline="0" dirty="0"/>
              <a:t>1/2</a:t>
            </a:r>
            <a:r>
              <a:rPr lang="zh-CN" altLang="en-US" baseline="0" dirty="0"/>
              <a:t>，</a:t>
            </a:r>
            <a:r>
              <a:rPr lang="en-US" altLang="zh-CN" baseline="0" dirty="0"/>
              <a:t>1/2</a:t>
            </a:r>
            <a:r>
              <a:rPr lang="zh-CN" altLang="en-US" baseline="0" dirty="0"/>
              <a:t>，</a:t>
            </a:r>
            <a:r>
              <a:rPr lang="en-US" altLang="zh-CN" baseline="0" dirty="0"/>
              <a:t>1/2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485E976-D945-4D61-83D1-E81B7DD2DB85}" type="slidenum">
              <a:rPr lang="zh-CN" altLang="en-US" smtClean="0"/>
              <a:pPr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7604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8AFE822-E256-4B49-9F74-CFA79B28816D}" type="slidenum">
              <a:rPr lang="zh-CN" altLang="en-US" smtClean="0"/>
              <a:t>41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4358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95269" y="1122363"/>
            <a:ext cx="9001462" cy="2387600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95269" y="3602038"/>
            <a:ext cx="9001462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006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4328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9244" y="657226"/>
            <a:ext cx="9733512" cy="2852737"/>
          </a:xfrm>
        </p:spPr>
        <p:txBody>
          <a:bodyPr anchor="b">
            <a:normAutofit/>
          </a:bodyPr>
          <a:lstStyle>
            <a:lvl1pPr>
              <a:defRPr sz="34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9244" y="3602038"/>
            <a:ext cx="9733512" cy="1500187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9695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88319"/>
            <a:ext cx="5106004" cy="37028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3403" y="2088319"/>
            <a:ext cx="5094154" cy="370288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8057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804" y="2088320"/>
            <a:ext cx="4879199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3795" y="2912232"/>
            <a:ext cx="5107208" cy="28789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2003" y="2088320"/>
            <a:ext cx="4865554" cy="823912"/>
          </a:xfr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912232"/>
            <a:ext cx="5095357" cy="287896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6303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509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43479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8" y="609600"/>
            <a:ext cx="3932237" cy="2362200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78064" y="609600"/>
            <a:ext cx="6189492" cy="5181600"/>
          </a:xfrm>
        </p:spPr>
        <p:txBody>
          <a:bodyPr anchor="ctr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7228" y="2971800"/>
            <a:ext cx="3932237" cy="2819399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25151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7227" y="609600"/>
            <a:ext cx="5929773" cy="2362200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4" y="758881"/>
            <a:ext cx="3255356" cy="4883038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971800"/>
            <a:ext cx="5934950" cy="28194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610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289372"/>
            <a:ext cx="10367564" cy="819355"/>
          </a:xfrm>
        </p:spPr>
        <p:txBody>
          <a:bodyPr anchor="b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13806" y="621321"/>
            <a:ext cx="10367564" cy="3379735"/>
          </a:xfrm>
          <a:noFill/>
          <a:ln w="1905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65998" cy="682472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6412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3424859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4204820"/>
            <a:ext cx="10353761" cy="159218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30706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426812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04821"/>
            <a:ext cx="10353762" cy="1586380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TextBox 10"/>
          <p:cNvSpPr txBox="1"/>
          <p:nvPr/>
        </p:nvSpPr>
        <p:spPr>
          <a:xfrm>
            <a:off x="836612" y="73524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57956" y="297209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014033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2126942"/>
            <a:ext cx="10355327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650556"/>
            <a:ext cx="10353763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16046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4" y="2088319"/>
            <a:ext cx="3298956" cy="823305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4" y="2911624"/>
            <a:ext cx="3298956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4878" y="2088320"/>
            <a:ext cx="3298558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4878" y="2911624"/>
            <a:ext cx="329982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088320"/>
            <a:ext cx="3291211" cy="823304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6346" y="2911624"/>
            <a:ext cx="3291211" cy="2879576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62450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 图片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4195899"/>
            <a:ext cx="3298955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92020" y="2298987"/>
            <a:ext cx="2940050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772161"/>
            <a:ext cx="3298955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01" y="4195899"/>
            <a:ext cx="3298983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68996" y="2298987"/>
            <a:ext cx="2930525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72160"/>
            <a:ext cx="3300336" cy="101903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423" y="4195899"/>
            <a:ext cx="3289900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52803" y="2298987"/>
            <a:ext cx="2932113" cy="1524000"/>
          </a:xfrm>
          <a:prstGeom prst="roundRect">
            <a:avLst>
              <a:gd name="adj" fmla="val 0"/>
            </a:avLst>
          </a:prstGeom>
          <a:noFill/>
          <a:ln w="14605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298" y="4772161"/>
            <a:ext cx="3294258" cy="1019037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5444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279003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599"/>
            <a:ext cx="254265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4" y="609599"/>
            <a:ext cx="7658705" cy="5181601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489198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87488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98820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2208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44483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6199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111923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92855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3279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022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715790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779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96064"/>
            <a:ext cx="10353762" cy="36951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2673AF-418A-46DF-8890-F20AB25C1439}" type="datetimeFigureOut">
              <a:rPr lang="zh-CN" altLang="en-US" smtClean="0"/>
              <a:t>2026/9/13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4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70DDA3-9BA6-47E2-A1F7-33A2FF1ABE0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247172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400" b="1" i="0" kern="1200" cap="all">
          <a:solidFill>
            <a:schemeClr val="tx1"/>
          </a:solidFill>
          <a:effectLst>
            <a:outerShdw blurRad="50800" dist="63500" dir="2700000" algn="tl" rotWithShape="0">
              <a:srgbClr val="000000">
                <a:alpha val="48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effectLst>
            <a:outerShdw blurRad="50800" dist="38100" dir="2700000" algn="tl" rotWithShape="0">
              <a:srgbClr val="000000">
                <a:alpha val="48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64CCB1-2560-4683-9A9D-B49D145F2CC1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528AEA-04F8-4985-BB48-C19B691D1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649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7.png"/><Relationship Id="rId4" Type="http://schemas.openxmlformats.org/officeDocument/2006/relationships/image" Target="../media/image16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0.png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gi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://demonstrations.wolfram.com/CubicCrystalLattices/" TargetMode="External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gif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hembio.uoguelph.ca/educmat/chm729/wscells/cells.htm" TargetMode="External"/><Relationship Id="rId4" Type="http://schemas.openxmlformats.org/officeDocument/2006/relationships/hyperlink" Target="http://www.chembio.uoguelph.ca/educmat/chm729/wscells/construction.htm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gif"/><Relationship Id="rId2" Type="http://schemas.openxmlformats.org/officeDocument/2006/relationships/image" Target="../media/image42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2.jpeg"/><Relationship Id="rId4" Type="http://schemas.openxmlformats.org/officeDocument/2006/relationships/image" Target="../media/image51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jpeg"/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gi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6.jp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gif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rystallography.net/" TargetMode="External"/><Relationship Id="rId2" Type="http://schemas.openxmlformats.org/officeDocument/2006/relationships/hyperlink" Target="http://rruff.geo.arizona.edu/AMS/amcsd.php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cryst.ehu.es/" TargetMode="External"/><Relationship Id="rId4" Type="http://schemas.openxmlformats.org/officeDocument/2006/relationships/hyperlink" Target="http://www.crystalimpact.com/pcd/" TargetMode="Externa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 descr="背景图案&#10;&#10;描述已自动生成">
            <a:extLst>
              <a:ext uri="{FF2B5EF4-FFF2-40B4-BE49-F238E27FC236}">
                <a16:creationId xmlns:a16="http://schemas.microsoft.com/office/drawing/2014/main" id="{40966F33-00AC-0962-30D1-0024E93CD20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6834187" y="1500187"/>
            <a:ext cx="6858000" cy="3857626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0E9BF14C-4FC7-5CBF-3D37-DA31CA5A4A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34887" y="864268"/>
            <a:ext cx="9001462" cy="1660594"/>
          </a:xfrm>
        </p:spPr>
        <p:txBody>
          <a:bodyPr/>
          <a:lstStyle/>
          <a:p>
            <a:pPr algn="l"/>
            <a:r>
              <a:rPr lang="zh-CN" altLang="en-US" b="1" dirty="0"/>
              <a:t>固体物理（</a:t>
            </a:r>
            <a:r>
              <a:rPr lang="en-US" altLang="zh-CN" b="1" dirty="0"/>
              <a:t>2</a:t>
            </a:r>
            <a:r>
              <a:rPr lang="zh-CN" altLang="en-US" b="1" dirty="0"/>
              <a:t>班）</a:t>
            </a:r>
            <a:br>
              <a:rPr lang="en-US" altLang="zh-CN" b="1" dirty="0"/>
            </a:br>
            <a:r>
              <a:rPr lang="en-US" altLang="zh-CN" sz="4400" b="1" dirty="0"/>
              <a:t>Solid state physics</a:t>
            </a:r>
            <a:endParaRPr lang="zh-CN" altLang="en-US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FBC71C4-AAF9-252F-52C3-C8A1AD8C5C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1509" y="2850727"/>
            <a:ext cx="5767639" cy="2475854"/>
          </a:xfrm>
        </p:spPr>
        <p:txBody>
          <a:bodyPr>
            <a:normAutofit/>
          </a:bodyPr>
          <a:lstStyle/>
          <a:p>
            <a:pPr algn="l"/>
            <a:r>
              <a:rPr lang="zh-CN" altLang="en-US" b="1" dirty="0"/>
              <a:t>学院（系）     材料科学与光电技术学院</a:t>
            </a:r>
            <a:endParaRPr lang="en-US" altLang="zh-CN" b="1" dirty="0"/>
          </a:p>
          <a:p>
            <a:pPr algn="l"/>
            <a:r>
              <a:rPr lang="zh-CN" altLang="en-US" b="1" dirty="0"/>
              <a:t>授课教师         </a:t>
            </a:r>
            <a:r>
              <a:rPr lang="zh-CN" altLang="en-US" b="1" dirty="0">
                <a:solidFill>
                  <a:srgbClr val="FF0000"/>
                </a:solidFill>
              </a:rPr>
              <a:t>王峙</a:t>
            </a:r>
            <a:r>
              <a:rPr lang="zh-CN" altLang="en-US" b="1" dirty="0"/>
              <a:t>，魏大海</a:t>
            </a:r>
            <a:endParaRPr lang="en-US" altLang="zh-CN" b="1" dirty="0"/>
          </a:p>
          <a:p>
            <a:pPr algn="l"/>
            <a:r>
              <a:rPr lang="zh-CN" altLang="en-US" b="1" dirty="0"/>
              <a:t>                           中科院半导体所</a:t>
            </a:r>
            <a:endParaRPr lang="en-US" altLang="zh-CN" b="1" dirty="0"/>
          </a:p>
          <a:p>
            <a:pPr algn="l"/>
            <a:r>
              <a:rPr lang="en-US" altLang="zh-CN" b="1" dirty="0"/>
              <a:t>Email                 </a:t>
            </a:r>
            <a:r>
              <a:rPr lang="en-US" altLang="zh-CN" b="1" dirty="0">
                <a:solidFill>
                  <a:srgbClr val="FF0000"/>
                </a:solidFill>
              </a:rPr>
              <a:t>wangzhi@semi.ac.cn</a:t>
            </a:r>
          </a:p>
          <a:p>
            <a:pPr algn="l"/>
            <a:r>
              <a:rPr lang="en-US" altLang="zh-CN" b="1" dirty="0"/>
              <a:t>Tel                      010-82304043</a:t>
            </a:r>
            <a:endParaRPr lang="zh-CN" altLang="en-US" b="1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DFFC7264-F22F-376E-05E6-028D55E09392}"/>
              </a:ext>
            </a:extLst>
          </p:cNvPr>
          <p:cNvSpPr txBox="1"/>
          <p:nvPr/>
        </p:nvSpPr>
        <p:spPr>
          <a:xfrm>
            <a:off x="9442175" y="6550223"/>
            <a:ext cx="279592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50800" dist="38100" algn="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Calibri"/>
                <a:ea typeface="黑体"/>
                <a:cs typeface="+mn-cs"/>
              </a:rPr>
              <a:t>Samuel Velasco/Quanta Magazine</a:t>
            </a:r>
            <a:endParaRPr kumimoji="0" lang="zh-CN" altLang="en-US" sz="1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>
                <a:outerShdw blurRad="50800" dist="38100" algn="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Calibri"/>
              <a:ea typeface="黑体"/>
              <a:cs typeface="+mn-cs"/>
            </a:endParaRPr>
          </a:p>
        </p:txBody>
      </p:sp>
      <p:pic>
        <p:nvPicPr>
          <p:cNvPr id="9" name="图片 8" descr="国科大">
            <a:extLst>
              <a:ext uri="{FF2B5EF4-FFF2-40B4-BE49-F238E27FC236}">
                <a16:creationId xmlns:a16="http://schemas.microsoft.com/office/drawing/2014/main" id="{8B5A9827-8F2B-56F1-10E5-A2DA9F8F4B3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59079" y="5634718"/>
            <a:ext cx="975361" cy="981731"/>
          </a:xfrm>
          <a:prstGeom prst="rect">
            <a:avLst/>
          </a:prstGeom>
        </p:spPr>
      </p:pic>
      <p:pic>
        <p:nvPicPr>
          <p:cNvPr id="11" name="图片 10" descr="半导体所">
            <a:extLst>
              <a:ext uri="{FF2B5EF4-FFF2-40B4-BE49-F238E27FC236}">
                <a16:creationId xmlns:a16="http://schemas.microsoft.com/office/drawing/2014/main" id="{53B3A381-6BB4-CE19-645E-ABF72690091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424940" y="5634717"/>
            <a:ext cx="1019895" cy="985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747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BF8F4C-9B83-36C2-FD98-8B839030E5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1"/>
            <a:ext cx="10353761" cy="544436"/>
          </a:xfrm>
        </p:spPr>
        <p:txBody>
          <a:bodyPr>
            <a:normAutofit fontScale="90000"/>
          </a:bodyPr>
          <a:lstStyle/>
          <a:p>
            <a:pPr algn="l"/>
            <a:r>
              <a:rPr lang="zh-CN" altLang="en-US" dirty="0">
                <a:solidFill>
                  <a:schemeClr val="bg1"/>
                </a:solidFill>
                <a:effectLst/>
              </a:rPr>
              <a:t>教材及可用资源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D2A0C4B-DBB1-6129-8CAC-228BA32485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5579" y="1154037"/>
            <a:ext cx="8034108" cy="5576641"/>
          </a:xfrm>
        </p:spPr>
        <p:txBody>
          <a:bodyPr>
            <a:normAutofit fontScale="62500" lnSpcReduction="20000"/>
          </a:bodyPr>
          <a:lstStyle/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100" b="1" dirty="0">
                <a:solidFill>
                  <a:schemeClr val="bg1"/>
                </a:solidFill>
                <a:effectLst/>
              </a:rPr>
              <a:t>A. </a:t>
            </a:r>
            <a:r>
              <a:rPr lang="zh-CN" altLang="en-US" sz="2100" b="1" dirty="0">
                <a:solidFill>
                  <a:schemeClr val="bg1"/>
                </a:solidFill>
                <a:effectLst/>
              </a:rPr>
              <a:t>对于没有量子力学基础，跟课比较吃力的同学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100" dirty="0">
                <a:solidFill>
                  <a:schemeClr val="bg1"/>
                </a:solidFill>
                <a:effectLst/>
              </a:rPr>
              <a:t>以记忆结论为主，了解基础物理概念和背后的物理图像，数学可以先放一放。</a:t>
            </a:r>
            <a:endParaRPr lang="en-US" altLang="zh-CN" sz="2100" dirty="0">
              <a:solidFill>
                <a:schemeClr val="bg1"/>
              </a:solidFill>
              <a:effectLst/>
            </a:endParaRP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100" dirty="0">
                <a:solidFill>
                  <a:schemeClr val="bg1"/>
                </a:solidFill>
                <a:effectLst/>
              </a:rPr>
              <a:t>量子力学基础我只推荐一本书，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Griffiths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的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《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量子力学概论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》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，有中译本，是非常好的入门书，适用于本科学习过物理课程但没有学习过量子力学的同学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100" dirty="0">
                <a:solidFill>
                  <a:schemeClr val="bg1"/>
                </a:solidFill>
                <a:effectLst/>
              </a:rPr>
              <a:t>如果需要更加基础的物理书籍，推荐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彭恒武的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《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理论物理基础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》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，优先阅读第</a:t>
            </a:r>
            <a:r>
              <a:rPr lang="en-US" altLang="zh-CN" sz="2100" dirty="0">
                <a:solidFill>
                  <a:schemeClr val="bg1"/>
                </a:solidFill>
                <a:effectLst/>
              </a:rPr>
              <a:t>1,9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章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100" dirty="0">
                <a:solidFill>
                  <a:schemeClr val="bg1"/>
                </a:solidFill>
                <a:effectLst/>
              </a:rPr>
              <a:t>在此基础上，固体物理书籍我推荐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阎守胜版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《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固体物理基础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》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，然后是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黄昆版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《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固体物理学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》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。</a:t>
            </a:r>
            <a:r>
              <a:rPr lang="en-US" altLang="zh-CN" sz="2100" dirty="0">
                <a:solidFill>
                  <a:schemeClr val="bg1"/>
                </a:solidFill>
                <a:effectLst/>
              </a:rPr>
              <a:t>Kittel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的书不做推荐。注意阎书章节顺序不同，他参考了</a:t>
            </a:r>
            <a:r>
              <a:rPr lang="en-US" altLang="zh-CN" sz="2100" dirty="0">
                <a:solidFill>
                  <a:schemeClr val="bg1"/>
                </a:solidFill>
                <a:effectLst/>
              </a:rPr>
              <a:t>Ashcroft, Mermin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版</a:t>
            </a:r>
            <a:r>
              <a:rPr lang="en-US" altLang="zh-CN" sz="2100" dirty="0">
                <a:solidFill>
                  <a:schemeClr val="bg1"/>
                </a:solidFill>
                <a:effectLst/>
              </a:rPr>
              <a:t>Solid-State Physics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，从自由电子</a:t>
            </a:r>
            <a:r>
              <a:rPr lang="en-US" altLang="zh-CN" sz="2100" dirty="0">
                <a:solidFill>
                  <a:schemeClr val="bg1"/>
                </a:solidFill>
                <a:effectLst/>
              </a:rPr>
              <a:t>/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金属中的电子讲起。黄昆书与本课程授课顺序一致。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endParaRPr lang="zh-CN" altLang="en-US" sz="2100" b="1" dirty="0">
              <a:solidFill>
                <a:schemeClr val="bg1"/>
              </a:solidFill>
              <a:effectLst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100" b="1" dirty="0">
                <a:solidFill>
                  <a:schemeClr val="bg1"/>
                </a:solidFill>
                <a:effectLst/>
              </a:rPr>
              <a:t>B. </a:t>
            </a:r>
            <a:r>
              <a:rPr lang="zh-CN" altLang="en-US" sz="2100" b="1" dirty="0">
                <a:solidFill>
                  <a:schemeClr val="bg1"/>
                </a:solidFill>
                <a:effectLst/>
              </a:rPr>
              <a:t>对于有一定量子力学基础，例如学习过量子化学等课程的同学，或者完成了前一步</a:t>
            </a:r>
            <a:r>
              <a:rPr lang="en-US" altLang="zh-CN" sz="2100" b="1" dirty="0">
                <a:solidFill>
                  <a:schemeClr val="bg1"/>
                </a:solidFill>
                <a:effectLst/>
              </a:rPr>
              <a:t>A</a:t>
            </a:r>
            <a:r>
              <a:rPr lang="zh-CN" altLang="en-US" sz="2100" b="1" dirty="0">
                <a:solidFill>
                  <a:schemeClr val="bg1"/>
                </a:solidFill>
                <a:effectLst/>
              </a:rPr>
              <a:t>但不满足于此的同学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100" dirty="0">
                <a:solidFill>
                  <a:schemeClr val="bg1"/>
                </a:solidFill>
                <a:effectLst/>
              </a:rPr>
              <a:t>从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Griffiths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的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《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量子力学概论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》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开始，如果阅读不困难，前进到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Sakurai《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现代量子力学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》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，这本书对于需要量子力学的研究生来说已经足够，可以同时阅读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Shankar《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量子力学原理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》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，你会看到</a:t>
            </a:r>
            <a:r>
              <a:rPr lang="en-US" altLang="zh-CN" sz="2100" dirty="0">
                <a:solidFill>
                  <a:schemeClr val="bg1"/>
                </a:solidFill>
                <a:effectLst/>
              </a:rPr>
              <a:t>Shankar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在很多地方提出了另一种理解思路，这对把握物理实质是非常有帮助的。这两本书可以作为你研究生涯的参考书目之二。如果需要更进一步，往下看</a:t>
            </a:r>
            <a:r>
              <a:rPr lang="en-US" altLang="zh-CN" sz="2100" dirty="0">
                <a:solidFill>
                  <a:schemeClr val="bg1"/>
                </a:solidFill>
                <a:effectLst/>
              </a:rPr>
              <a:t>C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100" dirty="0">
                <a:solidFill>
                  <a:schemeClr val="bg1"/>
                </a:solidFill>
                <a:effectLst/>
              </a:rPr>
              <a:t>在此基础上，我推荐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黄昆版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《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固体物理学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》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，然后是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Kittel《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固体物理导论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》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，足够了。</a:t>
            </a: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endParaRPr lang="en-US" altLang="zh-CN" sz="2100" b="1" dirty="0">
              <a:solidFill>
                <a:schemeClr val="bg1"/>
              </a:solidFill>
              <a:effectLst/>
            </a:endParaRPr>
          </a:p>
          <a:p>
            <a:pPr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lang="en-US" altLang="zh-CN" sz="2100" b="1" dirty="0">
                <a:solidFill>
                  <a:schemeClr val="bg1"/>
                </a:solidFill>
                <a:effectLst/>
              </a:rPr>
              <a:t>C. </a:t>
            </a:r>
            <a:r>
              <a:rPr lang="zh-CN" altLang="en-US" sz="2100" b="1" dirty="0">
                <a:solidFill>
                  <a:schemeClr val="bg1"/>
                </a:solidFill>
                <a:effectLst/>
              </a:rPr>
              <a:t>对于系统学习过量子力学的同学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100" dirty="0">
                <a:solidFill>
                  <a:schemeClr val="bg1"/>
                </a:solidFill>
                <a:effectLst/>
              </a:rPr>
              <a:t>你的量子力学知识已经足够应付本门课程，如果想更进一步，我推荐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Feynman《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量子力学讲义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》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。作为研究生涯的参考书，我同时推荐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Cohen《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量子力学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》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，这是工具书，当然你也可以把它读完</a:t>
            </a:r>
          </a:p>
          <a:p>
            <a:pPr marL="457200" indent="-457200">
              <a:spcBef>
                <a:spcPts val="0"/>
              </a:spcBef>
              <a:spcAft>
                <a:spcPts val="600"/>
              </a:spcAft>
              <a:buFont typeface="+mj-lt"/>
              <a:buAutoNum type="arabicPeriod"/>
            </a:pPr>
            <a:r>
              <a:rPr lang="zh-CN" altLang="en-US" sz="2100" dirty="0">
                <a:solidFill>
                  <a:schemeClr val="bg1"/>
                </a:solidFill>
                <a:effectLst/>
              </a:rPr>
              <a:t>固体物理我推荐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Ashcroft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和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Mermin</a:t>
            </a:r>
            <a:r>
              <a:rPr lang="zh-CN" altLang="en-US" sz="2100" dirty="0">
                <a:solidFill>
                  <a:srgbClr val="FF0000"/>
                </a:solidFill>
                <a:effectLst/>
              </a:rPr>
              <a:t>的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Solid-State Physics</a:t>
            </a:r>
            <a:r>
              <a:rPr lang="zh-CN" altLang="en-US" sz="2100" dirty="0">
                <a:solidFill>
                  <a:schemeClr val="bg1"/>
                </a:solidFill>
                <a:effectLst/>
              </a:rPr>
              <a:t>，应该有中译版。如果你对最新的理论有兴趣，可以阅读</a:t>
            </a:r>
            <a:r>
              <a:rPr lang="en-US" altLang="zh-CN" sz="2100" dirty="0">
                <a:solidFill>
                  <a:srgbClr val="FF0000"/>
                </a:solidFill>
                <a:effectLst/>
              </a:rPr>
              <a:t>Girvin &amp; Yang, Modern Condensed Matter Physics; Xiao-Gang Wen (MIT), Modern Condensed Matter Theory</a:t>
            </a:r>
            <a:endParaRPr lang="en-US" altLang="zh-CN" sz="2200" dirty="0">
              <a:solidFill>
                <a:srgbClr val="FF0000"/>
              </a:solidFill>
              <a:effectLst/>
            </a:endParaRPr>
          </a:p>
        </p:txBody>
      </p:sp>
      <p:pic>
        <p:nvPicPr>
          <p:cNvPr id="1026" name="Picture 2" descr="《固体物理导论(原著第八版)》【价格 目录 书评 正版】_中图网(原中图网)">
            <a:extLst>
              <a:ext uri="{FF2B5EF4-FFF2-40B4-BE49-F238E27FC236}">
                <a16:creationId xmlns:a16="http://schemas.microsoft.com/office/drawing/2014/main" id="{59B91992-9B54-1728-0344-86A804EA33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155650" y="4793941"/>
            <a:ext cx="1272235" cy="17919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AD5C282A-3869-57AE-F172-963D6AE2C1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3947" y="4742580"/>
            <a:ext cx="1307443" cy="1988098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3E054B2F-0A82-0F8B-A8D0-3EC126A458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585636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  <p:pic>
        <p:nvPicPr>
          <p:cNvPr id="10" name="图片 9">
            <a:extLst>
              <a:ext uri="{FF2B5EF4-FFF2-40B4-BE49-F238E27FC236}">
                <a16:creationId xmlns:a16="http://schemas.microsoft.com/office/drawing/2014/main" id="{5197349B-D33A-A9BA-9DD3-DD2E7D23C8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3794" y="468149"/>
            <a:ext cx="1326881" cy="1749981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A95197B-862A-7DCE-6BF3-3F3A75B412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34782" y="447360"/>
            <a:ext cx="1326881" cy="1827977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5166F60-13EC-B303-007B-84C22635B61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5640" y="2381479"/>
            <a:ext cx="1329006" cy="1749981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00216A6E-23FF-669E-5709-C8C5EBAFDA9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4782" y="2375662"/>
            <a:ext cx="1363909" cy="1791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670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AB9EC8-502F-00F0-00F5-C3FABB127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3AFD13-44F9-A75F-4E56-6CB7FE218C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dirty="0">
                <a:solidFill>
                  <a:schemeClr val="bg1"/>
                </a:solidFill>
                <a:effectLst/>
              </a:rPr>
              <a:t>教材及可用资源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CA9FF7B-6A94-9E1F-24C3-605A35A26CB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2369820"/>
            <a:ext cx="1189325" cy="3421380"/>
          </a:xfrm>
        </p:spPr>
        <p:txBody>
          <a:bodyPr>
            <a:normAutofit/>
          </a:bodyPr>
          <a:lstStyle/>
          <a:p>
            <a:r>
              <a:rPr lang="zh-CN" altLang="en-US" sz="2600" b="1" dirty="0">
                <a:solidFill>
                  <a:schemeClr val="bg1"/>
                </a:solidFill>
                <a:effectLst/>
              </a:rPr>
              <a:t>网站</a:t>
            </a:r>
            <a:endParaRPr lang="en-US" altLang="zh-CN" sz="2600" b="1" dirty="0">
              <a:solidFill>
                <a:schemeClr val="bg1"/>
              </a:solidFill>
              <a:effectLst/>
            </a:endParaRPr>
          </a:p>
          <a:p>
            <a:pPr lvl="1"/>
            <a:endParaRPr lang="zh-CN" alt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80B50FB-80EB-246D-BCED-BCDDA08CDD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160105" y="2088320"/>
            <a:ext cx="7454348" cy="4352238"/>
          </a:xfrm>
        </p:spPr>
        <p:txBody>
          <a:bodyPr>
            <a:normAutofit/>
          </a:bodyPr>
          <a:lstStyle/>
          <a:p>
            <a:r>
              <a:rPr lang="zh-CN" altLang="en-US" sz="2100" dirty="0">
                <a:solidFill>
                  <a:schemeClr val="bg1"/>
                </a:solidFill>
                <a:effectLst/>
              </a:rPr>
              <a:t>材料数据库：</a:t>
            </a:r>
            <a:r>
              <a:rPr lang="en-US" altLang="zh-CN" sz="2100" dirty="0">
                <a:solidFill>
                  <a:schemeClr val="bg1"/>
                </a:solidFill>
                <a:effectLst/>
              </a:rPr>
              <a:t>Materials Project</a:t>
            </a:r>
          </a:p>
          <a:p>
            <a:pPr lvl="1"/>
            <a:r>
              <a:rPr lang="en-US" altLang="zh-CN" sz="2000" dirty="0">
                <a:solidFill>
                  <a:schemeClr val="bg1"/>
                </a:solidFill>
                <a:effectLst/>
              </a:rPr>
              <a:t>https://next-gen.materialsproject.org/materials</a:t>
            </a:r>
          </a:p>
          <a:p>
            <a:r>
              <a:rPr lang="zh-CN" altLang="en-US" sz="2100" dirty="0">
                <a:solidFill>
                  <a:schemeClr val="bg1"/>
                </a:solidFill>
                <a:effectLst/>
              </a:rPr>
              <a:t>晶体学在线工具集：</a:t>
            </a:r>
            <a:r>
              <a:rPr lang="en-US" altLang="zh-CN" sz="2100" dirty="0">
                <a:solidFill>
                  <a:schemeClr val="bg1"/>
                </a:solidFill>
                <a:effectLst/>
              </a:rPr>
              <a:t>The Bilbao crystallographic server</a:t>
            </a:r>
          </a:p>
          <a:p>
            <a:pPr lvl="1"/>
            <a:r>
              <a:rPr lang="en-US" altLang="zh-CN" sz="2000" dirty="0">
                <a:solidFill>
                  <a:schemeClr val="bg1"/>
                </a:solidFill>
                <a:effectLst/>
              </a:rPr>
              <a:t>https://www.cryst.ehu.es/</a:t>
            </a:r>
          </a:p>
          <a:p>
            <a:r>
              <a:rPr lang="en-US" altLang="zh-CN" sz="2100" dirty="0">
                <a:solidFill>
                  <a:schemeClr val="bg1"/>
                </a:solidFill>
                <a:effectLst/>
              </a:rPr>
              <a:t>Materials Cloud – Tools</a:t>
            </a:r>
          </a:p>
          <a:p>
            <a:pPr lvl="1"/>
            <a:r>
              <a:rPr lang="en-US" altLang="zh-CN" sz="2000" dirty="0">
                <a:solidFill>
                  <a:schemeClr val="bg1"/>
                </a:solidFill>
                <a:effectLst/>
              </a:rPr>
              <a:t>https://www.materialscloud.org/work/tools/options</a:t>
            </a:r>
          </a:p>
          <a:p>
            <a:r>
              <a:rPr lang="zh-CN" altLang="en-US" sz="2100" dirty="0">
                <a:solidFill>
                  <a:schemeClr val="bg1"/>
                </a:solidFill>
                <a:effectLst/>
              </a:rPr>
              <a:t>国科大网络教学平台</a:t>
            </a:r>
            <a:endParaRPr lang="en-US" altLang="zh-CN" sz="2100" dirty="0">
              <a:solidFill>
                <a:schemeClr val="bg1"/>
              </a:solidFill>
              <a:effectLst/>
            </a:endParaRPr>
          </a:p>
          <a:p>
            <a:pPr lvl="1"/>
            <a:r>
              <a:rPr lang="en-US" altLang="zh-CN" sz="2000" dirty="0">
                <a:solidFill>
                  <a:schemeClr val="bg1"/>
                </a:solidFill>
                <a:effectLst/>
              </a:rPr>
              <a:t>https://mooc.ucas.edu.cn/portal</a:t>
            </a:r>
            <a:endParaRPr lang="en-US" altLang="zh-CN" sz="2200" dirty="0"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B0FD5C47-FEDD-F7CF-C429-E88FCA9CCF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72506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6C26D0D-3244-47AC-9EF0-A8554163E5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22F75144-A1A4-587C-3387-085C7889B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1326321"/>
          </a:xfrm>
        </p:spPr>
        <p:txBody>
          <a:bodyPr>
            <a:norm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什么是固体物理学？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A313A0D4-A188-7434-0691-2CF437AA6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859280"/>
            <a:ext cx="5319365" cy="4572000"/>
          </a:xfrm>
        </p:spPr>
        <p:txBody>
          <a:bodyPr>
            <a:normAutofit lnSpcReduction="10000"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研究固体结构及其组成粒子（原子、离子、电子）间微观</a:t>
            </a:r>
            <a:r>
              <a:rPr lang="zh-CN" altLang="en-US" sz="2800" u="sng" dirty="0">
                <a:solidFill>
                  <a:schemeClr val="bg1"/>
                </a:solidFill>
                <a:effectLst/>
              </a:rPr>
              <a:t>相互作用与运动规律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以阐明其宏观</a:t>
            </a:r>
            <a:r>
              <a:rPr lang="zh-CN" altLang="en-US" sz="2800" u="sng" dirty="0">
                <a:solidFill>
                  <a:schemeClr val="bg1"/>
                </a:solidFill>
                <a:effectLst/>
              </a:rPr>
              <a:t>性能和用途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的学科</a:t>
            </a:r>
            <a:endParaRPr lang="en-US" altLang="zh-CN" sz="2800" dirty="0">
              <a:solidFill>
                <a:schemeClr val="bg1"/>
              </a:solidFill>
              <a:effectLst/>
            </a:endParaRPr>
          </a:p>
          <a:p>
            <a:endParaRPr lang="en-US" altLang="zh-CN" sz="2800" dirty="0">
              <a:solidFill>
                <a:schemeClr val="bg1"/>
              </a:solidFill>
              <a:effectLst/>
            </a:endParaRPr>
          </a:p>
          <a:p>
            <a:r>
              <a:rPr lang="zh-CN" altLang="en-US" sz="2800" dirty="0">
                <a:solidFill>
                  <a:srgbClr val="FF0000"/>
                </a:solidFill>
                <a:effectLst/>
              </a:rPr>
              <a:t>世界本身</a:t>
            </a:r>
            <a:endParaRPr lang="en-US" altLang="zh-CN" sz="2800" dirty="0">
              <a:solidFill>
                <a:srgbClr val="FF0000"/>
              </a:solidFill>
              <a:effectLst/>
            </a:endParaRPr>
          </a:p>
          <a:p>
            <a:endParaRPr lang="en-US" altLang="zh-CN" sz="2800" dirty="0">
              <a:solidFill>
                <a:schemeClr val="bg1"/>
              </a:solidFill>
              <a:effectLst/>
            </a:endParaRPr>
          </a:p>
          <a:p>
            <a:r>
              <a:rPr lang="zh-CN" altLang="en-US" sz="2800" dirty="0">
                <a:solidFill>
                  <a:srgbClr val="FF0000"/>
                </a:solidFill>
                <a:effectLst/>
              </a:rPr>
              <a:t>人类科技发展的基石</a:t>
            </a:r>
          </a:p>
        </p:txBody>
      </p:sp>
      <p:pic>
        <p:nvPicPr>
          <p:cNvPr id="11" name="图片 10" descr="文本&#10;&#10;描述已自动生成">
            <a:extLst>
              <a:ext uri="{FF2B5EF4-FFF2-40B4-BE49-F238E27FC236}">
                <a16:creationId xmlns:a16="http://schemas.microsoft.com/office/drawing/2014/main" id="{8DCC993E-AB4E-CBE4-527A-F765BADD709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40053" y="2570380"/>
            <a:ext cx="4087368" cy="2298192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C4710FA6-BF9A-6DF4-8D60-FF7A675D9DE1}"/>
              </a:ext>
            </a:extLst>
          </p:cNvPr>
          <p:cNvSpPr txBox="1"/>
          <p:nvPr/>
        </p:nvSpPr>
        <p:spPr>
          <a:xfrm>
            <a:off x="6342438" y="1924049"/>
            <a:ext cx="5369419" cy="646331"/>
          </a:xfrm>
          <a:prstGeom prst="rect">
            <a:avLst/>
          </a:prstGeom>
          <a:solidFill>
            <a:schemeClr val="tx1"/>
          </a:solidFill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In 1940s the field “Solid-State Physics” was established.</a:t>
            </a:r>
          </a:p>
          <a:p>
            <a:r>
              <a:rPr lang="en-US" altLang="zh-CN" dirty="0">
                <a:solidFill>
                  <a:schemeClr val="bg1"/>
                </a:solidFill>
              </a:rPr>
              <a:t>People in 1939 be like: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EF6D05-E3C4-41B7-8746-9782FE1FD6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42439" y="2000916"/>
            <a:ext cx="5482599" cy="4430363"/>
          </a:xfrm>
          <a:prstGeom prst="rect">
            <a:avLst/>
          </a:prstGeom>
          <a:solidFill>
            <a:srgbClr val="FFFFFF"/>
          </a:solidFill>
          <a:ln w="190500" cap="sq">
            <a:solidFill>
              <a:srgbClr val="FFFFFF"/>
            </a:solidFill>
            <a:miter lim="800000"/>
          </a:ln>
          <a:effectLst>
            <a:outerShdw blurRad="54991" dist="17780" dir="5400000" algn="ctr" rotWithShape="0">
              <a:schemeClr val="bg1">
                <a:alpha val="40000"/>
              </a:scheme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图片 8" descr="图示&#10;&#10;描述已自动生成">
            <a:extLst>
              <a:ext uri="{FF2B5EF4-FFF2-40B4-BE49-F238E27FC236}">
                <a16:creationId xmlns:a16="http://schemas.microsoft.com/office/drawing/2014/main" id="{D6FD8AE0-33E4-DFAC-F205-4F7A5D25140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1118"/>
          <a:stretch/>
        </p:blipFill>
        <p:spPr>
          <a:xfrm>
            <a:off x="6294818" y="4800672"/>
            <a:ext cx="5577839" cy="1576160"/>
          </a:xfrm>
          <a:prstGeom prst="rect">
            <a:avLst/>
          </a:prstGeom>
        </p:spPr>
      </p:pic>
      <p:pic>
        <p:nvPicPr>
          <p:cNvPr id="7" name="图片 6" descr="蓝色的碗里有许多星星&#10;&#10;低可信度描述已自动生成">
            <a:extLst>
              <a:ext uri="{FF2B5EF4-FFF2-40B4-BE49-F238E27FC236}">
                <a16:creationId xmlns:a16="http://schemas.microsoft.com/office/drawing/2014/main" id="{D57018EF-BED8-D701-EA8D-B1C177E9397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-4"/>
          <a:stretch/>
        </p:blipFill>
        <p:spPr>
          <a:xfrm>
            <a:off x="6342440" y="2033578"/>
            <a:ext cx="5482600" cy="2522560"/>
          </a:xfrm>
          <a:prstGeom prst="rect">
            <a:avLst/>
          </a:prstGeom>
        </p:spPr>
      </p:pic>
      <p:graphicFrame>
        <p:nvGraphicFramePr>
          <p:cNvPr id="10" name="表格 9">
            <a:extLst>
              <a:ext uri="{FF2B5EF4-FFF2-40B4-BE49-F238E27FC236}">
                <a16:creationId xmlns:a16="http://schemas.microsoft.com/office/drawing/2014/main" id="{F4A1EDB1-78B9-22BF-789A-568F98E7F5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71183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12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BFC35A-AD80-380F-B028-5125CF78B5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课程安排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C49040-582D-EBBB-8248-BB2936B25F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13795" y="1831025"/>
            <a:ext cx="5106004" cy="3702881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第一章 晶体结构</a:t>
            </a:r>
            <a:endParaRPr lang="en-US" altLang="zh-CN" sz="2800" dirty="0">
              <a:solidFill>
                <a:schemeClr val="bg1"/>
              </a:solidFill>
              <a:effectLst/>
            </a:endParaRPr>
          </a:p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第二章 固体的结合</a:t>
            </a:r>
            <a:endParaRPr lang="en-US" altLang="zh-CN" sz="2800" dirty="0">
              <a:solidFill>
                <a:schemeClr val="bg1"/>
              </a:solidFill>
              <a:effectLst/>
            </a:endParaRPr>
          </a:p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第三章 晶格振动</a:t>
            </a:r>
            <a:endParaRPr lang="en-US" altLang="zh-CN" sz="2800" dirty="0">
              <a:solidFill>
                <a:schemeClr val="bg1"/>
              </a:solidFill>
              <a:effectLst/>
            </a:endParaRPr>
          </a:p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第四章 能带理论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55FCDD-86A6-ADB7-C575-695834326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3403" y="1831025"/>
            <a:ext cx="5094154" cy="3702881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第五章 金属电子论</a:t>
            </a:r>
            <a:endParaRPr lang="en-US" altLang="zh-CN" sz="2800" dirty="0">
              <a:solidFill>
                <a:schemeClr val="bg1"/>
              </a:solidFill>
              <a:effectLst/>
            </a:endParaRPr>
          </a:p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第六章 固体中的电子输运</a:t>
            </a:r>
            <a:endParaRPr lang="en-US" altLang="zh-CN" sz="2800" dirty="0">
              <a:solidFill>
                <a:schemeClr val="bg1"/>
              </a:solidFill>
              <a:effectLst/>
            </a:endParaRPr>
          </a:p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第七章 固体中的磁性</a:t>
            </a:r>
          </a:p>
        </p:txBody>
      </p:sp>
      <p:pic>
        <p:nvPicPr>
          <p:cNvPr id="6" name="图片 5" descr="Zhi Wang, IoS, CAS">
            <a:extLst>
              <a:ext uri="{FF2B5EF4-FFF2-40B4-BE49-F238E27FC236}">
                <a16:creationId xmlns:a16="http://schemas.microsoft.com/office/drawing/2014/main" id="{0D1C764C-B03D-6FFE-670A-3C3EB99C98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734151" y="4564819"/>
            <a:ext cx="1485900" cy="14859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4051690A-637F-C5FF-6C1B-7D5883A16252}"/>
              </a:ext>
            </a:extLst>
          </p:cNvPr>
          <p:cNvSpPr txBox="1"/>
          <p:nvPr/>
        </p:nvSpPr>
        <p:spPr>
          <a:xfrm>
            <a:off x="1781237" y="6063734"/>
            <a:ext cx="13949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王峙 </a:t>
            </a:r>
            <a:r>
              <a:rPr lang="zh-CN" altLang="en-US" dirty="0"/>
              <a:t>研究员</a:t>
            </a:r>
            <a:endParaRPr lang="en-US" altLang="zh-CN" dirty="0"/>
          </a:p>
        </p:txBody>
      </p:sp>
      <p:pic>
        <p:nvPicPr>
          <p:cNvPr id="9" name="图片 8" descr="Dahai Wei, IoS, CAS">
            <a:extLst>
              <a:ext uri="{FF2B5EF4-FFF2-40B4-BE49-F238E27FC236}">
                <a16:creationId xmlns:a16="http://schemas.microsoft.com/office/drawing/2014/main" id="{284ADEC1-E48C-4FCC-3315-524589A782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344582" y="4568867"/>
            <a:ext cx="1565204" cy="1485900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97F045B-66D1-3537-E443-C6D3BCDB62E4}"/>
              </a:ext>
            </a:extLst>
          </p:cNvPr>
          <p:cNvSpPr txBox="1"/>
          <p:nvPr/>
        </p:nvSpPr>
        <p:spPr>
          <a:xfrm>
            <a:off x="7344582" y="6063734"/>
            <a:ext cx="16273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魏大海 </a:t>
            </a:r>
            <a:r>
              <a:rPr lang="zh-CN" altLang="en-US" dirty="0"/>
              <a:t>研究员</a:t>
            </a:r>
            <a:endParaRPr lang="en-US" altLang="zh-CN" dirty="0"/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E6378211-7DE1-F268-8BA7-2A234C89165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8697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>
            <a:extLst>
              <a:ext uri="{FF2B5EF4-FFF2-40B4-BE49-F238E27FC236}">
                <a16:creationId xmlns:a16="http://schemas.microsoft.com/office/drawing/2014/main" id="{B021FD10-DCF5-36D6-7330-A02D78D6B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分数安排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D2308E4C-7F5C-1769-BFF0-E645342959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课堂表现，作业等：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20%-30%</a:t>
            </a:r>
          </a:p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闭卷笔试：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70%-80%</a:t>
            </a:r>
            <a:endParaRPr lang="zh-CN" altLang="en-US" sz="2800" dirty="0"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CB825D99-0C84-0F87-446B-2DA368B75C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26284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6DBB1A9-22FF-46E7-97B9-AE54774753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7A694023-2813-CCE3-975A-DD9AC6D9DA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2703" y="1289888"/>
            <a:ext cx="5854698" cy="42782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zh-CN" altLang="en-US" sz="5400" dirty="0">
                <a:solidFill>
                  <a:schemeClr val="bg1"/>
                </a:solidFill>
              </a:rPr>
              <a:t>第一章 晶体结构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2AAE2FF-96E1-56DE-7288-65B63ACD39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918221" y="1289889"/>
            <a:ext cx="2989891" cy="42782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zh-CN" altLang="en-US">
                <a:solidFill>
                  <a:schemeClr val="bg1"/>
                </a:solidFill>
              </a:rPr>
              <a:t>固体？晶体？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A1AAD47-56AD-4EE6-A88C-981D060D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27811" y="2473325"/>
            <a:ext cx="0" cy="191135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0C34474-7600-508F-A7A6-EEB5FCF2D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3246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2691A91-734B-CFFF-D214-343B2DC22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固体微观结构 </a:t>
            </a:r>
            <a:r>
              <a:rPr lang="en-US" altLang="zh-CN" dirty="0">
                <a:solidFill>
                  <a:schemeClr val="bg1"/>
                </a:solidFill>
              </a:rPr>
              <a:t>vs </a:t>
            </a:r>
            <a:r>
              <a:rPr lang="zh-CN" altLang="en-US" dirty="0">
                <a:solidFill>
                  <a:schemeClr val="bg1"/>
                </a:solidFill>
              </a:rPr>
              <a:t>宏观性质</a:t>
            </a:r>
          </a:p>
        </p:txBody>
      </p:sp>
      <p:sp>
        <p:nvSpPr>
          <p:cNvPr id="7" name="内容占位符 6">
            <a:extLst>
              <a:ext uri="{FF2B5EF4-FFF2-40B4-BE49-F238E27FC236}">
                <a16:creationId xmlns:a16="http://schemas.microsoft.com/office/drawing/2014/main" id="{B3162A59-1027-9A65-1E44-72E4233BDA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1475397"/>
          </a:xfrm>
        </p:spPr>
        <p:txBody>
          <a:bodyPr>
            <a:normAutofit/>
          </a:bodyPr>
          <a:lstStyle/>
          <a:p>
            <a:r>
              <a:rPr lang="zh-CN" altLang="en-US" sz="2800" u="sng" dirty="0">
                <a:solidFill>
                  <a:schemeClr val="bg1"/>
                </a:solidFill>
              </a:rPr>
              <a:t>非还原论的</a:t>
            </a:r>
            <a:endParaRPr lang="en-US" altLang="zh-CN" sz="2800" u="sng" dirty="0">
              <a:solidFill>
                <a:schemeClr val="bg1"/>
              </a:solidFill>
            </a:endParaRPr>
          </a:p>
          <a:p>
            <a:r>
              <a:rPr lang="zh-CN" altLang="en-US" sz="2800" dirty="0">
                <a:solidFill>
                  <a:schemeClr val="bg1"/>
                </a:solidFill>
              </a:rPr>
              <a:t>固体性质的“</a:t>
            </a:r>
            <a:r>
              <a:rPr lang="zh-CN" altLang="en-US" sz="2800" dirty="0">
                <a:solidFill>
                  <a:srgbClr val="FF0000"/>
                </a:solidFill>
              </a:rPr>
              <a:t>涌现</a:t>
            </a:r>
            <a:r>
              <a:rPr lang="zh-CN" altLang="en-US" sz="2800" dirty="0">
                <a:solidFill>
                  <a:schemeClr val="bg1"/>
                </a:solidFill>
              </a:rPr>
              <a:t>”：大量原子 </a:t>
            </a:r>
            <a:r>
              <a:rPr lang="en-US" altLang="zh-CN" sz="2800" dirty="0">
                <a:solidFill>
                  <a:schemeClr val="bg1"/>
                </a:solidFill>
              </a:rPr>
              <a:t>+ </a:t>
            </a:r>
            <a:r>
              <a:rPr lang="zh-CN" altLang="en-US" sz="2800" dirty="0">
                <a:solidFill>
                  <a:schemeClr val="bg1"/>
                </a:solidFill>
              </a:rPr>
              <a:t>堆积规律 </a:t>
            </a:r>
            <a:r>
              <a:rPr lang="en-US" altLang="zh-CN" sz="2800" dirty="0">
                <a:solidFill>
                  <a:schemeClr val="bg1"/>
                </a:solidFill>
                <a:sym typeface="Wingdings" panose="05000000000000000000" pitchFamily="2" charset="2"/>
              </a:rPr>
              <a:t> </a:t>
            </a:r>
            <a:r>
              <a:rPr lang="zh-CN" altLang="en-US" sz="2800" dirty="0">
                <a:solidFill>
                  <a:schemeClr val="bg1"/>
                </a:solidFill>
              </a:rPr>
              <a:t>宏观性质</a:t>
            </a:r>
            <a:endParaRPr lang="en-US" altLang="zh-CN" sz="2800" dirty="0">
              <a:solidFill>
                <a:schemeClr val="bg1"/>
              </a:solidFill>
            </a:endParaRPr>
          </a:p>
          <a:p>
            <a:endParaRPr lang="zh-CN" altLang="en-US" sz="2800" u="sng" dirty="0">
              <a:solidFill>
                <a:schemeClr val="bg1"/>
              </a:solidFill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7C89C33-875D-1792-1FA6-376157422836}"/>
              </a:ext>
            </a:extLst>
          </p:cNvPr>
          <p:cNvSpPr txBox="1"/>
          <p:nvPr/>
        </p:nvSpPr>
        <p:spPr>
          <a:xfrm>
            <a:off x="4185817" y="4121426"/>
            <a:ext cx="203132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元素类型</a:t>
            </a:r>
            <a:endParaRPr lang="en-US" altLang="zh-CN" sz="2400" dirty="0">
              <a:solidFill>
                <a:srgbClr val="FF0000"/>
              </a:solidFill>
            </a:endParaRPr>
          </a:p>
          <a:p>
            <a:r>
              <a:rPr lang="zh-CN" altLang="en-US" sz="2400" dirty="0">
                <a:solidFill>
                  <a:srgbClr val="FF0000"/>
                </a:solidFill>
              </a:rPr>
              <a:t>原子结合方式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E81AB656-3760-5382-ADA9-C0E4CBC3AA8B}"/>
              </a:ext>
            </a:extLst>
          </p:cNvPr>
          <p:cNvSpPr txBox="1"/>
          <p:nvPr/>
        </p:nvSpPr>
        <p:spPr>
          <a:xfrm>
            <a:off x="6990521" y="4412973"/>
            <a:ext cx="182293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400" dirty="0">
                <a:solidFill>
                  <a:srgbClr val="FF0000"/>
                </a:solidFill>
              </a:rPr>
              <a:t>有序 </a:t>
            </a:r>
            <a:r>
              <a:rPr lang="en-US" altLang="zh-CN" sz="2400" dirty="0">
                <a:solidFill>
                  <a:srgbClr val="FF0000"/>
                </a:solidFill>
              </a:rPr>
              <a:t>or </a:t>
            </a:r>
            <a:r>
              <a:rPr lang="zh-CN" altLang="en-US" sz="2400" dirty="0">
                <a:solidFill>
                  <a:srgbClr val="FF0000"/>
                </a:solidFill>
              </a:rPr>
              <a:t>无序</a:t>
            </a:r>
            <a:endParaRPr lang="en-US" altLang="zh-CN" sz="2400" dirty="0">
              <a:solidFill>
                <a:srgbClr val="FF0000"/>
              </a:solidFill>
            </a:endParaRPr>
          </a:p>
          <a:p>
            <a:endParaRPr lang="zh-CN" altLang="en-US" sz="2400" dirty="0">
              <a:solidFill>
                <a:srgbClr val="FF0000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32B356AD-6303-A70E-EA56-882968E09161}"/>
              </a:ext>
            </a:extLst>
          </p:cNvPr>
          <p:cNvCxnSpPr>
            <a:stCxn id="2" idx="0"/>
          </p:cNvCxnSpPr>
          <p:nvPr/>
        </p:nvCxnSpPr>
        <p:spPr>
          <a:xfrm flipV="1">
            <a:off x="5201480" y="3299791"/>
            <a:ext cx="278294" cy="82163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4541B27-716C-BEE2-8E4E-C8DDAF30A044}"/>
              </a:ext>
            </a:extLst>
          </p:cNvPr>
          <p:cNvCxnSpPr>
            <a:cxnSpLocks/>
            <a:stCxn id="4" idx="0"/>
          </p:cNvCxnSpPr>
          <p:nvPr/>
        </p:nvCxnSpPr>
        <p:spPr>
          <a:xfrm flipH="1" flipV="1">
            <a:off x="7308574" y="3366053"/>
            <a:ext cx="593415" cy="1046920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85D9AB1-1C90-779D-A415-0FE4A87EA0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4403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2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>
            <a:extLst>
              <a:ext uri="{FF2B5EF4-FFF2-40B4-BE49-F238E27FC236}">
                <a16:creationId xmlns:a16="http://schemas.microsoft.com/office/drawing/2014/main" id="{62691A91-734B-CFFF-D214-343B2DC227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3796" y="609600"/>
            <a:ext cx="7103770" cy="1326321"/>
          </a:xfrm>
        </p:spPr>
        <p:txBody>
          <a:bodyPr/>
          <a:lstStyle/>
          <a:p>
            <a:r>
              <a:rPr lang="zh-CN" altLang="en-US" dirty="0">
                <a:solidFill>
                  <a:srgbClr val="FF0000"/>
                </a:solidFill>
              </a:rPr>
              <a:t>晶体</a:t>
            </a:r>
            <a:r>
              <a:rPr lang="zh-CN" altLang="en-US" dirty="0">
                <a:solidFill>
                  <a:schemeClr val="bg1"/>
                </a:solidFill>
              </a:rPr>
              <a:t>：</a:t>
            </a:r>
            <a:r>
              <a:rPr lang="zh-CN" altLang="en-US" dirty="0">
                <a:solidFill>
                  <a:srgbClr val="FF0000"/>
                </a:solidFill>
              </a:rPr>
              <a:t>有序</a:t>
            </a:r>
            <a:r>
              <a:rPr lang="zh-CN" altLang="en-US" dirty="0">
                <a:solidFill>
                  <a:schemeClr val="bg1"/>
                </a:solidFill>
              </a:rPr>
              <a:t>体系</a:t>
            </a:r>
            <a:r>
              <a:rPr lang="en-US" altLang="zh-CN" dirty="0">
                <a:solidFill>
                  <a:schemeClr val="bg1"/>
                </a:solidFill>
              </a:rPr>
              <a:t>——</a:t>
            </a:r>
            <a:r>
              <a:rPr lang="zh-CN" altLang="en-US" dirty="0">
                <a:solidFill>
                  <a:schemeClr val="bg1"/>
                </a:solidFill>
              </a:rPr>
              <a:t>长程、规律重复</a:t>
            </a:r>
          </a:p>
        </p:txBody>
      </p:sp>
      <p:pic>
        <p:nvPicPr>
          <p:cNvPr id="3" name="图片 2" descr="图片包含 物体, 蜂窝, 室内, 食物&#10;&#10;描述已自动生成">
            <a:extLst>
              <a:ext uri="{FF2B5EF4-FFF2-40B4-BE49-F238E27FC236}">
                <a16:creationId xmlns:a16="http://schemas.microsoft.com/office/drawing/2014/main" id="{76790414-B460-781D-E008-4A7AD4D7F68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50510" y="1935921"/>
            <a:ext cx="5230342" cy="1561839"/>
          </a:xfrm>
          <a:prstGeom prst="rect">
            <a:avLst/>
          </a:prstGeom>
        </p:spPr>
      </p:pic>
      <p:pic>
        <p:nvPicPr>
          <p:cNvPr id="5" name="图片 4" descr="黄色的向日葵&#10;&#10;中度可信度描述已自动生成">
            <a:extLst>
              <a:ext uri="{FF2B5EF4-FFF2-40B4-BE49-F238E27FC236}">
                <a16:creationId xmlns:a16="http://schemas.microsoft.com/office/drawing/2014/main" id="{C04AF319-0BA5-9286-B124-9427D8F7145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13536" y="3760410"/>
            <a:ext cx="3704290" cy="278034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1D0BF0C4-6260-4041-67D1-337C06D8299C}"/>
              </a:ext>
            </a:extLst>
          </p:cNvPr>
          <p:cNvSpPr txBox="1"/>
          <p:nvPr/>
        </p:nvSpPr>
        <p:spPr>
          <a:xfrm>
            <a:off x="8017566" y="1031269"/>
            <a:ext cx="372730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rgbClr val="FF0000"/>
                </a:solidFill>
              </a:rPr>
              <a:t>非晶</a:t>
            </a:r>
            <a:r>
              <a:rPr lang="zh-CN" altLang="en-US" sz="2000" dirty="0">
                <a:solidFill>
                  <a:schemeClr val="bg1"/>
                </a:solidFill>
              </a:rPr>
              <a:t>：</a:t>
            </a:r>
            <a:r>
              <a:rPr lang="zh-CN" altLang="en-US" sz="2000" dirty="0">
                <a:solidFill>
                  <a:srgbClr val="FF0000"/>
                </a:solidFill>
              </a:rPr>
              <a:t>无序</a:t>
            </a:r>
            <a:r>
              <a:rPr lang="en-US" altLang="zh-CN" sz="2000" dirty="0">
                <a:solidFill>
                  <a:schemeClr val="bg1"/>
                </a:solidFill>
              </a:rPr>
              <a:t>——</a:t>
            </a:r>
            <a:r>
              <a:rPr lang="zh-CN" altLang="en-US" sz="2000" dirty="0">
                <a:solidFill>
                  <a:schemeClr val="bg1"/>
                </a:solidFill>
              </a:rPr>
              <a:t>短程、随机排布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0B67788-491A-521D-4693-52DC216E20C7}"/>
              </a:ext>
            </a:extLst>
          </p:cNvPr>
          <p:cNvSpPr txBox="1"/>
          <p:nvPr/>
        </p:nvSpPr>
        <p:spPr>
          <a:xfrm>
            <a:off x="9213213" y="1454379"/>
            <a:ext cx="13360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“玻璃态”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C470BA4-ABC7-58D4-DF2A-7C3DEBDB2D64}"/>
              </a:ext>
            </a:extLst>
          </p:cNvPr>
          <p:cNvSpPr txBox="1"/>
          <p:nvPr/>
        </p:nvSpPr>
        <p:spPr>
          <a:xfrm>
            <a:off x="6929273" y="4411919"/>
            <a:ext cx="456788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b="1" dirty="0">
                <a:solidFill>
                  <a:schemeClr val="bg1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自然界中的有序：</a:t>
            </a:r>
            <a:endParaRPr lang="en-US" altLang="zh-CN" sz="1800" b="1" dirty="0">
              <a:solidFill>
                <a:schemeClr val="bg1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sz="1800" dirty="0">
                <a:solidFill>
                  <a:schemeClr val="bg1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1800" dirty="0">
                <a:solidFill>
                  <a:schemeClr val="bg1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用</a:t>
            </a:r>
            <a:r>
              <a:rPr lang="zh-CN" sz="1800" dirty="0">
                <a:solidFill>
                  <a:schemeClr val="bg1"/>
                </a:solidFill>
                <a:effectLst/>
                <a:ea typeface="等线" panose="02010600030101010101" pitchFamily="2" charset="-122"/>
                <a:cs typeface="Times New Roman" panose="02020603050405020304" pitchFamily="18" charset="0"/>
              </a:rPr>
              <a:t>最简单的结构获得最高的空间利用率</a:t>
            </a:r>
            <a:endParaRPr lang="en-US" altLang="zh-CN" sz="1800" dirty="0">
              <a:solidFill>
                <a:schemeClr val="bg1"/>
              </a:solidFill>
              <a:effectLst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>
              <a:solidFill>
                <a:schemeClr val="bg1"/>
              </a:solidFill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1" dirty="0">
                <a:solidFill>
                  <a:schemeClr val="bg1"/>
                </a:solidFill>
              </a:rPr>
              <a:t>固体材料中的有序：</a:t>
            </a:r>
            <a:endParaRPr lang="en-US" altLang="zh-CN" b="1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	</a:t>
            </a:r>
            <a:r>
              <a:rPr lang="zh-CN" altLang="en-US" dirty="0">
                <a:solidFill>
                  <a:schemeClr val="bg1"/>
                </a:solidFill>
              </a:rPr>
              <a:t>周期性结构有利于电子的传输</a:t>
            </a:r>
            <a:endParaRPr lang="en-US" dirty="0">
              <a:solidFill>
                <a:schemeClr val="bg1"/>
              </a:solidFill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DA7F62A4-5083-CD22-DDB2-8352A51063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356634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4AE8353-260E-AA26-FDF3-13FA4650C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晶格（</a:t>
            </a:r>
            <a:r>
              <a:rPr lang="en-US" altLang="zh-CN" dirty="0">
                <a:solidFill>
                  <a:schemeClr val="bg1"/>
                </a:solidFill>
              </a:rPr>
              <a:t>lattice</a:t>
            </a:r>
            <a:r>
              <a:rPr lang="zh-CN" altLang="en-US" dirty="0">
                <a:solidFill>
                  <a:schemeClr val="bg1"/>
                </a:solidFill>
              </a:rPr>
              <a:t>）：晶体重复的方式</a:t>
            </a:r>
          </a:p>
        </p:txBody>
      </p:sp>
      <p:pic>
        <p:nvPicPr>
          <p:cNvPr id="5" name="内容占位符 4" descr="图片包含 图表&#10;&#10;描述已自动生成">
            <a:extLst>
              <a:ext uri="{FF2B5EF4-FFF2-40B4-BE49-F238E27FC236}">
                <a16:creationId xmlns:a16="http://schemas.microsoft.com/office/drawing/2014/main" id="{E18917E9-57CD-ABE5-1845-8A042BDE7E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19826" y="1572038"/>
            <a:ext cx="8942822" cy="4278798"/>
          </a:xfr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AFB84D28-9EBC-7B88-1C1F-2A6F24245D9D}"/>
              </a:ext>
            </a:extLst>
          </p:cNvPr>
          <p:cNvSpPr/>
          <p:nvPr/>
        </p:nvSpPr>
        <p:spPr>
          <a:xfrm>
            <a:off x="2067337" y="4764163"/>
            <a:ext cx="689108" cy="689108"/>
          </a:xfrm>
          <a:prstGeom prst="rect">
            <a:avLst/>
          </a:prstGeom>
          <a:solidFill>
            <a:srgbClr val="FF0000">
              <a:alpha val="25098"/>
            </a:srgb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724BC41C-C7A9-6157-987F-EE695662AE6B}"/>
              </a:ext>
            </a:extLst>
          </p:cNvPr>
          <p:cNvCxnSpPr>
            <a:cxnSpLocks/>
          </p:cNvCxnSpPr>
          <p:nvPr/>
        </p:nvCxnSpPr>
        <p:spPr>
          <a:xfrm flipV="1">
            <a:off x="2067338" y="4750904"/>
            <a:ext cx="0" cy="70236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EF064858-58D3-D202-1971-246A30A124D5}"/>
              </a:ext>
            </a:extLst>
          </p:cNvPr>
          <p:cNvCxnSpPr>
            <a:cxnSpLocks/>
          </p:cNvCxnSpPr>
          <p:nvPr/>
        </p:nvCxnSpPr>
        <p:spPr>
          <a:xfrm>
            <a:off x="2067338" y="5453270"/>
            <a:ext cx="689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平行四边形 20">
            <a:extLst>
              <a:ext uri="{FF2B5EF4-FFF2-40B4-BE49-F238E27FC236}">
                <a16:creationId xmlns:a16="http://schemas.microsoft.com/office/drawing/2014/main" id="{44DCF741-2374-1A32-33FC-2C19CEBEE384}"/>
              </a:ext>
            </a:extLst>
          </p:cNvPr>
          <p:cNvSpPr/>
          <p:nvPr/>
        </p:nvSpPr>
        <p:spPr>
          <a:xfrm>
            <a:off x="6433929" y="4863548"/>
            <a:ext cx="1020419" cy="576470"/>
          </a:xfrm>
          <a:prstGeom prst="parallelogram">
            <a:avLst>
              <a:gd name="adj" fmla="val 60632"/>
            </a:avLst>
          </a:prstGeom>
          <a:solidFill>
            <a:srgbClr val="FF0000">
              <a:alpha val="25098"/>
            </a:srgbClr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9FB327FE-CC93-5786-A154-B444DAC73686}"/>
              </a:ext>
            </a:extLst>
          </p:cNvPr>
          <p:cNvCxnSpPr>
            <a:cxnSpLocks/>
          </p:cNvCxnSpPr>
          <p:nvPr/>
        </p:nvCxnSpPr>
        <p:spPr>
          <a:xfrm>
            <a:off x="6433929" y="5440018"/>
            <a:ext cx="68911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8CED6BB-E0C2-AF1C-561F-215B79834A5B}"/>
              </a:ext>
            </a:extLst>
          </p:cNvPr>
          <p:cNvCxnSpPr>
            <a:cxnSpLocks/>
          </p:cNvCxnSpPr>
          <p:nvPr/>
        </p:nvCxnSpPr>
        <p:spPr>
          <a:xfrm flipV="1">
            <a:off x="6433929" y="4863548"/>
            <a:ext cx="357810" cy="5897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2" name="文本框 21">
            <a:extLst>
              <a:ext uri="{FF2B5EF4-FFF2-40B4-BE49-F238E27FC236}">
                <a16:creationId xmlns:a16="http://schemas.microsoft.com/office/drawing/2014/main" id="{9A1584B5-0453-9068-95F1-3EF1E34B8BBF}"/>
              </a:ext>
            </a:extLst>
          </p:cNvPr>
          <p:cNvSpPr txBox="1"/>
          <p:nvPr/>
        </p:nvSpPr>
        <p:spPr>
          <a:xfrm>
            <a:off x="1798982" y="5963480"/>
            <a:ext cx="99093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u="sng" dirty="0">
                <a:solidFill>
                  <a:schemeClr val="bg1"/>
                </a:solidFill>
              </a:rPr>
              <a:t>晶格（晶体格子，</a:t>
            </a:r>
            <a:r>
              <a:rPr lang="en-US" altLang="zh-CN" sz="2000" u="sng" dirty="0">
                <a:solidFill>
                  <a:schemeClr val="bg1"/>
                </a:solidFill>
              </a:rPr>
              <a:t>crystal lattice</a:t>
            </a:r>
            <a:r>
              <a:rPr lang="zh-CN" altLang="en-US" sz="2000" u="sng" dirty="0">
                <a:solidFill>
                  <a:schemeClr val="bg1"/>
                </a:solidFill>
              </a:rPr>
              <a:t>）是对空间的一种划分方式</a:t>
            </a:r>
          </a:p>
          <a:p>
            <a:r>
              <a:rPr lang="zh-CN" altLang="en-US" sz="2000" dirty="0">
                <a:solidFill>
                  <a:schemeClr val="bg1"/>
                </a:solidFill>
              </a:rPr>
              <a:t>定义了这样一种（类）图形，它能够不彼此覆盖、不空缺地填满整个空间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0065DCB-15CC-7F08-11DA-22FF930BB4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5845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1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8D300-8EA9-6D37-013F-AE5BA985F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基元（</a:t>
            </a:r>
            <a:r>
              <a:rPr lang="en-US" altLang="zh-CN" dirty="0">
                <a:solidFill>
                  <a:schemeClr val="bg1"/>
                </a:solidFill>
              </a:rPr>
              <a:t>basis / motif</a:t>
            </a:r>
            <a:r>
              <a:rPr lang="zh-CN" altLang="en-US" dirty="0">
                <a:solidFill>
                  <a:schemeClr val="bg1"/>
                </a:solidFill>
              </a:rPr>
              <a:t>）：重复单元</a:t>
            </a:r>
          </a:p>
        </p:txBody>
      </p:sp>
      <p:pic>
        <p:nvPicPr>
          <p:cNvPr id="4" name="内容占位符 4" descr="图片包含 图表&#10;&#10;描述已自动生成">
            <a:extLst>
              <a:ext uri="{FF2B5EF4-FFF2-40B4-BE49-F238E27FC236}">
                <a16:creationId xmlns:a16="http://schemas.microsoft.com/office/drawing/2014/main" id="{BE345C7D-9B7D-BE81-90F9-0275A820D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1461"/>
          <a:stretch/>
        </p:blipFill>
        <p:spPr>
          <a:xfrm>
            <a:off x="746067" y="2736498"/>
            <a:ext cx="2252454" cy="2220329"/>
          </a:xfr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5E14C6CD-559B-7580-B736-865E51D78F4A}"/>
              </a:ext>
            </a:extLst>
          </p:cNvPr>
          <p:cNvSpPr/>
          <p:nvPr/>
        </p:nvSpPr>
        <p:spPr>
          <a:xfrm>
            <a:off x="5517101" y="3136747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DC9886E-FA19-9F0A-CA3A-C3219CBE0F2A}"/>
              </a:ext>
            </a:extLst>
          </p:cNvPr>
          <p:cNvSpPr/>
          <p:nvPr/>
        </p:nvSpPr>
        <p:spPr>
          <a:xfrm>
            <a:off x="5446642" y="4620164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BE019EB-82CB-8EE4-3BD4-39E39FC9DB2F}"/>
              </a:ext>
            </a:extLst>
          </p:cNvPr>
          <p:cNvSpPr/>
          <p:nvPr/>
        </p:nvSpPr>
        <p:spPr>
          <a:xfrm>
            <a:off x="5783305" y="4516575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DF5A2F-B7F4-D6EB-2C56-B90F29CA14D0}"/>
              </a:ext>
            </a:extLst>
          </p:cNvPr>
          <p:cNvSpPr txBox="1"/>
          <p:nvPr/>
        </p:nvSpPr>
        <p:spPr>
          <a:xfrm>
            <a:off x="4980412" y="270396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单原子基元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D17F71-2F51-0682-EEDB-7B808A89508C}"/>
              </a:ext>
            </a:extLst>
          </p:cNvPr>
          <p:cNvSpPr txBox="1"/>
          <p:nvPr/>
        </p:nvSpPr>
        <p:spPr>
          <a:xfrm>
            <a:off x="4686742" y="4116465"/>
            <a:ext cx="20794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多原子</a:t>
            </a:r>
            <a:r>
              <a:rPr lang="en-US" altLang="zh-CN" sz="2000" dirty="0">
                <a:solidFill>
                  <a:schemeClr val="bg1"/>
                </a:solidFill>
              </a:rPr>
              <a:t>/</a:t>
            </a:r>
            <a:r>
              <a:rPr lang="zh-CN" altLang="en-US" sz="2000" dirty="0">
                <a:solidFill>
                  <a:schemeClr val="bg1"/>
                </a:solidFill>
              </a:rPr>
              <a:t>分子基元</a:t>
            </a:r>
          </a:p>
        </p:txBody>
      </p:sp>
      <p:sp>
        <p:nvSpPr>
          <p:cNvPr id="10" name="加号 9">
            <a:extLst>
              <a:ext uri="{FF2B5EF4-FFF2-40B4-BE49-F238E27FC236}">
                <a16:creationId xmlns:a16="http://schemas.microsoft.com/office/drawing/2014/main" id="{8F09D49B-A93D-E4E4-A350-74C3258CB0CC}"/>
              </a:ext>
            </a:extLst>
          </p:cNvPr>
          <p:cNvSpPr/>
          <p:nvPr/>
        </p:nvSpPr>
        <p:spPr>
          <a:xfrm>
            <a:off x="3126251" y="3403775"/>
            <a:ext cx="847302" cy="898732"/>
          </a:xfrm>
          <a:prstGeom prst="mathPlus">
            <a:avLst>
              <a:gd name="adj1" fmla="val 1882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580FE09E-A531-20D6-5003-0CAD49F7D32C}"/>
              </a:ext>
            </a:extLst>
          </p:cNvPr>
          <p:cNvSpPr/>
          <p:nvPr/>
        </p:nvSpPr>
        <p:spPr>
          <a:xfrm>
            <a:off x="4147930" y="2736498"/>
            <a:ext cx="364435" cy="2332459"/>
          </a:xfrm>
          <a:prstGeom prst="lef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F8ACA5-C738-FD34-D264-44C86F8910C1}"/>
              </a:ext>
            </a:extLst>
          </p:cNvPr>
          <p:cNvSpPr txBox="1"/>
          <p:nvPr/>
        </p:nvSpPr>
        <p:spPr>
          <a:xfrm>
            <a:off x="1448556" y="2208182"/>
            <a:ext cx="847476" cy="46166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晶格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961A16-12A3-7EA3-2DDA-740AB0FDC231}"/>
              </a:ext>
            </a:extLst>
          </p:cNvPr>
          <p:cNvSpPr txBox="1"/>
          <p:nvPr/>
        </p:nvSpPr>
        <p:spPr>
          <a:xfrm>
            <a:off x="5313489" y="2211282"/>
            <a:ext cx="847476" cy="461665"/>
          </a:xfrm>
          <a:prstGeom prst="rect">
            <a:avLst/>
          </a:prstGeom>
          <a:noFill/>
          <a:ln w="28575">
            <a:solidFill>
              <a:schemeClr val="bg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sz="2400" b="1" dirty="0">
                <a:solidFill>
                  <a:srgbClr val="FF0000"/>
                </a:solidFill>
              </a:rPr>
              <a:t>基元</a:t>
            </a:r>
          </a:p>
        </p:txBody>
      </p:sp>
      <p:sp>
        <p:nvSpPr>
          <p:cNvPr id="14" name="等号 13">
            <a:extLst>
              <a:ext uri="{FF2B5EF4-FFF2-40B4-BE49-F238E27FC236}">
                <a16:creationId xmlns:a16="http://schemas.microsoft.com/office/drawing/2014/main" id="{66AC2307-44CD-78F4-585C-74F7A685365D}"/>
              </a:ext>
            </a:extLst>
          </p:cNvPr>
          <p:cNvSpPr/>
          <p:nvPr/>
        </p:nvSpPr>
        <p:spPr>
          <a:xfrm>
            <a:off x="7288698" y="3133434"/>
            <a:ext cx="781878" cy="44025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" name="等号 14">
            <a:extLst>
              <a:ext uri="{FF2B5EF4-FFF2-40B4-BE49-F238E27FC236}">
                <a16:creationId xmlns:a16="http://schemas.microsoft.com/office/drawing/2014/main" id="{95A5AA00-1592-44A4-D80D-A7777D66ED74}"/>
              </a:ext>
            </a:extLst>
          </p:cNvPr>
          <p:cNvSpPr/>
          <p:nvPr/>
        </p:nvSpPr>
        <p:spPr>
          <a:xfrm>
            <a:off x="7288698" y="4620164"/>
            <a:ext cx="781878" cy="44025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1056369-E48C-8F69-7361-35974FEE6A44}"/>
              </a:ext>
            </a:extLst>
          </p:cNvPr>
          <p:cNvSpPr/>
          <p:nvPr/>
        </p:nvSpPr>
        <p:spPr>
          <a:xfrm>
            <a:off x="8748048" y="3488730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CBE0963-681E-705F-0DE9-5111F1F4C108}"/>
              </a:ext>
            </a:extLst>
          </p:cNvPr>
          <p:cNvSpPr/>
          <p:nvPr/>
        </p:nvSpPr>
        <p:spPr>
          <a:xfrm>
            <a:off x="9291387" y="3488730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C658210-0651-27DF-9B6E-A56AC41535F8}"/>
              </a:ext>
            </a:extLst>
          </p:cNvPr>
          <p:cNvSpPr/>
          <p:nvPr/>
        </p:nvSpPr>
        <p:spPr>
          <a:xfrm>
            <a:off x="9834726" y="3488730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3641B06-2764-B75F-4806-E9A030E8413B}"/>
              </a:ext>
            </a:extLst>
          </p:cNvPr>
          <p:cNvSpPr/>
          <p:nvPr/>
        </p:nvSpPr>
        <p:spPr>
          <a:xfrm>
            <a:off x="8748048" y="2972960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FE04CAA1-2697-9889-9911-BC756FE7FDB0}"/>
              </a:ext>
            </a:extLst>
          </p:cNvPr>
          <p:cNvSpPr/>
          <p:nvPr/>
        </p:nvSpPr>
        <p:spPr>
          <a:xfrm>
            <a:off x="9291387" y="2972960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40C120F-334A-033E-9C81-5E14F1B4DA19}"/>
              </a:ext>
            </a:extLst>
          </p:cNvPr>
          <p:cNvSpPr/>
          <p:nvPr/>
        </p:nvSpPr>
        <p:spPr>
          <a:xfrm>
            <a:off x="9834726" y="2972960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C2298FE5-A355-E6E1-F809-0C0ED8FBEA1D}"/>
              </a:ext>
            </a:extLst>
          </p:cNvPr>
          <p:cNvSpPr/>
          <p:nvPr/>
        </p:nvSpPr>
        <p:spPr>
          <a:xfrm>
            <a:off x="8748048" y="2449721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AEDD102-9874-FF43-3D24-463FDA8BD743}"/>
              </a:ext>
            </a:extLst>
          </p:cNvPr>
          <p:cNvSpPr/>
          <p:nvPr/>
        </p:nvSpPr>
        <p:spPr>
          <a:xfrm>
            <a:off x="9291387" y="2449721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C64B0D34-5E73-55FD-ECCA-0D2E5EAC9FDD}"/>
              </a:ext>
            </a:extLst>
          </p:cNvPr>
          <p:cNvSpPr/>
          <p:nvPr/>
        </p:nvSpPr>
        <p:spPr>
          <a:xfrm>
            <a:off x="9834726" y="2449721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918442F6-5E19-DF71-D0BB-3D67F3DCA7DD}"/>
              </a:ext>
            </a:extLst>
          </p:cNvPr>
          <p:cNvSpPr/>
          <p:nvPr/>
        </p:nvSpPr>
        <p:spPr>
          <a:xfrm>
            <a:off x="8748048" y="5659173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F002E70-CE7A-F086-A48C-8FBB6F27A90D}"/>
              </a:ext>
            </a:extLst>
          </p:cNvPr>
          <p:cNvSpPr/>
          <p:nvPr/>
        </p:nvSpPr>
        <p:spPr>
          <a:xfrm>
            <a:off x="9291387" y="5659173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A2120B7B-AEB8-2EFC-396D-A2DA153481CB}"/>
              </a:ext>
            </a:extLst>
          </p:cNvPr>
          <p:cNvSpPr/>
          <p:nvPr/>
        </p:nvSpPr>
        <p:spPr>
          <a:xfrm>
            <a:off x="9834726" y="5659173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2D4E30DE-7A5F-8268-D8FC-A287B6F9397E}"/>
              </a:ext>
            </a:extLst>
          </p:cNvPr>
          <p:cNvSpPr/>
          <p:nvPr/>
        </p:nvSpPr>
        <p:spPr>
          <a:xfrm>
            <a:off x="8748048" y="5143403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FAA1E370-6E55-FD57-92F2-06AE6B9E9E31}"/>
              </a:ext>
            </a:extLst>
          </p:cNvPr>
          <p:cNvSpPr/>
          <p:nvPr/>
        </p:nvSpPr>
        <p:spPr>
          <a:xfrm>
            <a:off x="9291387" y="5143403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49F2DC07-A5D4-2732-BE01-C413F57DA9B3}"/>
              </a:ext>
            </a:extLst>
          </p:cNvPr>
          <p:cNvSpPr/>
          <p:nvPr/>
        </p:nvSpPr>
        <p:spPr>
          <a:xfrm>
            <a:off x="9834726" y="5143403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EC1110F8-B5A0-B6CD-9F4B-2241BB154618}"/>
              </a:ext>
            </a:extLst>
          </p:cNvPr>
          <p:cNvSpPr/>
          <p:nvPr/>
        </p:nvSpPr>
        <p:spPr>
          <a:xfrm>
            <a:off x="8748048" y="4620164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C575AFC-9351-D1ED-E5B9-3E6DE10923D2}"/>
              </a:ext>
            </a:extLst>
          </p:cNvPr>
          <p:cNvSpPr/>
          <p:nvPr/>
        </p:nvSpPr>
        <p:spPr>
          <a:xfrm>
            <a:off x="9291387" y="4620164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965727A-4675-2685-F077-B917571F796D}"/>
              </a:ext>
            </a:extLst>
          </p:cNvPr>
          <p:cNvSpPr/>
          <p:nvPr/>
        </p:nvSpPr>
        <p:spPr>
          <a:xfrm>
            <a:off x="9834726" y="4620164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0B841841-E8CE-2460-E47C-4C6106D3434E}"/>
              </a:ext>
            </a:extLst>
          </p:cNvPr>
          <p:cNvSpPr/>
          <p:nvPr/>
        </p:nvSpPr>
        <p:spPr>
          <a:xfrm>
            <a:off x="9136255" y="5517825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EC6A08C3-5055-7A55-F53E-31309AD5F627}"/>
              </a:ext>
            </a:extLst>
          </p:cNvPr>
          <p:cNvSpPr/>
          <p:nvPr/>
        </p:nvSpPr>
        <p:spPr>
          <a:xfrm>
            <a:off x="9679594" y="5517825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8E5862B9-D51E-A95F-4361-C3B05A1419B7}"/>
              </a:ext>
            </a:extLst>
          </p:cNvPr>
          <p:cNvSpPr/>
          <p:nvPr/>
        </p:nvSpPr>
        <p:spPr>
          <a:xfrm>
            <a:off x="9136255" y="4994586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A6062A56-DCF6-AE85-8DC6-53E32FA6A11C}"/>
              </a:ext>
            </a:extLst>
          </p:cNvPr>
          <p:cNvSpPr/>
          <p:nvPr/>
        </p:nvSpPr>
        <p:spPr>
          <a:xfrm>
            <a:off x="9675952" y="4993628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6930F0AB-A0C0-6662-9284-14B177E0A56B}"/>
              </a:ext>
            </a:extLst>
          </p:cNvPr>
          <p:cNvSpPr/>
          <p:nvPr/>
        </p:nvSpPr>
        <p:spPr>
          <a:xfrm>
            <a:off x="10222933" y="5517825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7938F5DC-2FDB-9AFF-17AA-8794722CE3E2}"/>
              </a:ext>
            </a:extLst>
          </p:cNvPr>
          <p:cNvSpPr/>
          <p:nvPr/>
        </p:nvSpPr>
        <p:spPr>
          <a:xfrm>
            <a:off x="10224234" y="4986330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A1BBF5CF-3BF7-1E58-33F5-E4A975C0546D}"/>
              </a:ext>
            </a:extLst>
          </p:cNvPr>
          <p:cNvSpPr/>
          <p:nvPr/>
        </p:nvSpPr>
        <p:spPr>
          <a:xfrm>
            <a:off x="9134953" y="4471347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330A9C98-AA3A-0C1D-54A0-6CD30E87A363}"/>
              </a:ext>
            </a:extLst>
          </p:cNvPr>
          <p:cNvSpPr/>
          <p:nvPr/>
        </p:nvSpPr>
        <p:spPr>
          <a:xfrm>
            <a:off x="9675952" y="4477858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8A8D95C9-C0B3-CB5D-B2B0-D3B3BA9EF709}"/>
              </a:ext>
            </a:extLst>
          </p:cNvPr>
          <p:cNvSpPr/>
          <p:nvPr/>
        </p:nvSpPr>
        <p:spPr>
          <a:xfrm>
            <a:off x="10232194" y="4485357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941D3E2-4270-92DF-84CE-E806B50EAC4C}"/>
              </a:ext>
            </a:extLst>
          </p:cNvPr>
          <p:cNvSpPr txBox="1"/>
          <p:nvPr/>
        </p:nvSpPr>
        <p:spPr>
          <a:xfrm>
            <a:off x="9067080" y="1805262"/>
            <a:ext cx="1076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晶体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23E2204-887D-996E-3BAB-9D3FFF55EF3D}"/>
              </a:ext>
            </a:extLst>
          </p:cNvPr>
          <p:cNvSpPr txBox="1"/>
          <p:nvPr/>
        </p:nvSpPr>
        <p:spPr>
          <a:xfrm>
            <a:off x="1070694" y="5761492"/>
            <a:ext cx="74360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1. </a:t>
            </a:r>
            <a:r>
              <a:rPr lang="zh-CN" altLang="en-US" sz="2000" dirty="0">
                <a:solidFill>
                  <a:schemeClr val="bg1"/>
                </a:solidFill>
              </a:rPr>
              <a:t>基元以相同的方式，重复地放置在晶格的格点上（</a:t>
            </a:r>
            <a:r>
              <a:rPr lang="zh-CN" altLang="en-US" sz="2000" b="1" dirty="0">
                <a:solidFill>
                  <a:srgbClr val="FF0000"/>
                </a:solidFill>
              </a:rPr>
              <a:t>等价性</a:t>
            </a:r>
            <a:r>
              <a:rPr lang="zh-CN" altLang="en-US" sz="2000" dirty="0">
                <a:solidFill>
                  <a:schemeClr val="bg1"/>
                </a:solidFill>
              </a:rPr>
              <a:t>）；</a:t>
            </a:r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en-US" altLang="zh-CN" sz="2000" dirty="0">
                <a:solidFill>
                  <a:schemeClr val="bg1"/>
                </a:solidFill>
              </a:rPr>
              <a:t>2. </a:t>
            </a:r>
            <a:r>
              <a:rPr lang="zh-CN" altLang="en-US" sz="2000" dirty="0">
                <a:solidFill>
                  <a:schemeClr val="bg1"/>
                </a:solidFill>
              </a:rPr>
              <a:t>基元中的原子种类，数量、位置依不同晶体而定（</a:t>
            </a:r>
            <a:r>
              <a:rPr lang="zh-CN" altLang="en-US" sz="2000" b="1" dirty="0">
                <a:solidFill>
                  <a:srgbClr val="FF0000"/>
                </a:solidFill>
              </a:rPr>
              <a:t>结构性</a:t>
            </a:r>
            <a:r>
              <a:rPr lang="zh-CN" altLang="en-US" sz="2000" dirty="0">
                <a:solidFill>
                  <a:schemeClr val="bg1"/>
                </a:solidFill>
              </a:rPr>
              <a:t>）；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2594949B-E4E4-689D-9587-2349F1ABA425}"/>
              </a:ext>
            </a:extLst>
          </p:cNvPr>
          <p:cNvSpPr txBox="1"/>
          <p:nvPr/>
        </p:nvSpPr>
        <p:spPr>
          <a:xfrm>
            <a:off x="10339788" y="293949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简单晶格</a:t>
            </a: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018E1553-926C-512D-9A51-B4E5E67A41DD}"/>
              </a:ext>
            </a:extLst>
          </p:cNvPr>
          <p:cNvSpPr txBox="1"/>
          <p:nvPr/>
        </p:nvSpPr>
        <p:spPr>
          <a:xfrm>
            <a:off x="10515048" y="511771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复式晶格</a:t>
            </a:r>
          </a:p>
        </p:txBody>
      </p:sp>
      <p:graphicFrame>
        <p:nvGraphicFramePr>
          <p:cNvPr id="45" name="表格 44">
            <a:extLst>
              <a:ext uri="{FF2B5EF4-FFF2-40B4-BE49-F238E27FC236}">
                <a16:creationId xmlns:a16="http://schemas.microsoft.com/office/drawing/2014/main" id="{D3D9373A-64A2-45B6-9B30-26CB4537C1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84035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/>
      <p:bldP spid="46" grpId="0"/>
      <p:bldP spid="47" grpId="0"/>
      <p:bldP spid="4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8780C-823C-6BBB-CEE4-C8819A8D1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如何描述晶格：基矢与布拉维（</a:t>
            </a:r>
            <a:r>
              <a:rPr lang="en-US" altLang="zh-CN" dirty="0">
                <a:solidFill>
                  <a:schemeClr val="bg1"/>
                </a:solidFill>
              </a:rPr>
              <a:t>Bravais</a:t>
            </a:r>
            <a:r>
              <a:rPr lang="zh-CN" altLang="en-US" dirty="0">
                <a:solidFill>
                  <a:schemeClr val="bg1"/>
                </a:solidFill>
              </a:rPr>
              <a:t>）格子</a:t>
            </a:r>
          </a:p>
        </p:txBody>
      </p:sp>
      <p:pic>
        <p:nvPicPr>
          <p:cNvPr id="4" name="内容占位符 4" descr="图片包含 图表&#10;&#10;描述已自动生成">
            <a:extLst>
              <a:ext uri="{FF2B5EF4-FFF2-40B4-BE49-F238E27FC236}">
                <a16:creationId xmlns:a16="http://schemas.microsoft.com/office/drawing/2014/main" id="{2D78E83E-8F3E-2F63-8888-F11B9ABE56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1764"/>
          <a:stretch/>
        </p:blipFill>
        <p:spPr>
          <a:xfrm>
            <a:off x="651240" y="1775238"/>
            <a:ext cx="4313614" cy="4278798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79188DB-9AA4-6504-957D-887AF4A344C9}"/>
              </a:ext>
            </a:extLst>
          </p:cNvPr>
          <p:cNvCxnSpPr>
            <a:cxnSpLocks/>
          </p:cNvCxnSpPr>
          <p:nvPr/>
        </p:nvCxnSpPr>
        <p:spPr>
          <a:xfrm flipV="1">
            <a:off x="3828405" y="4947331"/>
            <a:ext cx="0" cy="7023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F97E4A6-79BF-8834-77DE-FD52439D022A}"/>
              </a:ext>
            </a:extLst>
          </p:cNvPr>
          <p:cNvCxnSpPr>
            <a:cxnSpLocks/>
          </p:cNvCxnSpPr>
          <p:nvPr/>
        </p:nvCxnSpPr>
        <p:spPr>
          <a:xfrm>
            <a:off x="3828405" y="5649697"/>
            <a:ext cx="68911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89877DE-DBE4-EB3E-76EB-A44D8B3AA1AB}"/>
              </a:ext>
            </a:extLst>
          </p:cNvPr>
          <p:cNvSpPr/>
          <p:nvPr/>
        </p:nvSpPr>
        <p:spPr>
          <a:xfrm>
            <a:off x="3828411" y="4960590"/>
            <a:ext cx="689108" cy="68910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90425FA-661D-0558-C434-AC8874AD54BD}"/>
                  </a:ext>
                </a:extLst>
              </p:cNvPr>
              <p:cNvSpPr txBox="1"/>
              <p:nvPr/>
            </p:nvSpPr>
            <p:spPr>
              <a:xfrm>
                <a:off x="5248020" y="1696279"/>
                <a:ext cx="6332656" cy="54308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N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维空间的晶格可以由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N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个矢量描述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bg1"/>
                    </a:solidFill>
                  </a:rPr>
                  <a:t>例如，左图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endParaRPr lang="en-US" altLang="zh-CN" sz="2800" dirty="0">
                  <a:solidFill>
                    <a:schemeClr val="bg1"/>
                  </a:solidFill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800" dirty="0">
                  <a:solidFill>
                    <a:schemeClr val="bg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bg1"/>
                    </a:solidFill>
                  </a:rPr>
                  <a:t>定义：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布拉维格子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是矢量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acc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zh-CN" sz="2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US" altLang="zh-CN" sz="2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acc>
                        <m:accPr>
                          <m:chr m:val="⃗"/>
                          <m:ctrlPr>
                            <a:rPr lang="en-US" altLang="zh-CN" sz="2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400" i="1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400" b="0" i="1" smtClean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r>
                  <a:rPr lang="en-US" altLang="zh-CN" sz="2400" dirty="0">
                    <a:solidFill>
                      <a:srgbClr val="FF0000"/>
                    </a:solidFill>
                  </a:rPr>
                  <a:t>	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全部端点的集合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，其中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n</a:t>
                </a:r>
                <a:r>
                  <a:rPr lang="en-US" altLang="zh-CN" sz="2400" baseline="-25000" dirty="0">
                    <a:solidFill>
                      <a:schemeClr val="bg1"/>
                    </a:solidFill>
                  </a:rPr>
                  <a:t>1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, n</a:t>
                </a:r>
                <a:r>
                  <a:rPr lang="en-US" altLang="zh-CN" sz="2400" baseline="-25000" dirty="0">
                    <a:solidFill>
                      <a:schemeClr val="bg1"/>
                    </a:solidFill>
                  </a:rPr>
                  <a:t>2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为整数</a:t>
                </a:r>
                <a:endParaRPr lang="en-US" altLang="zh-CN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acc>
                  </m:oMath>
                </a14:m>
                <a:r>
                  <a:rPr lang="en-US" altLang="zh-CN" sz="2400" dirty="0">
                    <a:solidFill>
                      <a:schemeClr val="bg1"/>
                    </a:solidFill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⃗"/>
                        <m:ctrlPr>
                          <a:rPr lang="en-US" altLang="zh-CN" sz="2400" i="1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en-US" altLang="zh-C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2400" i="1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CN" sz="2400" b="0" i="1" smtClean="0">
                                <a:solidFill>
                                  <a:schemeClr val="bg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acc>
                  </m:oMath>
                </a14:m>
                <a:r>
                  <a:rPr lang="zh-CN" altLang="en-US" sz="2400" dirty="0">
                    <a:solidFill>
                      <a:schemeClr val="bg1"/>
                    </a:solidFill>
                  </a:rPr>
                  <a:t>称为布拉维格子的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基矢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(primitive vector)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，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N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维晶体有且只有</a:t>
                </a:r>
                <a:r>
                  <a:rPr lang="en-US" altLang="zh-CN" sz="2400" dirty="0">
                    <a:solidFill>
                      <a:srgbClr val="FF0000"/>
                    </a:solidFill>
                  </a:rPr>
                  <a:t>N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个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altLang="zh-CN" sz="2400" dirty="0">
                    <a:solidFill>
                      <a:schemeClr val="bg1"/>
                    </a:solidFill>
                  </a:rPr>
                  <a:t>R</a:t>
                </a:r>
                <a:r>
                  <a:rPr lang="en-US" altLang="zh-CN" sz="2400" baseline="-25000" dirty="0">
                    <a:solidFill>
                      <a:schemeClr val="bg1"/>
                    </a:solidFill>
                  </a:rPr>
                  <a:t>n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称为布拉维格子的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格矢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(lattice vector)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，其端点称为</a:t>
                </a:r>
                <a:r>
                  <a:rPr lang="zh-CN" altLang="en-US" sz="2400" b="1" dirty="0">
                    <a:solidFill>
                      <a:srgbClr val="FF0000"/>
                    </a:solidFill>
                  </a:rPr>
                  <a:t>格点</a:t>
                </a:r>
                <a:r>
                  <a:rPr lang="en-US" altLang="zh-CN" sz="2400" dirty="0">
                    <a:solidFill>
                      <a:schemeClr val="bg1"/>
                    </a:solidFill>
                  </a:rPr>
                  <a:t>(lattice site)</a:t>
                </a:r>
                <a:r>
                  <a:rPr lang="zh-CN" altLang="en-US" sz="2400" dirty="0">
                    <a:solidFill>
                      <a:schemeClr val="bg1"/>
                    </a:solidFill>
                  </a:rPr>
                  <a:t>，</a:t>
                </a:r>
                <a:r>
                  <a:rPr lang="zh-CN" altLang="en-US" sz="2400" dirty="0">
                    <a:solidFill>
                      <a:srgbClr val="FF0000"/>
                    </a:solidFill>
                  </a:rPr>
                  <a:t>无限多个</a:t>
                </a:r>
                <a:endParaRPr lang="en-US" altLang="zh-CN" sz="2400" dirty="0">
                  <a:solidFill>
                    <a:srgbClr val="FF0000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altLang="zh-CN" sz="2400" dirty="0">
                  <a:solidFill>
                    <a:schemeClr val="bg1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zh-CN" altLang="en-US" sz="2400" dirty="0">
                    <a:solidFill>
                      <a:schemeClr val="bg1"/>
                    </a:solidFill>
                  </a:rPr>
                  <a:t>这称为</a:t>
                </a:r>
                <a:r>
                  <a:rPr lang="zh-CN" altLang="en-US" sz="2400" b="1" dirty="0">
                    <a:solidFill>
                      <a:schemeClr val="bg1"/>
                    </a:solidFill>
                  </a:rPr>
                  <a:t>晶格的布拉维</a:t>
                </a:r>
                <a:r>
                  <a:rPr lang="en-US" altLang="zh-CN" sz="2400" b="1" dirty="0">
                    <a:solidFill>
                      <a:schemeClr val="bg1"/>
                    </a:solidFill>
                  </a:rPr>
                  <a:t>(Bravais)</a:t>
                </a:r>
                <a:r>
                  <a:rPr lang="zh-CN" altLang="en-US" sz="2400" b="1" dirty="0">
                    <a:solidFill>
                      <a:schemeClr val="bg1"/>
                    </a:solidFill>
                  </a:rPr>
                  <a:t>格子表示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CN" sz="28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490425FA-661D-0558-C434-AC8874AD54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8020" y="1696279"/>
                <a:ext cx="6332656" cy="5430846"/>
              </a:xfrm>
              <a:prstGeom prst="rect">
                <a:avLst/>
              </a:prstGeom>
              <a:blipFill>
                <a:blip r:embed="rId3"/>
                <a:stretch>
                  <a:fillRect l="-1347" t="-1347" r="-19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834616F-B980-F40C-75B3-F9EC6361BF10}"/>
                  </a:ext>
                </a:extLst>
              </p:cNvPr>
              <p:cNvSpPr txBox="1"/>
              <p:nvPr/>
            </p:nvSpPr>
            <p:spPr>
              <a:xfrm>
                <a:off x="4388238" y="5563463"/>
                <a:ext cx="45719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834616F-B980-F40C-75B3-F9EC6361B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238" y="5563463"/>
                <a:ext cx="45719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8912802-FFBE-49E6-61AD-85588000E7D1}"/>
                  </a:ext>
                </a:extLst>
              </p:cNvPr>
              <p:cNvSpPr txBox="1"/>
              <p:nvPr/>
            </p:nvSpPr>
            <p:spPr>
              <a:xfrm>
                <a:off x="3434082" y="4866823"/>
                <a:ext cx="45719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8912802-FFBE-49E6-61AD-85588000E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082" y="4866823"/>
                <a:ext cx="457198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89415758-DCDF-8DF9-8E98-CB030E8C2450}"/>
              </a:ext>
            </a:extLst>
          </p:cNvPr>
          <p:cNvCxnSpPr>
            <a:cxnSpLocks/>
          </p:cNvCxnSpPr>
          <p:nvPr/>
        </p:nvCxnSpPr>
        <p:spPr>
          <a:xfrm flipV="1">
            <a:off x="3828405" y="3638681"/>
            <a:ext cx="689114" cy="2011016"/>
          </a:xfrm>
          <a:prstGeom prst="straightConnector1">
            <a:avLst/>
          </a:prstGeom>
          <a:ln w="57150"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A0AA2C54-D1A8-E9E1-FCD3-8C5A63C55E1B}"/>
              </a:ext>
            </a:extLst>
          </p:cNvPr>
          <p:cNvCxnSpPr>
            <a:cxnSpLocks/>
          </p:cNvCxnSpPr>
          <p:nvPr/>
        </p:nvCxnSpPr>
        <p:spPr>
          <a:xfrm flipH="1" flipV="1">
            <a:off x="2472033" y="2951305"/>
            <a:ext cx="1356372" cy="2698392"/>
          </a:xfrm>
          <a:prstGeom prst="straightConnector1">
            <a:avLst/>
          </a:prstGeom>
          <a:ln w="571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23AA7C9-DAF8-DF4D-E63D-2A98C8D5E6FD}"/>
                  </a:ext>
                </a:extLst>
              </p:cNvPr>
              <p:cNvSpPr txBox="1"/>
              <p:nvPr/>
            </p:nvSpPr>
            <p:spPr>
              <a:xfrm>
                <a:off x="2314000" y="6032461"/>
                <a:ext cx="2352593" cy="7826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zh-C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altLang="zh-CN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=1</m:t>
                      </m:r>
                      <m:acc>
                        <m:accPr>
                          <m:chr m:val="⃗"/>
                          <m:ctrlP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zh-CN" sz="2000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</m:t>
                      </m:r>
                      <m:acc>
                        <m:accPr>
                          <m:chr m:val="⃗"/>
                          <m:ctrlPr>
                            <a:rPr lang="en-US" altLang="zh-CN" sz="2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zh-CN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CN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</m:acc>
                      <m:r>
                        <a:rPr lang="en-US" altLang="zh-CN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−2</m:t>
                      </m:r>
                      <m:acc>
                        <m:accPr>
                          <m:chr m:val="⃗"/>
                          <m:ctrlPr>
                            <a:rPr lang="en-US" altLang="zh-CN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  <m:r>
                        <a:rPr lang="en-US" altLang="zh-CN" sz="2000" i="1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2000" b="0" i="1" smtClean="0">
                          <a:solidFill>
                            <a:srgbClr val="00B050"/>
                          </a:solidFill>
                          <a:latin typeface="Cambria Math" panose="02040503050406030204" pitchFamily="18" charset="0"/>
                        </a:rPr>
                        <m:t>4</m:t>
                      </m:r>
                      <m:acc>
                        <m:accPr>
                          <m:chr m:val="⃗"/>
                          <m:ctrlPr>
                            <a:rPr lang="en-US" altLang="zh-CN" sz="2000" i="1">
                              <a:solidFill>
                                <a:srgbClr val="00B05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i="1">
                                  <a:solidFill>
                                    <a:srgbClr val="00B05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en-US" sz="20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文本框 17">
                <a:extLst>
                  <a:ext uri="{FF2B5EF4-FFF2-40B4-BE49-F238E27FC236}">
                    <a16:creationId xmlns:a16="http://schemas.microsoft.com/office/drawing/2014/main" id="{323AA7C9-DAF8-DF4D-E63D-2A98C8D5E6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4000" y="6032461"/>
                <a:ext cx="2352593" cy="78265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9C16EDA-B119-A30B-3634-3CC4D10A64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38477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58780C-823C-6BBB-CEE4-C8819A8D1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布拉维格子与平移不变性</a:t>
            </a:r>
          </a:p>
        </p:txBody>
      </p:sp>
      <p:pic>
        <p:nvPicPr>
          <p:cNvPr id="4" name="内容占位符 4" descr="图片包含 图表&#10;&#10;描述已自动生成">
            <a:extLst>
              <a:ext uri="{FF2B5EF4-FFF2-40B4-BE49-F238E27FC236}">
                <a16:creationId xmlns:a16="http://schemas.microsoft.com/office/drawing/2014/main" id="{2D78E83E-8F3E-2F63-8888-F11B9ABE56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1764"/>
          <a:stretch/>
        </p:blipFill>
        <p:spPr>
          <a:xfrm>
            <a:off x="651240" y="1775238"/>
            <a:ext cx="4313614" cy="4278798"/>
          </a:xfrm>
          <a:prstGeom prst="rect">
            <a:avLst/>
          </a:prstGeom>
        </p:spPr>
      </p:pic>
      <p:pic>
        <p:nvPicPr>
          <p:cNvPr id="5" name="内容占位符 4" descr="图片包含 图表&#10;&#10;描述已自动生成">
            <a:extLst>
              <a:ext uri="{FF2B5EF4-FFF2-40B4-BE49-F238E27FC236}">
                <a16:creationId xmlns:a16="http://schemas.microsoft.com/office/drawing/2014/main" id="{14D399F1-65E9-313C-819D-E711B8B95A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1764"/>
          <a:stretch/>
        </p:blipFill>
        <p:spPr>
          <a:xfrm>
            <a:off x="651240" y="1775238"/>
            <a:ext cx="4313614" cy="4278798"/>
          </a:xfrm>
          <a:prstGeom prst="rect">
            <a:avLst/>
          </a:prstGeom>
        </p:spPr>
      </p:pic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879188DB-9AA4-6504-957D-887AF4A344C9}"/>
              </a:ext>
            </a:extLst>
          </p:cNvPr>
          <p:cNvCxnSpPr>
            <a:cxnSpLocks/>
          </p:cNvCxnSpPr>
          <p:nvPr/>
        </p:nvCxnSpPr>
        <p:spPr>
          <a:xfrm flipV="1">
            <a:off x="3828405" y="4947331"/>
            <a:ext cx="0" cy="70236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9F97E4A6-79BF-8834-77DE-FD52439D022A}"/>
              </a:ext>
            </a:extLst>
          </p:cNvPr>
          <p:cNvCxnSpPr>
            <a:cxnSpLocks/>
          </p:cNvCxnSpPr>
          <p:nvPr/>
        </p:nvCxnSpPr>
        <p:spPr>
          <a:xfrm>
            <a:off x="3828405" y="5649697"/>
            <a:ext cx="689114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0" name="矩形 9">
            <a:extLst>
              <a:ext uri="{FF2B5EF4-FFF2-40B4-BE49-F238E27FC236}">
                <a16:creationId xmlns:a16="http://schemas.microsoft.com/office/drawing/2014/main" id="{189877DE-DBE4-EB3E-76EB-A44D8B3AA1AB}"/>
              </a:ext>
            </a:extLst>
          </p:cNvPr>
          <p:cNvSpPr/>
          <p:nvPr/>
        </p:nvSpPr>
        <p:spPr>
          <a:xfrm>
            <a:off x="3828411" y="4960590"/>
            <a:ext cx="689108" cy="68910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834616F-B980-F40C-75B3-F9EC6361BF10}"/>
                  </a:ext>
                </a:extLst>
              </p:cNvPr>
              <p:cNvSpPr txBox="1"/>
              <p:nvPr/>
            </p:nvSpPr>
            <p:spPr>
              <a:xfrm>
                <a:off x="4388238" y="5563463"/>
                <a:ext cx="45719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id="{E834616F-B980-F40C-75B3-F9EC6361BF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8238" y="5563463"/>
                <a:ext cx="457198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8912802-FFBE-49E6-61AD-85588000E7D1}"/>
                  </a:ext>
                </a:extLst>
              </p:cNvPr>
              <p:cNvSpPr txBox="1"/>
              <p:nvPr/>
            </p:nvSpPr>
            <p:spPr>
              <a:xfrm>
                <a:off x="3434082" y="4866823"/>
                <a:ext cx="457198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acc>
                        <m:accPr>
                          <m:chr m:val="⃗"/>
                          <m:ctrlPr>
                            <a:rPr lang="en-US" altLang="zh-CN" sz="20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sSub>
                            <m:sSubPr>
                              <m:ctrlP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altLang="zh-CN" sz="2000" b="0" i="1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acc>
                    </m:oMath>
                  </m:oMathPara>
                </a14:m>
                <a:endParaRPr lang="zh-CN" altLang="en-US" sz="20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" name="文本框 13">
                <a:extLst>
                  <a:ext uri="{FF2B5EF4-FFF2-40B4-BE49-F238E27FC236}">
                    <a16:creationId xmlns:a16="http://schemas.microsoft.com/office/drawing/2014/main" id="{58912802-FFBE-49E6-61AD-85588000E7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34082" y="4866823"/>
                <a:ext cx="457198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文本框 2">
            <a:extLst>
              <a:ext uri="{FF2B5EF4-FFF2-40B4-BE49-F238E27FC236}">
                <a16:creationId xmlns:a16="http://schemas.microsoft.com/office/drawing/2014/main" id="{265A50C1-E62B-B064-C1C2-1F4B329A0E0B}"/>
              </a:ext>
            </a:extLst>
          </p:cNvPr>
          <p:cNvSpPr txBox="1"/>
          <p:nvPr/>
        </p:nvSpPr>
        <p:spPr>
          <a:xfrm>
            <a:off x="5580929" y="2021811"/>
            <a:ext cx="6467061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</a:rPr>
              <a:t>沿着任一基矢，晶格均具有</a:t>
            </a:r>
            <a:r>
              <a:rPr lang="zh-CN" altLang="en-US" sz="2400" b="1" dirty="0">
                <a:solidFill>
                  <a:srgbClr val="FF0000"/>
                </a:solidFill>
              </a:rPr>
              <a:t>平移不变性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rgbClr val="FF0000"/>
                </a:solidFill>
              </a:rPr>
              <a:t>孤立原子 </a:t>
            </a:r>
            <a:r>
              <a:rPr lang="en-US" altLang="zh-CN" sz="2400" b="1" dirty="0">
                <a:solidFill>
                  <a:schemeClr val="bg1"/>
                </a:solidFill>
                <a:sym typeface="Wingdings" panose="05000000000000000000" pitchFamily="2" charset="2"/>
              </a:rPr>
              <a:t>  </a:t>
            </a:r>
            <a:r>
              <a:rPr lang="zh-CN" alt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连续</a:t>
            </a:r>
            <a:r>
              <a:rPr lang="zh-CN" altLang="en-US" sz="2400" b="1" dirty="0">
                <a:solidFill>
                  <a:schemeClr val="bg1"/>
                </a:solidFill>
                <a:sym typeface="Wingdings" panose="05000000000000000000" pitchFamily="2" charset="2"/>
              </a:rPr>
              <a:t>平移不变性</a:t>
            </a:r>
            <a:endParaRPr lang="en-US" altLang="zh-CN" sz="2400" b="1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sym typeface="Wingdings" panose="05000000000000000000" pitchFamily="2" charset="2"/>
              </a:rPr>
              <a:t>     </a:t>
            </a:r>
            <a:r>
              <a:rPr lang="zh-CN" alt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晶体</a:t>
            </a:r>
            <a:r>
              <a:rPr lang="zh-CN" altLang="en-US" sz="2400" b="1" dirty="0">
                <a:solidFill>
                  <a:schemeClr val="bg1"/>
                </a:solidFill>
                <a:sym typeface="Wingdings" panose="05000000000000000000" pitchFamily="2" charset="2"/>
              </a:rPr>
              <a:t>     </a:t>
            </a:r>
            <a:r>
              <a:rPr lang="en-US" altLang="zh-CN" sz="2400" b="1" dirty="0">
                <a:solidFill>
                  <a:schemeClr val="bg1"/>
                </a:solidFill>
                <a:sym typeface="Wingdings" panose="05000000000000000000" pitchFamily="2" charset="2"/>
              </a:rPr>
              <a:t>  </a:t>
            </a:r>
            <a:r>
              <a:rPr lang="zh-CN" alt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晶格</a:t>
            </a:r>
            <a:r>
              <a:rPr lang="zh-CN" altLang="en-US" sz="2400" b="1" dirty="0">
                <a:solidFill>
                  <a:schemeClr val="bg1"/>
                </a:solidFill>
                <a:sym typeface="Wingdings" panose="05000000000000000000" pitchFamily="2" charset="2"/>
              </a:rPr>
              <a:t>平移不变性</a:t>
            </a:r>
            <a:endParaRPr lang="en-US" altLang="zh-CN" sz="2400" b="1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sym typeface="Wingdings" panose="05000000000000000000" pitchFamily="2" charset="2"/>
              </a:rPr>
              <a:t>晶体的本质是空间平移对称性破缺</a:t>
            </a:r>
            <a:endParaRPr lang="en-US" altLang="zh-CN" sz="2400" b="1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b="1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b="1" dirty="0">
                <a:solidFill>
                  <a:schemeClr val="bg1"/>
                </a:solidFill>
                <a:sym typeface="Wingdings" panose="05000000000000000000" pitchFamily="2" charset="2"/>
              </a:rPr>
              <a:t>思考：</a:t>
            </a:r>
            <a:r>
              <a:rPr lang="en-US" altLang="zh-CN" sz="2400" b="1" dirty="0">
                <a:solidFill>
                  <a:schemeClr val="bg1"/>
                </a:solidFill>
                <a:sym typeface="Wingdings" panose="05000000000000000000" pitchFamily="2" charset="2"/>
              </a:rPr>
              <a:t>Goldstone</a:t>
            </a:r>
            <a:r>
              <a:rPr lang="zh-CN" altLang="en-US" sz="2400" b="1" dirty="0">
                <a:solidFill>
                  <a:schemeClr val="bg1"/>
                </a:solidFill>
                <a:sym typeface="Wingdings" panose="05000000000000000000" pitchFamily="2" charset="2"/>
              </a:rPr>
              <a:t>定理 </a:t>
            </a:r>
            <a:r>
              <a:rPr lang="en-US" altLang="zh-CN" sz="2400" b="1" dirty="0">
                <a:solidFill>
                  <a:schemeClr val="bg1"/>
                </a:solidFill>
                <a:sym typeface="Wingdings" panose="05000000000000000000" pitchFamily="2" charset="2"/>
              </a:rPr>
              <a:t>-- </a:t>
            </a:r>
            <a:r>
              <a:rPr lang="zh-CN" altLang="en-US" sz="2400" b="1" dirty="0">
                <a:solidFill>
                  <a:schemeClr val="bg1"/>
                </a:solidFill>
                <a:sym typeface="Wingdings" panose="05000000000000000000" pitchFamily="2" charset="2"/>
              </a:rPr>
              <a:t>连续对称性破缺产生无质量的玻色子，</a:t>
            </a:r>
            <a:r>
              <a:rPr lang="zh-CN" altLang="en-US" sz="2400" b="1" dirty="0">
                <a:solidFill>
                  <a:srgbClr val="FF0000"/>
                </a:solidFill>
                <a:sym typeface="Wingdings" panose="05000000000000000000" pitchFamily="2" charset="2"/>
              </a:rPr>
              <a:t>晶格平移对称性破缺产生的玻色子是什么？</a:t>
            </a:r>
            <a:endParaRPr lang="en-US" altLang="zh-CN" sz="2400" b="1" dirty="0">
              <a:solidFill>
                <a:srgbClr val="FF0000"/>
              </a:solidFill>
              <a:sym typeface="Wingdings" panose="05000000000000000000" pitchFamily="2" charset="2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C9E2127D-D44F-8EDD-BC48-7DB5B296927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5613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33333E-6 L 1.66667E-6 -0.0974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48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-3.33333E-6 L 0.05651 -3.33333E-6 " pathEditMode="relative" rAng="0" ptsTypes="AA">
                                      <p:cBhvr>
                                        <p:cTn id="14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826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039D8-DECA-01EF-331E-1FB5F90CB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8B0BB5-E6F1-F227-B827-6A0293A748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14300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石墨烯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8372D72-7211-97C9-E63C-8D5A1895E3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729" y="1402622"/>
            <a:ext cx="4949635" cy="3754571"/>
          </a:xfr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BCBAE96-9B62-CB9B-7BC3-A202C2E98D81}"/>
              </a:ext>
            </a:extLst>
          </p:cNvPr>
          <p:cNvSpPr txBox="1"/>
          <p:nvPr/>
        </p:nvSpPr>
        <p:spPr>
          <a:xfrm>
            <a:off x="8597364" y="1664296"/>
            <a:ext cx="3775393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格子？</a:t>
            </a:r>
            <a:endParaRPr lang="en-US" altLang="zh-CN" sz="28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基元？</a:t>
            </a:r>
            <a:endParaRPr lang="en-US" altLang="zh-CN" sz="2800" dirty="0">
              <a:solidFill>
                <a:srgbClr val="FF0000"/>
              </a:solidFill>
            </a:endParaRPr>
          </a:p>
          <a:p>
            <a:endParaRPr lang="en-US" sz="2800" dirty="0">
              <a:solidFill>
                <a:srgbClr val="FF0000"/>
              </a:solidFill>
            </a:endParaRPr>
          </a:p>
          <a:p>
            <a:endParaRPr lang="en-US" sz="2800" dirty="0">
              <a:solidFill>
                <a:srgbClr val="FF0000"/>
              </a:solidFill>
            </a:endParaRPr>
          </a:p>
          <a:p>
            <a:r>
              <a:rPr lang="zh-CN" altLang="en-US" sz="2800" dirty="0">
                <a:solidFill>
                  <a:srgbClr val="FF0000"/>
                </a:solidFill>
              </a:rPr>
              <a:t>基元是一个碳原子吗？</a:t>
            </a:r>
            <a:endParaRPr lang="en-US" sz="2800" dirty="0">
              <a:solidFill>
                <a:srgbClr val="FF0000"/>
              </a:solidFill>
            </a:endParaRPr>
          </a:p>
        </p:txBody>
      </p:sp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5E3ED075-64C1-DB92-AFBD-8BE231342F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4678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01D1A-1DD6-43DB-E523-4916FCB75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C60949-DDEA-EC11-60D2-2CB6DC4F18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14300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石墨烯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83C842F7-5BE2-058D-E2A2-4F798982AAA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729" y="1402622"/>
            <a:ext cx="4949635" cy="3754571"/>
          </a:xfrm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235F2593-9AB2-17EE-FCCC-E757762A959D}"/>
              </a:ext>
            </a:extLst>
          </p:cNvPr>
          <p:cNvSpPr txBox="1"/>
          <p:nvPr/>
        </p:nvSpPr>
        <p:spPr>
          <a:xfrm>
            <a:off x="8721627" y="1824912"/>
            <a:ext cx="3416320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假设基元是一个碳原子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基矢是什么？</a:t>
            </a:r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endParaRPr lang="en-US" altLang="zh-CN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此时晶格是否具有平移不变性？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C03B38EC-3A73-7083-CC03-04AB7DAA9444}"/>
              </a:ext>
            </a:extLst>
          </p:cNvPr>
          <p:cNvSpPr/>
          <p:nvPr/>
        </p:nvSpPr>
        <p:spPr>
          <a:xfrm>
            <a:off x="4647673" y="2750696"/>
            <a:ext cx="542336" cy="542336"/>
          </a:xfrm>
          <a:prstGeom prst="ellipse">
            <a:avLst/>
          </a:prstGeom>
          <a:solidFill>
            <a:srgbClr val="9EC544">
              <a:alpha val="50196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152CC0A-4D2B-8B82-B414-CA8BAF4CCC92}"/>
              </a:ext>
            </a:extLst>
          </p:cNvPr>
          <p:cNvCxnSpPr/>
          <p:nvPr/>
        </p:nvCxnSpPr>
        <p:spPr>
          <a:xfrm>
            <a:off x="4918841" y="3021864"/>
            <a:ext cx="592784" cy="0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947FD5C-03CA-1C0D-2026-946F134528C9}"/>
              </a:ext>
            </a:extLst>
          </p:cNvPr>
          <p:cNvCxnSpPr>
            <a:cxnSpLocks/>
          </p:cNvCxnSpPr>
          <p:nvPr/>
        </p:nvCxnSpPr>
        <p:spPr>
          <a:xfrm flipH="1" flipV="1">
            <a:off x="4640842" y="2501470"/>
            <a:ext cx="291661" cy="520394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E9FCB5B5-A981-27AB-C5A0-743A2DD765A7}"/>
              </a:ext>
            </a:extLst>
          </p:cNvPr>
          <p:cNvCxnSpPr/>
          <p:nvPr/>
        </p:nvCxnSpPr>
        <p:spPr>
          <a:xfrm>
            <a:off x="1248629" y="3714356"/>
            <a:ext cx="15450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6266815-B651-A3A9-57B3-E3DD5F798C0C}"/>
              </a:ext>
            </a:extLst>
          </p:cNvPr>
          <p:cNvCxnSpPr>
            <a:cxnSpLocks/>
          </p:cNvCxnSpPr>
          <p:nvPr/>
        </p:nvCxnSpPr>
        <p:spPr>
          <a:xfrm flipV="1">
            <a:off x="1401029" y="2062130"/>
            <a:ext cx="0" cy="1804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文本框 16">
            <a:extLst>
              <a:ext uri="{FF2B5EF4-FFF2-40B4-BE49-F238E27FC236}">
                <a16:creationId xmlns:a16="http://schemas.microsoft.com/office/drawing/2014/main" id="{80C1389C-0632-40D1-8338-FC107267B98B}"/>
              </a:ext>
            </a:extLst>
          </p:cNvPr>
          <p:cNvSpPr txBox="1"/>
          <p:nvPr/>
        </p:nvSpPr>
        <p:spPr>
          <a:xfrm>
            <a:off x="2509598" y="371435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A585C248-E98E-441E-293A-616A46AA0AD7}"/>
              </a:ext>
            </a:extLst>
          </p:cNvPr>
          <p:cNvSpPr txBox="1"/>
          <p:nvPr/>
        </p:nvSpPr>
        <p:spPr>
          <a:xfrm>
            <a:off x="1408999" y="182491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05754B3-D7C3-B6C7-C709-E322C55B72BB}"/>
                  </a:ext>
                </a:extLst>
              </p:cNvPr>
              <p:cNvSpPr txBox="1"/>
              <p:nvPr/>
            </p:nvSpPr>
            <p:spPr>
              <a:xfrm>
                <a:off x="9068137" y="2640513"/>
                <a:ext cx="2200282" cy="95026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 </m:t>
                      </m:r>
                      <m:r>
                        <a:rPr 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acc>
                        <m:accPr>
                          <m:chr m:val="⃗"/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D05754B3-D7C3-B6C7-C709-E322C55B72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8137" y="2640513"/>
                <a:ext cx="2200282" cy="950260"/>
              </a:xfrm>
              <a:prstGeom prst="rect">
                <a:avLst/>
              </a:prstGeom>
              <a:blipFill>
                <a:blip r:embed="rId4"/>
                <a:stretch>
                  <a:fillRect t="-8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" name="内容占位符 3">
            <a:extLst>
              <a:ext uri="{FF2B5EF4-FFF2-40B4-BE49-F238E27FC236}">
                <a16:creationId xmlns:a16="http://schemas.microsoft.com/office/drawing/2014/main" id="{A1611B1C-A6C8-B0CA-86C5-B981A1F89AC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35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724" y="1402622"/>
            <a:ext cx="4949635" cy="3754571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905EAD95-D34F-EA91-3840-3CA148F03938}"/>
              </a:ext>
            </a:extLst>
          </p:cNvPr>
          <p:cNvSpPr txBox="1"/>
          <p:nvPr/>
        </p:nvSpPr>
        <p:spPr>
          <a:xfrm>
            <a:off x="8786555" y="462875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结论：石墨烯不是简单晶格</a:t>
            </a:r>
            <a:endParaRPr lang="en-US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944D1A43-9150-AE0B-B6B8-CBB27E312370}"/>
              </a:ext>
            </a:extLst>
          </p:cNvPr>
          <p:cNvSpPr txBox="1"/>
          <p:nvPr/>
        </p:nvSpPr>
        <p:spPr>
          <a:xfrm>
            <a:off x="5080459" y="2560199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</a:rPr>
              <a:t>a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C951F26B-C0B8-E939-786F-F7D4DEF746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1201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indefinite" accel="50000" decel="50000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3.54167E-6 -7.40741E-7 L 0.0487 -7.40741E-7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3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2" presetClass="path" presetSubtype="0" repeatCount="indefinite" accel="50000" decel="50000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Motion origin="layout" path="M -3.54167E-6 -7.40741E-7 L -0.02474 -0.0736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37" y="-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C5DA33-A819-BAB9-9E67-779F9A290E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内容占位符 3">
            <a:extLst>
              <a:ext uri="{FF2B5EF4-FFF2-40B4-BE49-F238E27FC236}">
                <a16:creationId xmlns:a16="http://schemas.microsoft.com/office/drawing/2014/main" id="{53EDD86D-EDEE-3CB8-4856-5C2739FB38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729" y="1402622"/>
            <a:ext cx="4949635" cy="375457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27C6E1EB-C732-E244-A092-1CC66702B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14300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石墨烯（复式晶格）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B36E9AB0-3041-5C77-0B25-FEDB81E4E2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729" y="1402622"/>
            <a:ext cx="4949635" cy="3754571"/>
          </a:xfr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7ABE1D99-F251-6111-532C-077BAD808E13}"/>
              </a:ext>
            </a:extLst>
          </p:cNvPr>
          <p:cNvCxnSpPr/>
          <p:nvPr/>
        </p:nvCxnSpPr>
        <p:spPr>
          <a:xfrm>
            <a:off x="1248629" y="3714356"/>
            <a:ext cx="15450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FF58D47B-A0C9-046E-72E6-F67959889A61}"/>
              </a:ext>
            </a:extLst>
          </p:cNvPr>
          <p:cNvCxnSpPr>
            <a:cxnSpLocks/>
          </p:cNvCxnSpPr>
          <p:nvPr/>
        </p:nvCxnSpPr>
        <p:spPr>
          <a:xfrm flipV="1">
            <a:off x="1401029" y="2062130"/>
            <a:ext cx="0" cy="1804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B32875ED-1247-736A-0996-3C4D1ACEDCDB}"/>
              </a:ext>
            </a:extLst>
          </p:cNvPr>
          <p:cNvSpPr txBox="1"/>
          <p:nvPr/>
        </p:nvSpPr>
        <p:spPr>
          <a:xfrm>
            <a:off x="2509598" y="371435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C29C9374-40D4-487C-FCCF-B6D86CBF89C3}"/>
              </a:ext>
            </a:extLst>
          </p:cNvPr>
          <p:cNvSpPr txBox="1"/>
          <p:nvPr/>
        </p:nvSpPr>
        <p:spPr>
          <a:xfrm>
            <a:off x="1408999" y="182491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D7971FAA-EF94-E980-9FE4-E5143B838527}"/>
              </a:ext>
            </a:extLst>
          </p:cNvPr>
          <p:cNvCxnSpPr>
            <a:cxnSpLocks/>
          </p:cNvCxnSpPr>
          <p:nvPr/>
        </p:nvCxnSpPr>
        <p:spPr>
          <a:xfrm>
            <a:off x="4925148" y="3020673"/>
            <a:ext cx="807194" cy="46665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841904F0-F73E-08C5-69BB-688A5266C470}"/>
              </a:ext>
            </a:extLst>
          </p:cNvPr>
          <p:cNvCxnSpPr>
            <a:cxnSpLocks/>
          </p:cNvCxnSpPr>
          <p:nvPr/>
        </p:nvCxnSpPr>
        <p:spPr>
          <a:xfrm flipV="1">
            <a:off x="4925148" y="2547708"/>
            <a:ext cx="807194" cy="4729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D42775B-948A-CE04-FD6E-E2045C8A5476}"/>
                  </a:ext>
                </a:extLst>
              </p:cNvPr>
              <p:cNvSpPr txBox="1"/>
              <p:nvPr/>
            </p:nvSpPr>
            <p:spPr>
              <a:xfrm>
                <a:off x="9030299" y="2393578"/>
                <a:ext cx="2111604" cy="1254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DD42775B-948A-CE04-FD6E-E2045C8A54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299" y="2393578"/>
                <a:ext cx="2111604" cy="12541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515B7303-34A8-7169-2371-5088EF5D2ACD}"/>
              </a:ext>
            </a:extLst>
          </p:cNvPr>
          <p:cNvSpPr txBox="1"/>
          <p:nvPr/>
        </p:nvSpPr>
        <p:spPr>
          <a:xfrm>
            <a:off x="8922247" y="1652512"/>
            <a:ext cx="26832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</a:rPr>
              <a:t>晶格基元为两个碳原子</a:t>
            </a:r>
            <a:endParaRPr lang="en-US" altLang="zh-CN" sz="1800" dirty="0">
              <a:solidFill>
                <a:srgbClr val="FF0000"/>
              </a:solidFill>
            </a:endParaRPr>
          </a:p>
          <a:p>
            <a:r>
              <a:rPr lang="zh-CN" altLang="en-US" dirty="0">
                <a:solidFill>
                  <a:srgbClr val="FF0000"/>
                </a:solidFill>
              </a:rPr>
              <a:t>晶格基矢为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44159C9-6C55-3694-AC05-2DF937CCEA06}"/>
              </a:ext>
            </a:extLst>
          </p:cNvPr>
          <p:cNvSpPr txBox="1"/>
          <p:nvPr/>
        </p:nvSpPr>
        <p:spPr>
          <a:xfrm>
            <a:off x="3447820" y="5438125"/>
            <a:ext cx="2954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这两个碳原子要如何表述？</a:t>
            </a:r>
            <a:endParaRPr lang="en-US" altLang="zh-CN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8494840-D9D3-202A-BAA4-766E09B2E670}"/>
              </a:ext>
            </a:extLst>
          </p:cNvPr>
          <p:cNvSpPr txBox="1"/>
          <p:nvPr/>
        </p:nvSpPr>
        <p:spPr>
          <a:xfrm>
            <a:off x="6317783" y="5438125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基矢的分数坐标</a:t>
            </a:r>
            <a:endParaRPr lang="en-US" altLang="zh-CN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AEF3055-12FB-3497-5432-DE821C2FE2CB}"/>
                  </a:ext>
                </a:extLst>
              </p:cNvPr>
              <p:cNvSpPr txBox="1"/>
              <p:nvPr/>
            </p:nvSpPr>
            <p:spPr>
              <a:xfrm>
                <a:off x="6122546" y="5890432"/>
                <a:ext cx="2487476" cy="92147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:0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+0</m:t>
                      </m:r>
                      <m:sSub>
                        <m:sSubPr>
                          <m:ctrlP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rgbClr val="FF000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0,0</m:t>
                          </m:r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C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f>
                        <m:fPr>
                          <m:ctrlPr>
                            <a:rPr lang="en-US" altLang="zh-CN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fPr>
                        <m:num>
                          <m:r>
                            <a:rPr lang="en-US" altLang="zh-CN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  <m:t>3</m:t>
                          </m:r>
                        </m:den>
                      </m:f>
                      <m:sSub>
                        <m:sSubPr>
                          <m:ctrlPr>
                            <a:rPr lang="en-US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d>
                        <m:dPr>
                          <m:ctrlPr>
                            <a:rPr lang="en-US" altLang="zh-CN" b="0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en-US" altLang="zh-CN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3</m:t>
                              </m:r>
                            </m:den>
                          </m:f>
                          <m:r>
                            <a:rPr lang="en-US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en-US" altLang="zh-CN" b="0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3AEF3055-12FB-3497-5432-DE821C2FE2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2546" y="5890432"/>
                <a:ext cx="2487476" cy="921471"/>
              </a:xfrm>
              <a:prstGeom prst="rect">
                <a:avLst/>
              </a:prstGeom>
              <a:blipFill>
                <a:blip r:embed="rId4"/>
                <a:stretch>
                  <a:fillRect t="-1390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连接符: 曲线 25">
            <a:extLst>
              <a:ext uri="{FF2B5EF4-FFF2-40B4-BE49-F238E27FC236}">
                <a16:creationId xmlns:a16="http://schemas.microsoft.com/office/drawing/2014/main" id="{81965AAE-FEEB-6811-812B-20B52D819EF9}"/>
              </a:ext>
            </a:extLst>
          </p:cNvPr>
          <p:cNvCxnSpPr>
            <a:cxnSpLocks/>
            <a:stCxn id="24" idx="1"/>
          </p:cNvCxnSpPr>
          <p:nvPr/>
        </p:nvCxnSpPr>
        <p:spPr>
          <a:xfrm rot="10800000">
            <a:off x="5505320" y="3172022"/>
            <a:ext cx="617227" cy="3179146"/>
          </a:xfrm>
          <a:prstGeom prst="curvedConnector2">
            <a:avLst/>
          </a:prstGeom>
          <a:ln>
            <a:solidFill>
              <a:srgbClr val="0070C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ACB6C8D-F726-9F2D-99E1-58F5642D27B2}"/>
                  </a:ext>
                </a:extLst>
              </p:cNvPr>
              <p:cNvSpPr txBox="1"/>
              <p:nvPr/>
            </p:nvSpPr>
            <p:spPr>
              <a:xfrm>
                <a:off x="8773938" y="5993825"/>
                <a:ext cx="1541868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  <m:r>
                            <a:rPr lang="en-US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800" b="1" i="1" dirty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𝟎</m:t>
                          </m:r>
                        </m:e>
                      </m:d>
                      <m:r>
                        <a:rPr lang="en-US" sz="1800" b="1" i="1" dirty="0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en-US" altLang="zh-CN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𝟑</m:t>
                              </m:r>
                            </m:den>
                          </m:f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en-US" altLang="zh-CN" b="1" i="1" dirty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CN" b="1" i="1" dirty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𝟑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7ACB6C8D-F726-9F2D-99E1-58F5642D27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73938" y="5993825"/>
                <a:ext cx="1541868" cy="7146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8" name="文本框 37">
            <a:extLst>
              <a:ext uri="{FF2B5EF4-FFF2-40B4-BE49-F238E27FC236}">
                <a16:creationId xmlns:a16="http://schemas.microsoft.com/office/drawing/2014/main" id="{5827DA72-6F5B-4A27-6A39-6B5A56AD009E}"/>
              </a:ext>
            </a:extLst>
          </p:cNvPr>
          <p:cNvSpPr txBox="1"/>
          <p:nvPr/>
        </p:nvSpPr>
        <p:spPr>
          <a:xfrm>
            <a:off x="5080459" y="2634682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</a:rPr>
              <a:t>a</a:t>
            </a:r>
          </a:p>
        </p:txBody>
      </p:sp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182E87D-05A0-9D5F-D28D-4F58E5681C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078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repeatCount="3000" accel="50000" decel="50000" autoRev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7.40741E-7 L 0.07292 -0.07361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646" y="-368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3" grpId="0"/>
      <p:bldP spid="24" grpId="0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C0F2A-F743-2285-3726-37486E2C2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内容占位符 3">
            <a:extLst>
              <a:ext uri="{FF2B5EF4-FFF2-40B4-BE49-F238E27FC236}">
                <a16:creationId xmlns:a16="http://schemas.microsoft.com/office/drawing/2014/main" id="{7AA0215D-724D-334D-08FB-6ACE339F71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729" y="1402622"/>
            <a:ext cx="4949635" cy="375457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EDEE90CB-AFB4-C569-0054-3B3E92E78E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14300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石墨烯（复式晶格）</a:t>
            </a:r>
          </a:p>
        </p:txBody>
      </p:sp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FC369BE2-DCE0-CDEC-6CF3-DE64F2E669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729" y="1402622"/>
            <a:ext cx="4949635" cy="3754571"/>
          </a:xfrm>
        </p:spPr>
      </p:pic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C5EE9B98-A8F4-64CC-39FC-715C08C3805E}"/>
              </a:ext>
            </a:extLst>
          </p:cNvPr>
          <p:cNvCxnSpPr/>
          <p:nvPr/>
        </p:nvCxnSpPr>
        <p:spPr>
          <a:xfrm>
            <a:off x="1248629" y="3714356"/>
            <a:ext cx="15450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127CC492-17E6-1AFB-C5E7-6C021761C977}"/>
              </a:ext>
            </a:extLst>
          </p:cNvPr>
          <p:cNvCxnSpPr>
            <a:cxnSpLocks/>
          </p:cNvCxnSpPr>
          <p:nvPr/>
        </p:nvCxnSpPr>
        <p:spPr>
          <a:xfrm flipV="1">
            <a:off x="1401029" y="2062130"/>
            <a:ext cx="0" cy="18046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文本框 5">
            <a:extLst>
              <a:ext uri="{FF2B5EF4-FFF2-40B4-BE49-F238E27FC236}">
                <a16:creationId xmlns:a16="http://schemas.microsoft.com/office/drawing/2014/main" id="{514C17F1-4BDA-E466-FFD4-193B9C5F8DF7}"/>
              </a:ext>
            </a:extLst>
          </p:cNvPr>
          <p:cNvSpPr txBox="1"/>
          <p:nvPr/>
        </p:nvSpPr>
        <p:spPr>
          <a:xfrm>
            <a:off x="2509598" y="3714356"/>
            <a:ext cx="2840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x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E19C0E5-F22B-67B0-B6BB-78E3550F8BD5}"/>
              </a:ext>
            </a:extLst>
          </p:cNvPr>
          <p:cNvSpPr txBox="1"/>
          <p:nvPr/>
        </p:nvSpPr>
        <p:spPr>
          <a:xfrm>
            <a:off x="1408999" y="1824912"/>
            <a:ext cx="288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y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F8CA2D70-E149-340E-FD2C-9E9227B9F0BA}"/>
              </a:ext>
            </a:extLst>
          </p:cNvPr>
          <p:cNvCxnSpPr>
            <a:cxnSpLocks/>
          </p:cNvCxnSpPr>
          <p:nvPr/>
        </p:nvCxnSpPr>
        <p:spPr>
          <a:xfrm>
            <a:off x="4925148" y="3020673"/>
            <a:ext cx="807194" cy="46665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80D8E67-8A7C-7FF7-3257-1AABB538B8F9}"/>
              </a:ext>
            </a:extLst>
          </p:cNvPr>
          <p:cNvCxnSpPr>
            <a:cxnSpLocks/>
          </p:cNvCxnSpPr>
          <p:nvPr/>
        </p:nvCxnSpPr>
        <p:spPr>
          <a:xfrm flipV="1">
            <a:off x="4925148" y="2547708"/>
            <a:ext cx="807194" cy="4729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FD2656B-AE25-96D8-C611-80C4C5A1CE77}"/>
                  </a:ext>
                </a:extLst>
              </p:cNvPr>
              <p:cNvSpPr txBox="1"/>
              <p:nvPr/>
            </p:nvSpPr>
            <p:spPr>
              <a:xfrm>
                <a:off x="9170252" y="3381641"/>
                <a:ext cx="2111604" cy="125418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⃗"/>
                              <m:ctrlP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i="1" dirty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en-US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US" altLang="zh-CN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rad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en-US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acc>
                        <m:accPr>
                          <m:chr m:val="⃗"/>
                          <m:ctrlP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</m:oMath>
                  </m:oMathPara>
                </a14:m>
                <a:endParaRPr lang="en-US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6" name="文本框 15">
                <a:extLst>
                  <a:ext uri="{FF2B5EF4-FFF2-40B4-BE49-F238E27FC236}">
                    <a16:creationId xmlns:a16="http://schemas.microsoft.com/office/drawing/2014/main" id="{BFD2656B-AE25-96D8-C611-80C4C5A1CE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70252" y="3381641"/>
                <a:ext cx="2111604" cy="12541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文本框 19">
            <a:extLst>
              <a:ext uri="{FF2B5EF4-FFF2-40B4-BE49-F238E27FC236}">
                <a16:creationId xmlns:a16="http://schemas.microsoft.com/office/drawing/2014/main" id="{CB7C4C0E-C120-C1C7-C78D-05F43D5F1C10}"/>
              </a:ext>
            </a:extLst>
          </p:cNvPr>
          <p:cNvSpPr txBox="1"/>
          <p:nvPr/>
        </p:nvSpPr>
        <p:spPr>
          <a:xfrm>
            <a:off x="8840266" y="2006196"/>
            <a:ext cx="3034322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800" dirty="0">
                <a:solidFill>
                  <a:srgbClr val="FF0000"/>
                </a:solidFill>
              </a:rPr>
              <a:t>我们得到了石墨烯晶格的完整表述：</a:t>
            </a:r>
            <a:endParaRPr lang="en-US" altLang="zh-CN" sz="1800" dirty="0">
              <a:solidFill>
                <a:srgbClr val="FF0000"/>
              </a:solidFill>
            </a:endParaRPr>
          </a:p>
          <a:p>
            <a:endParaRPr lang="en-US" altLang="zh-CN" sz="1800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zh-CN" altLang="en-US" dirty="0">
                <a:solidFill>
                  <a:srgbClr val="FF0000"/>
                </a:solidFill>
              </a:rPr>
              <a:t>复式格子：两个碳原子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zh-CN" altLang="en-US" dirty="0">
                <a:solidFill>
                  <a:srgbClr val="FF0000"/>
                </a:solidFill>
              </a:rPr>
              <a:t>晶格基矢：</a:t>
            </a:r>
            <a:endParaRPr lang="en-US" altLang="zh-CN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r>
              <a:rPr lang="zh-CN" altLang="en-US" dirty="0">
                <a:solidFill>
                  <a:srgbClr val="FF0000"/>
                </a:solidFill>
              </a:rPr>
              <a:t>碳原子坐标：</a:t>
            </a:r>
            <a:endParaRPr lang="en-US" altLang="zh-CN" dirty="0">
              <a:solidFill>
                <a:srgbClr val="FF0000"/>
              </a:solidFill>
            </a:endParaRPr>
          </a:p>
          <a:p>
            <a:pPr marL="285750" indent="-285750">
              <a:buFontTx/>
              <a:buChar char="-"/>
            </a:pP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9481AD03-5718-2EED-AFE8-8128A93A1538}"/>
              </a:ext>
            </a:extLst>
          </p:cNvPr>
          <p:cNvSpPr txBox="1"/>
          <p:nvPr/>
        </p:nvSpPr>
        <p:spPr>
          <a:xfrm>
            <a:off x="5080459" y="2634682"/>
            <a:ext cx="3433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>
                <a:solidFill>
                  <a:schemeClr val="bg1"/>
                </a:solidFill>
              </a:rPr>
              <a:t>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2753848-2903-F4DF-FD43-0C007F218EE6}"/>
                  </a:ext>
                </a:extLst>
              </p:cNvPr>
              <p:cNvSpPr txBox="1"/>
              <p:nvPr/>
            </p:nvSpPr>
            <p:spPr>
              <a:xfrm>
                <a:off x="9465099" y="5100572"/>
                <a:ext cx="1597587" cy="7146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ctrlPr>
                            <a:rPr lang="en-US" sz="1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0,0</m:t>
                          </m:r>
                        </m:e>
                      </m:d>
                      <m:r>
                        <a:rPr lang="en-US" sz="1800" b="0" i="1" dirty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d>
                        <m:dPr>
                          <m:ctrlPr>
                            <a:rPr lang="en-US" altLang="zh-CN" sz="1800" b="0" i="1" dirty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sym typeface="Wingdings" panose="05000000000000000000" pitchFamily="2" charset="2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CN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800" b="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3</m:t>
                              </m:r>
                            </m:den>
                          </m:f>
                          <m:r>
                            <a:rPr lang="en-US" sz="1800" b="0" i="1" dirty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f>
                            <m:fPr>
                              <m:ctrlPr>
                                <a:rPr lang="en-US" altLang="zh-CN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</m:ctrlPr>
                            </m:fPr>
                            <m:num>
                              <m:r>
                                <a:rPr lang="en-US" altLang="zh-CN" sz="1800" b="0" i="1" dirty="0" smtClean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1800" b="0" i="1" dirty="0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  <a:sym typeface="Wingdings" panose="05000000000000000000" pitchFamily="2" charset="2"/>
                                </a:rPr>
                                <m:t>3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en-US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D2753848-2903-F4DF-FD43-0C007F218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5099" y="5100572"/>
                <a:ext cx="1597587" cy="71468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15898E1B-A81F-86AF-A922-9104470BB946}"/>
              </a:ext>
            </a:extLst>
          </p:cNvPr>
          <p:cNvCxnSpPr>
            <a:cxnSpLocks/>
          </p:cNvCxnSpPr>
          <p:nvPr/>
        </p:nvCxnSpPr>
        <p:spPr>
          <a:xfrm>
            <a:off x="5940519" y="2592378"/>
            <a:ext cx="645902" cy="372065"/>
          </a:xfrm>
          <a:prstGeom prst="line">
            <a:avLst/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4A50BD2-DEAD-2242-6E76-1ADEBE902B28}"/>
              </a:ext>
            </a:extLst>
          </p:cNvPr>
          <p:cNvCxnSpPr>
            <a:cxnSpLocks/>
          </p:cNvCxnSpPr>
          <p:nvPr/>
        </p:nvCxnSpPr>
        <p:spPr>
          <a:xfrm flipV="1">
            <a:off x="5923880" y="3090088"/>
            <a:ext cx="679179" cy="379638"/>
          </a:xfrm>
          <a:prstGeom prst="line">
            <a:avLst/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4" name="表格 13">
            <a:extLst>
              <a:ext uri="{FF2B5EF4-FFF2-40B4-BE49-F238E27FC236}">
                <a16:creationId xmlns:a16="http://schemas.microsoft.com/office/drawing/2014/main" id="{5E2FA4EA-2D4F-9D6F-0B60-681D3DB042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6099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BB24B055-2317-F703-5F9E-31FEC4153AB7}"/>
              </a:ext>
            </a:extLst>
          </p:cNvPr>
          <p:cNvSpPr/>
          <p:nvPr/>
        </p:nvSpPr>
        <p:spPr>
          <a:xfrm>
            <a:off x="838200" y="2080260"/>
            <a:ext cx="4061460" cy="3494336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965CE6F8-6211-A156-A1C7-510A58617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原胞（</a:t>
            </a:r>
            <a:r>
              <a:rPr lang="en-US" altLang="zh-CN" dirty="0">
                <a:solidFill>
                  <a:schemeClr val="bg1"/>
                </a:solidFill>
              </a:rPr>
              <a:t>Primitive cell</a:t>
            </a:r>
            <a:r>
              <a:rPr lang="zh-CN" altLang="en-US" dirty="0">
                <a:solidFill>
                  <a:schemeClr val="bg1"/>
                </a:solidFill>
              </a:rPr>
              <a:t>）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DC21363-61A4-4FC7-3454-6AD515570F2F}"/>
              </a:ext>
            </a:extLst>
          </p:cNvPr>
          <p:cNvSpPr txBox="1"/>
          <p:nvPr/>
        </p:nvSpPr>
        <p:spPr>
          <a:xfrm>
            <a:off x="5171556" y="2158276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</a:rPr>
              <a:t>原胞是晶体中</a:t>
            </a:r>
            <a:r>
              <a:rPr lang="zh-CN" altLang="en-US" sz="2400" b="1" dirty="0">
                <a:solidFill>
                  <a:srgbClr val="FF0000"/>
                </a:solidFill>
              </a:rPr>
              <a:t>体积最小</a:t>
            </a:r>
            <a:r>
              <a:rPr lang="zh-CN" altLang="en-US" sz="2400" dirty="0">
                <a:solidFill>
                  <a:schemeClr val="bg1"/>
                </a:solidFill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</a:rPr>
              <a:t>周期性重复单元</a:t>
            </a:r>
            <a:r>
              <a:rPr lang="zh-CN" altLang="en-US" sz="2400" dirty="0">
                <a:solidFill>
                  <a:schemeClr val="bg1"/>
                </a:solidFill>
              </a:rPr>
              <a:t>，常取以基矢为棱边的平行六面体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zh-CN" altLang="en-US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</a:rPr>
              <a:t>对某一晶格，尽管习惯上常取三个不共面的最短格矢为基矢，但基矢的取法并不唯一，因此原胞的取法也不唯一。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</a:rPr>
              <a:t>无论如何选取，</a:t>
            </a:r>
            <a:r>
              <a:rPr lang="zh-CN" altLang="en-US" sz="2400" b="1" dirty="0">
                <a:solidFill>
                  <a:schemeClr val="bg1"/>
                </a:solidFill>
              </a:rPr>
              <a:t>原胞都具有</a:t>
            </a:r>
            <a:r>
              <a:rPr lang="zh-CN" altLang="en-US" sz="2400" b="1" dirty="0">
                <a:solidFill>
                  <a:srgbClr val="FF0000"/>
                </a:solidFill>
              </a:rPr>
              <a:t>相同的体积</a:t>
            </a:r>
            <a:r>
              <a:rPr lang="zh-CN" altLang="en-US" sz="2400" b="1" dirty="0">
                <a:solidFill>
                  <a:schemeClr val="bg1"/>
                </a:solidFill>
              </a:rPr>
              <a:t>，每个原胞只含有</a:t>
            </a:r>
            <a:r>
              <a:rPr lang="zh-CN" altLang="en-US" sz="2400" b="1" dirty="0">
                <a:solidFill>
                  <a:srgbClr val="FF0000"/>
                </a:solidFill>
              </a:rPr>
              <a:t>一个格点（一个基元）</a:t>
            </a:r>
            <a:r>
              <a:rPr lang="zh-CN" altLang="en-US" sz="2400" dirty="0">
                <a:solidFill>
                  <a:schemeClr val="bg1"/>
                </a:solidFill>
              </a:rPr>
              <a:t>。</a:t>
            </a:r>
          </a:p>
        </p:txBody>
      </p:sp>
      <p:pic>
        <p:nvPicPr>
          <p:cNvPr id="8" name="图片 7" descr="primitive-cell.gif">
            <a:extLst>
              <a:ext uri="{FF2B5EF4-FFF2-40B4-BE49-F238E27FC236}">
                <a16:creationId xmlns:a16="http://schemas.microsoft.com/office/drawing/2014/main" id="{B49EC5BB-CC8A-0BFF-CB72-C92ECECAF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0665" y="2523317"/>
            <a:ext cx="3214679" cy="2686238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15993726-4BDD-A148-2E2F-32998CB14DD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48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35409-1128-5A6B-7F8C-E5E726F5F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维格纳</a:t>
            </a:r>
            <a:r>
              <a:rPr lang="en-US" altLang="zh-CN" dirty="0">
                <a:solidFill>
                  <a:schemeClr val="bg1"/>
                </a:solidFill>
              </a:rPr>
              <a:t>-</a:t>
            </a:r>
            <a:r>
              <a:rPr lang="zh-CN" altLang="en-US" dirty="0">
                <a:solidFill>
                  <a:schemeClr val="bg1"/>
                </a:solidFill>
              </a:rPr>
              <a:t>塞茨（</a:t>
            </a:r>
            <a:r>
              <a:rPr lang="en-US" altLang="zh-CN" dirty="0">
                <a:solidFill>
                  <a:schemeClr val="bg1"/>
                </a:solidFill>
              </a:rPr>
              <a:t>Wigner-Seitz</a:t>
            </a:r>
            <a:r>
              <a:rPr lang="zh-CN" altLang="en-US" dirty="0">
                <a:solidFill>
                  <a:schemeClr val="bg1"/>
                </a:solidFill>
              </a:rPr>
              <a:t>）原胞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94A53E8B-29FD-DE5F-90D1-9DD4D02BA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35715" y="1663665"/>
            <a:ext cx="3886200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内容占位符 5">
            <a:extLst>
              <a:ext uri="{FF2B5EF4-FFF2-40B4-BE49-F238E27FC236}">
                <a16:creationId xmlns:a16="http://schemas.microsoft.com/office/drawing/2014/main" id="{83BF96FE-666B-AD30-A69C-EE790409EF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7760" y="4295172"/>
            <a:ext cx="4698961" cy="2423364"/>
          </a:xfr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F0D3D4BB-5D4C-6307-D614-BF6B338DADB4}"/>
              </a:ext>
            </a:extLst>
          </p:cNvPr>
          <p:cNvSpPr txBox="1"/>
          <p:nvPr/>
        </p:nvSpPr>
        <p:spPr>
          <a:xfrm>
            <a:off x="5577840" y="2487940"/>
            <a:ext cx="609600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</a:rPr>
              <a:t>以晶格中某一格点为中心，作其与</a:t>
            </a:r>
            <a:r>
              <a:rPr lang="zh-CN" altLang="en-US" sz="2400" b="1" dirty="0">
                <a:solidFill>
                  <a:srgbClr val="FF0000"/>
                </a:solidFill>
              </a:rPr>
              <a:t>近邻格点连线</a:t>
            </a:r>
            <a:r>
              <a:rPr lang="zh-CN" altLang="en-US" sz="2400" dirty="0">
                <a:solidFill>
                  <a:schemeClr val="bg1"/>
                </a:solidFill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</a:rPr>
              <a:t>垂直平分面</a:t>
            </a:r>
            <a:r>
              <a:rPr lang="zh-CN" altLang="en-US" sz="2400" dirty="0">
                <a:solidFill>
                  <a:schemeClr val="bg1"/>
                </a:solidFill>
              </a:rPr>
              <a:t>，这些平面所围成的以该点为中点的</a:t>
            </a:r>
            <a:r>
              <a:rPr lang="zh-CN" altLang="en-US" sz="2400" b="1" dirty="0">
                <a:solidFill>
                  <a:srgbClr val="FF0000"/>
                </a:solidFill>
              </a:rPr>
              <a:t>最小体积</a:t>
            </a:r>
            <a:r>
              <a:rPr lang="zh-CN" altLang="en-US" sz="2400" dirty="0">
                <a:solidFill>
                  <a:schemeClr val="bg1"/>
                </a:solidFill>
              </a:rPr>
              <a:t>是属于该点的</a:t>
            </a:r>
            <a:r>
              <a:rPr lang="zh-CN" altLang="en-US" sz="2400" b="1" dirty="0">
                <a:solidFill>
                  <a:srgbClr val="FF0000"/>
                </a:solidFill>
              </a:rPr>
              <a:t>维格纳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塞茨（</a:t>
            </a:r>
            <a:r>
              <a:rPr lang="en-US" altLang="zh-CN" sz="2400" b="1" dirty="0">
                <a:solidFill>
                  <a:srgbClr val="FF0000"/>
                </a:solidFill>
              </a:rPr>
              <a:t>Wigner-Seitz</a:t>
            </a:r>
            <a:r>
              <a:rPr lang="zh-CN" altLang="en-US" sz="2400" b="1" dirty="0">
                <a:solidFill>
                  <a:srgbClr val="FF0000"/>
                </a:solidFill>
              </a:rPr>
              <a:t>）原胞</a:t>
            </a:r>
            <a:endParaRPr lang="en-US" altLang="zh-CN" sz="2400" b="1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zh-CN" sz="2400" dirty="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2400" dirty="0">
                <a:solidFill>
                  <a:schemeClr val="bg1"/>
                </a:solidFill>
              </a:rPr>
              <a:t>每种晶格的</a:t>
            </a:r>
            <a:r>
              <a:rPr lang="en-US" altLang="zh-CN" sz="2400" dirty="0">
                <a:solidFill>
                  <a:schemeClr val="bg1"/>
                </a:solidFill>
              </a:rPr>
              <a:t>WS</a:t>
            </a:r>
            <a:r>
              <a:rPr lang="zh-CN" altLang="en-US" sz="2400" dirty="0">
                <a:solidFill>
                  <a:schemeClr val="bg1"/>
                </a:solidFill>
              </a:rPr>
              <a:t>原胞是</a:t>
            </a:r>
            <a:r>
              <a:rPr lang="zh-CN" altLang="en-US" sz="2400" b="1" dirty="0">
                <a:solidFill>
                  <a:srgbClr val="FF0000"/>
                </a:solidFill>
              </a:rPr>
              <a:t>唯一确定的</a:t>
            </a:r>
            <a:r>
              <a:rPr lang="zh-CN" altLang="en-US" sz="2400" dirty="0">
                <a:solidFill>
                  <a:schemeClr val="bg1"/>
                </a:solidFill>
              </a:rPr>
              <a:t>，它与相应的布拉维格子有完全相同的对称性，也称为对称化原胞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7A9E7343-275E-04BD-0DA5-CC6F513EC0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19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6195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10482-0EE6-F6FC-B4C4-5627329056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内容占位符 3">
            <a:extLst>
              <a:ext uri="{FF2B5EF4-FFF2-40B4-BE49-F238E27FC236}">
                <a16:creationId xmlns:a16="http://schemas.microsoft.com/office/drawing/2014/main" id="{2E1B91D5-C974-E7A6-3846-B25937C6000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47729" y="1402622"/>
            <a:ext cx="4949635" cy="3754571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49CD357C-43C9-FB0A-E6EB-86B12EDD8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1200" y="260648"/>
            <a:ext cx="8229600" cy="1143000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石墨烯的</a:t>
            </a:r>
            <a:r>
              <a:rPr lang="en-US" altLang="zh-CN" dirty="0">
                <a:solidFill>
                  <a:schemeClr val="bg1"/>
                </a:solidFill>
              </a:rPr>
              <a:t>WS</a:t>
            </a:r>
            <a:r>
              <a:rPr lang="zh-CN" altLang="en-US" dirty="0">
                <a:solidFill>
                  <a:schemeClr val="bg1"/>
                </a:solidFill>
              </a:rPr>
              <a:t>原胞</a:t>
            </a:r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0D1BBE05-B1AE-85E2-AF61-F3E13CFACD10}"/>
              </a:ext>
            </a:extLst>
          </p:cNvPr>
          <p:cNvCxnSpPr>
            <a:cxnSpLocks/>
          </p:cNvCxnSpPr>
          <p:nvPr/>
        </p:nvCxnSpPr>
        <p:spPr>
          <a:xfrm>
            <a:off x="4925148" y="3020673"/>
            <a:ext cx="807194" cy="46665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8067FBD-D520-7075-EF27-BF431763BC3F}"/>
              </a:ext>
            </a:extLst>
          </p:cNvPr>
          <p:cNvCxnSpPr>
            <a:cxnSpLocks/>
          </p:cNvCxnSpPr>
          <p:nvPr/>
        </p:nvCxnSpPr>
        <p:spPr>
          <a:xfrm flipV="1">
            <a:off x="4925148" y="2547708"/>
            <a:ext cx="807194" cy="4729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9FFAAA9E-76D3-0071-A28B-F9B565E550E6}"/>
              </a:ext>
            </a:extLst>
          </p:cNvPr>
          <p:cNvCxnSpPr>
            <a:cxnSpLocks/>
          </p:cNvCxnSpPr>
          <p:nvPr/>
        </p:nvCxnSpPr>
        <p:spPr>
          <a:xfrm flipV="1">
            <a:off x="4925148" y="2099967"/>
            <a:ext cx="0" cy="92070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0881570D-2078-FB1D-D842-DE5E98446147}"/>
              </a:ext>
            </a:extLst>
          </p:cNvPr>
          <p:cNvCxnSpPr>
            <a:cxnSpLocks/>
          </p:cNvCxnSpPr>
          <p:nvPr/>
        </p:nvCxnSpPr>
        <p:spPr>
          <a:xfrm flipH="1" flipV="1">
            <a:off x="4111647" y="2547708"/>
            <a:ext cx="813501" cy="472965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D89BE48C-2F1A-A4D3-F8D2-78D58286CFC5}"/>
              </a:ext>
            </a:extLst>
          </p:cNvPr>
          <p:cNvCxnSpPr>
            <a:cxnSpLocks/>
          </p:cNvCxnSpPr>
          <p:nvPr/>
        </p:nvCxnSpPr>
        <p:spPr>
          <a:xfrm>
            <a:off x="4925148" y="3020673"/>
            <a:ext cx="0" cy="92070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>
            <a:extLst>
              <a:ext uri="{FF2B5EF4-FFF2-40B4-BE49-F238E27FC236}">
                <a16:creationId xmlns:a16="http://schemas.microsoft.com/office/drawing/2014/main" id="{5155F098-6253-C977-4DA7-8CE70DA2AB7E}"/>
              </a:ext>
            </a:extLst>
          </p:cNvPr>
          <p:cNvCxnSpPr>
            <a:cxnSpLocks/>
          </p:cNvCxnSpPr>
          <p:nvPr/>
        </p:nvCxnSpPr>
        <p:spPr>
          <a:xfrm flipH="1">
            <a:off x="4111647" y="3020673"/>
            <a:ext cx="813501" cy="46665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C09DAC4C-B4F7-AAB7-70EB-2C438DFA26E6}"/>
              </a:ext>
            </a:extLst>
          </p:cNvPr>
          <p:cNvCxnSpPr/>
          <p:nvPr/>
        </p:nvCxnSpPr>
        <p:spPr>
          <a:xfrm>
            <a:off x="4426956" y="2516178"/>
            <a:ext cx="1046831" cy="0"/>
          </a:xfrm>
          <a:prstGeom prst="line">
            <a:avLst/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A54FD25A-51BB-6658-6545-B52325C913E7}"/>
              </a:ext>
            </a:extLst>
          </p:cNvPr>
          <p:cNvCxnSpPr/>
          <p:nvPr/>
        </p:nvCxnSpPr>
        <p:spPr>
          <a:xfrm>
            <a:off x="4434312" y="3532528"/>
            <a:ext cx="1046831" cy="0"/>
          </a:xfrm>
          <a:prstGeom prst="line">
            <a:avLst/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2E4AB45D-61CE-6C7F-813B-2FFE6CA53D9A}"/>
              </a:ext>
            </a:extLst>
          </p:cNvPr>
          <p:cNvCxnSpPr>
            <a:cxnSpLocks/>
          </p:cNvCxnSpPr>
          <p:nvPr/>
        </p:nvCxnSpPr>
        <p:spPr>
          <a:xfrm>
            <a:off x="5115994" y="2340390"/>
            <a:ext cx="588381" cy="1000058"/>
          </a:xfrm>
          <a:prstGeom prst="line">
            <a:avLst/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连接符 31">
            <a:extLst>
              <a:ext uri="{FF2B5EF4-FFF2-40B4-BE49-F238E27FC236}">
                <a16:creationId xmlns:a16="http://schemas.microsoft.com/office/drawing/2014/main" id="{4F06EB79-F480-CAC1-25AA-523BFF3A3933}"/>
              </a:ext>
            </a:extLst>
          </p:cNvPr>
          <p:cNvCxnSpPr>
            <a:cxnSpLocks/>
          </p:cNvCxnSpPr>
          <p:nvPr/>
        </p:nvCxnSpPr>
        <p:spPr>
          <a:xfrm>
            <a:off x="4229685" y="2840419"/>
            <a:ext cx="528672" cy="923861"/>
          </a:xfrm>
          <a:prstGeom prst="line">
            <a:avLst/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588E0C81-5F6F-0520-9ADB-034A45FDD7DA}"/>
              </a:ext>
            </a:extLst>
          </p:cNvPr>
          <p:cNvCxnSpPr>
            <a:cxnSpLocks/>
          </p:cNvCxnSpPr>
          <p:nvPr/>
        </p:nvCxnSpPr>
        <p:spPr>
          <a:xfrm flipH="1">
            <a:off x="4156498" y="2033950"/>
            <a:ext cx="758073" cy="1320228"/>
          </a:xfrm>
          <a:prstGeom prst="line">
            <a:avLst/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B0EBB3CF-A0FA-5E55-CE69-58CA3B1E700C}"/>
              </a:ext>
            </a:extLst>
          </p:cNvPr>
          <p:cNvCxnSpPr>
            <a:cxnSpLocks/>
          </p:cNvCxnSpPr>
          <p:nvPr/>
        </p:nvCxnSpPr>
        <p:spPr>
          <a:xfrm flipH="1">
            <a:off x="4933533" y="2729804"/>
            <a:ext cx="758073" cy="1320228"/>
          </a:xfrm>
          <a:prstGeom prst="line">
            <a:avLst/>
          </a:prstGeom>
          <a:ln w="38100">
            <a:solidFill>
              <a:schemeClr val="bg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65EF4D10-6F1E-040E-62E0-B03EACB4C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21840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mph" presetSubtype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7" dur="indefinite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0" dur="indefinite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indefinite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3" dur="indefinite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indefinite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6" dur="indefinite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19" dur="indefinite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indefinite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2" dur="indefinite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9" presetClass="emph" presetSubtype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indefinite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25"/>
                                      </p:to>
                                    </p:set>
                                    <p:animEffect filter="image" prLst="opacity: 0.25">
                                      <p:cBhvr rctx="IE">
                                        <p:cTn id="25" dur="indefinite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立方晶系布拉维格子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58382" y="1646859"/>
            <a:ext cx="8229600" cy="2714645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立方晶系布拉维格子有</a:t>
            </a:r>
            <a:endParaRPr lang="en-US" altLang="zh-CN" sz="2800" dirty="0">
              <a:solidFill>
                <a:schemeClr val="bg1"/>
              </a:solidFill>
              <a:effectLst/>
            </a:endParaRPr>
          </a:p>
          <a:p>
            <a:pPr>
              <a:buNone/>
            </a:pPr>
            <a:r>
              <a:rPr lang="zh-CN" altLang="en-US" sz="2800" dirty="0">
                <a:solidFill>
                  <a:schemeClr val="bg1"/>
                </a:solidFill>
                <a:effectLst/>
              </a:rPr>
              <a:t>（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1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effectLst/>
              </a:rPr>
              <a:t>简单立方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(Simple Cubic, SC)</a:t>
            </a:r>
          </a:p>
          <a:p>
            <a:pPr>
              <a:buNone/>
            </a:pPr>
            <a:r>
              <a:rPr lang="zh-CN" altLang="en-US" sz="2800" dirty="0">
                <a:solidFill>
                  <a:schemeClr val="bg1"/>
                </a:solidFill>
                <a:effectLst/>
              </a:rPr>
              <a:t>（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2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effectLst/>
              </a:rPr>
              <a:t>体心立方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(Body-Centered Cubic, BCC)</a:t>
            </a:r>
          </a:p>
          <a:p>
            <a:pPr>
              <a:buNone/>
            </a:pPr>
            <a:r>
              <a:rPr lang="zh-CN" altLang="en-US" sz="2800" dirty="0">
                <a:solidFill>
                  <a:schemeClr val="bg1"/>
                </a:solidFill>
                <a:effectLst/>
              </a:rPr>
              <a:t>（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3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）</a:t>
            </a:r>
            <a:r>
              <a:rPr lang="zh-CN" altLang="en-US" sz="2800" b="1" dirty="0">
                <a:solidFill>
                  <a:srgbClr val="FF0000"/>
                </a:solidFill>
                <a:effectLst/>
              </a:rPr>
              <a:t>面心立方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(Face-Centered Cubic, FCC)</a:t>
            </a: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1675464" y="4423021"/>
            <a:ext cx="8995436" cy="1951484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vert="horz" rtlCol="0">
            <a:normAutofit/>
          </a:bodyPr>
          <a:lstStyle/>
          <a:p>
            <a:pPr marL="342900" indent="-342900" defTabSz="9144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/>
            </a:pPr>
            <a:r>
              <a:rPr lang="zh-CN" altLang="en-US" sz="2800" dirty="0">
                <a:solidFill>
                  <a:schemeClr val="bg1"/>
                </a:solidFill>
              </a:rPr>
              <a:t>在布拉维格子中离某一格点最近的格点，称为该格点的</a:t>
            </a:r>
            <a:r>
              <a:rPr lang="zh-CN" altLang="en-US" sz="2800" b="1" dirty="0">
                <a:solidFill>
                  <a:srgbClr val="FF0000"/>
                </a:solidFill>
              </a:rPr>
              <a:t>最近邻</a:t>
            </a:r>
            <a:r>
              <a:rPr lang="en-US" altLang="zh-CN" sz="2800" dirty="0">
                <a:solidFill>
                  <a:schemeClr val="bg1"/>
                </a:solidFill>
              </a:rPr>
              <a:t>(nearest neighbor);</a:t>
            </a:r>
          </a:p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</a:pPr>
            <a:r>
              <a:rPr lang="zh-CN" altLang="en-US" sz="2800" dirty="0">
                <a:solidFill>
                  <a:schemeClr val="bg1"/>
                </a:solidFill>
              </a:rPr>
              <a:t>布拉维格子中格点相互等价，每个格点具有相同的</a:t>
            </a:r>
            <a:r>
              <a:rPr lang="zh-CN" altLang="en-US" sz="2800" b="1" dirty="0">
                <a:solidFill>
                  <a:srgbClr val="FF0000"/>
                </a:solidFill>
              </a:rPr>
              <a:t>最近邻数</a:t>
            </a:r>
            <a:r>
              <a:rPr lang="zh-CN" altLang="en-US" sz="2800" dirty="0">
                <a:solidFill>
                  <a:schemeClr val="bg1"/>
                </a:solidFill>
              </a:rPr>
              <a:t>，称为该格子的</a:t>
            </a:r>
            <a:r>
              <a:rPr lang="zh-CN" altLang="en-US" sz="2800" b="1" dirty="0">
                <a:solidFill>
                  <a:srgbClr val="FF0000"/>
                </a:solidFill>
              </a:rPr>
              <a:t>配位数</a:t>
            </a:r>
            <a:r>
              <a:rPr lang="en-US" altLang="zh-CN" sz="2800" dirty="0">
                <a:solidFill>
                  <a:schemeClr val="bg1"/>
                </a:solidFill>
              </a:rPr>
              <a:t>(coordination number).</a:t>
            </a:r>
          </a:p>
          <a:p>
            <a:pPr marL="342900" indent="-342900" defTabSz="9144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/>
            </a:pPr>
            <a:endParaRPr lang="en-US" altLang="zh-CN" sz="2800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1BA41F3D-DD01-A724-884A-FC09CAA84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立方晶系布拉维格子</a:t>
            </a:r>
          </a:p>
        </p:txBody>
      </p:sp>
      <p:pic>
        <p:nvPicPr>
          <p:cNvPr id="38914" name="Picture 2" descr="F:\Teach\固体物理基础\图片\第一章\sc-fcc-bcc\Cubiclattices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071664" y="1815503"/>
            <a:ext cx="6715348" cy="3962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矩形 1"/>
          <p:cNvSpPr/>
          <p:nvPr/>
        </p:nvSpPr>
        <p:spPr>
          <a:xfrm>
            <a:off x="2351584" y="6175769"/>
            <a:ext cx="75608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立方晶系演示  </a:t>
            </a:r>
            <a:r>
              <a:rPr lang="en-US" altLang="zh-CN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http://demonstrations.wolfram.com/CubicCrystalLattices/</a:t>
            </a:r>
            <a:endParaRPr lang="en-US" altLang="zh-CN" dirty="0">
              <a:solidFill>
                <a:schemeClr val="bg1"/>
              </a:solidFill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14F66A8F-5D36-F0E8-FC52-4FF89F4829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2282939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简单立方</a:t>
            </a:r>
            <a:r>
              <a:rPr lang="en-US" altLang="zh-CN" dirty="0">
                <a:solidFill>
                  <a:schemeClr val="bg1"/>
                </a:solidFill>
              </a:rPr>
              <a:t>(sc)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内容占位符 3" descr="Cubiclattices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176694" y="1643050"/>
            <a:ext cx="2490546" cy="4643470"/>
          </a:xfrm>
        </p:spPr>
      </p:pic>
      <p:pic>
        <p:nvPicPr>
          <p:cNvPr id="5" name="图片 4" descr="Simple cubic lattic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1092" y="2071679"/>
            <a:ext cx="5476875" cy="28479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对象 5"/>
              <p:cNvSpPr txBox="1"/>
              <p:nvPr/>
            </p:nvSpPr>
            <p:spPr bwMode="auto">
              <a:xfrm>
                <a:off x="4953000" y="5072063"/>
                <a:ext cx="4976813" cy="785812"/>
              </a:xfrm>
              <a:prstGeom prst="rect">
                <a:avLst/>
              </a:prstGeom>
              <a:noFill/>
            </p:spPr>
            <p:txBody>
              <a:bodyPr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acc>
                        <m:accPr>
                          <m:chr m:val="̂"/>
                          <m:ctrlPr>
                            <a:rPr lang="zh-CN" alt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acc>
                      <m:r>
                        <a:rPr lang="zh-CN" alt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acc>
                        <m:accPr>
                          <m:chr m:val="̂"/>
                          <m:ctrlPr>
                            <a:rPr lang="zh-CN" alt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r>
                        <a:rPr lang="zh-CN" alt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zh-CN" alt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32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zh-CN" altLang="en-US" sz="32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acc>
                        <m:accPr>
                          <m:chr m:val="̂"/>
                          <m:ctrlPr>
                            <a:rPr lang="zh-CN" alt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zh-CN" altLang="en-US" sz="32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</m:acc>
                    </m:oMath>
                  </m:oMathPara>
                </a14:m>
                <a:endParaRPr lang="zh-CN" altLang="en-US" sz="32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953000" y="5072063"/>
                <a:ext cx="4976813" cy="78581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内容占位符 2"/>
          <p:cNvSpPr txBox="1">
            <a:spLocks/>
          </p:cNvSpPr>
          <p:nvPr/>
        </p:nvSpPr>
        <p:spPr>
          <a:xfrm>
            <a:off x="7206994" y="5890608"/>
            <a:ext cx="2808312" cy="715584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marL="342900" indent="-342900" defTabSz="9144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/>
            </a:pPr>
            <a:r>
              <a:rPr lang="zh-CN" altLang="en-US" sz="2800" dirty="0">
                <a:solidFill>
                  <a:schemeClr val="bg1"/>
                </a:solidFill>
              </a:rPr>
              <a:t>原胞体积？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B840FFF6-51DF-56D5-3F95-05233DEDFC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Simple Cubic(SC) structure.gif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0274" t="69863"/>
          <a:stretch>
            <a:fillRect/>
          </a:stretch>
        </p:blipFill>
        <p:spPr>
          <a:xfrm>
            <a:off x="714138" y="2031132"/>
            <a:ext cx="4644322" cy="258373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简单立方</a:t>
            </a:r>
            <a:r>
              <a:rPr lang="en-US" altLang="zh-CN" dirty="0">
                <a:solidFill>
                  <a:schemeClr val="bg1"/>
                </a:solidFill>
              </a:rPr>
              <a:t>WS</a:t>
            </a:r>
            <a:r>
              <a:rPr lang="zh-CN" altLang="en-US" dirty="0">
                <a:solidFill>
                  <a:schemeClr val="bg1"/>
                </a:solidFill>
              </a:rPr>
              <a:t>原胞</a:t>
            </a:r>
          </a:p>
        </p:txBody>
      </p:sp>
      <p:pic>
        <p:nvPicPr>
          <p:cNvPr id="6" name="内容占位符 5" descr="ws-cell.jpg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978825" y="1474285"/>
            <a:ext cx="3842146" cy="4000528"/>
          </a:xfrm>
        </p:spPr>
      </p:pic>
      <p:sp>
        <p:nvSpPr>
          <p:cNvPr id="7" name="内容占位符 2"/>
          <p:cNvSpPr txBox="1">
            <a:spLocks/>
          </p:cNvSpPr>
          <p:nvPr/>
        </p:nvSpPr>
        <p:spPr>
          <a:xfrm>
            <a:off x="2571600" y="5013176"/>
            <a:ext cx="6143668" cy="1143008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marL="342900" indent="-342900" defTabSz="9144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/>
            </a:pPr>
            <a:r>
              <a:rPr lang="zh-CN" altLang="en-US" sz="2800" dirty="0">
                <a:solidFill>
                  <a:schemeClr val="bg1"/>
                </a:solidFill>
              </a:rPr>
              <a:t>格点配位数</a:t>
            </a:r>
            <a:r>
              <a:rPr lang="en-US" altLang="zh-CN" sz="2800" dirty="0">
                <a:solidFill>
                  <a:schemeClr val="bg1"/>
                </a:solidFill>
              </a:rPr>
              <a:t>z=6</a:t>
            </a:r>
          </a:p>
          <a:p>
            <a:pPr marL="342900" indent="-342900" defTabSz="9144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/>
            </a:pPr>
            <a:r>
              <a:rPr lang="zh-CN" altLang="en-US" sz="2800" dirty="0">
                <a:solidFill>
                  <a:schemeClr val="bg1"/>
                </a:solidFill>
              </a:rPr>
              <a:t>简单立方</a:t>
            </a:r>
            <a:r>
              <a:rPr lang="en-US" altLang="zh-CN" sz="2800" dirty="0">
                <a:solidFill>
                  <a:schemeClr val="bg1"/>
                </a:solidFill>
              </a:rPr>
              <a:t>WS</a:t>
            </a:r>
            <a:r>
              <a:rPr lang="zh-CN" altLang="en-US" sz="2800" dirty="0">
                <a:solidFill>
                  <a:schemeClr val="bg1"/>
                </a:solidFill>
              </a:rPr>
              <a:t>原胞仍为立方体</a:t>
            </a:r>
          </a:p>
        </p:txBody>
      </p:sp>
      <p:sp>
        <p:nvSpPr>
          <p:cNvPr id="3" name="矩形 2"/>
          <p:cNvSpPr/>
          <p:nvPr/>
        </p:nvSpPr>
        <p:spPr>
          <a:xfrm>
            <a:off x="2135560" y="6021289"/>
            <a:ext cx="82809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http://www.chembio.uoguelph.ca/educmat/chm729/wscells/construction.htm</a:t>
            </a:r>
            <a:endParaRPr lang="en-US" altLang="zh-CN" dirty="0">
              <a:solidFill>
                <a:schemeClr val="bg1"/>
              </a:solidFill>
            </a:endParaRPr>
          </a:p>
          <a:p>
            <a:r>
              <a:rPr lang="en-US" altLang="zh-CN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http://www.chembio.uoguelph.ca/educmat/chm729/wscells/cells.htm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908BF133-F590-B3DA-9FA2-833BAE66AB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体心立方</a:t>
            </a:r>
            <a:r>
              <a:rPr lang="en-US" altLang="zh-CN" dirty="0">
                <a:solidFill>
                  <a:schemeClr val="bg1"/>
                </a:solidFill>
              </a:rPr>
              <a:t>(bcc)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内容占位符 3" descr="Cubiclattices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027810" y="946772"/>
            <a:ext cx="2809377" cy="478634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122" name="Object 2"/>
              <p:cNvSpPr txBox="1"/>
              <p:nvPr/>
            </p:nvSpPr>
            <p:spPr bwMode="auto">
              <a:xfrm>
                <a:off x="8381470" y="2359477"/>
                <a:ext cx="2921000" cy="2139046"/>
              </a:xfrm>
              <a:prstGeom prst="rect">
                <a:avLst/>
              </a:prstGeom>
              <a:noFill/>
            </p:spPr>
            <p:txBody>
              <a:bodyPr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5122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381470" y="2359477"/>
                <a:ext cx="2921000" cy="213904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158178" y="1877013"/>
            <a:ext cx="3723119" cy="28575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8" name="内容占位符 2"/>
          <p:cNvSpPr txBox="1">
            <a:spLocks/>
          </p:cNvSpPr>
          <p:nvPr/>
        </p:nvSpPr>
        <p:spPr>
          <a:xfrm>
            <a:off x="8354815" y="4925487"/>
            <a:ext cx="2156408" cy="715584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marL="342900" indent="-342900" defTabSz="9144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/>
            </a:pPr>
            <a:r>
              <a:rPr lang="zh-CN" altLang="en-US" sz="2800" dirty="0">
                <a:solidFill>
                  <a:schemeClr val="bg1"/>
                </a:solidFill>
              </a:rPr>
              <a:t>原胞体积？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B8C46F94-D723-F17A-F405-652B5525FD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2" grpId="0"/>
      <p:bldP spid="18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847528" y="3876132"/>
            <a:ext cx="8640960" cy="195259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991544" y="1592796"/>
            <a:ext cx="8496944" cy="2124236"/>
          </a:xfrm>
          <a:prstGeom prst="rect">
            <a:avLst/>
          </a:prstGeom>
        </p:spPr>
      </p:pic>
      <p:sp>
        <p:nvSpPr>
          <p:cNvPr id="5" name="标题 429"/>
          <p:cNvSpPr txBox="1">
            <a:spLocks/>
          </p:cNvSpPr>
          <p:nvPr/>
        </p:nvSpPr>
        <p:spPr>
          <a:xfrm>
            <a:off x="2351585" y="584616"/>
            <a:ext cx="7296067" cy="872785"/>
          </a:xfrm>
          <a:prstGeom prst="rect">
            <a:avLst/>
          </a:prstGeom>
        </p:spPr>
        <p:txBody>
          <a:bodyPr vert="horz" rtlCol="0" anchor="ctr">
            <a:normAutofit/>
          </a:bodyPr>
          <a:lstStyle>
            <a:lvl1pPr algn="ctr" rtl="0" eaLnBrk="1" latinLnBrk="0" hangingPunct="1">
              <a:spcBef>
                <a:spcPct val="0"/>
              </a:spcBef>
              <a:buNone/>
              <a:defRPr kumimoji="0"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latinLnBrk="0" hangingPunct="1">
              <a:defRPr kumimoji="0">
                <a:solidFill>
                  <a:schemeClr val="tx2"/>
                </a:solidFill>
              </a:defRPr>
            </a:lvl2pPr>
            <a:lvl3pPr eaLnBrk="1" latinLnBrk="0" hangingPunct="1">
              <a:defRPr kumimoji="0">
                <a:solidFill>
                  <a:schemeClr val="tx2"/>
                </a:solidFill>
              </a:defRPr>
            </a:lvl3pPr>
            <a:lvl4pPr eaLnBrk="1" latinLnBrk="0" hangingPunct="1">
              <a:defRPr kumimoji="0">
                <a:solidFill>
                  <a:schemeClr val="tx2"/>
                </a:solidFill>
              </a:defRPr>
            </a:lvl4pPr>
            <a:lvl5pPr eaLnBrk="1" latinLnBrk="0" hangingPunct="1">
              <a:defRPr kumimoji="0">
                <a:solidFill>
                  <a:schemeClr val="tx2"/>
                </a:solidFill>
              </a:defRPr>
            </a:lvl5pPr>
            <a:lvl6pPr eaLnBrk="1" latinLnBrk="0" hangingPunct="1">
              <a:defRPr kumimoji="0">
                <a:solidFill>
                  <a:schemeClr val="tx2"/>
                </a:solidFill>
              </a:defRPr>
            </a:lvl6pPr>
            <a:lvl7pPr eaLnBrk="1" latinLnBrk="0" hangingPunct="1">
              <a:defRPr kumimoji="0">
                <a:solidFill>
                  <a:schemeClr val="tx2"/>
                </a:solidFill>
              </a:defRPr>
            </a:lvl7pPr>
            <a:lvl8pPr eaLnBrk="1" latinLnBrk="0" hangingPunct="1">
              <a:defRPr kumimoji="0">
                <a:solidFill>
                  <a:schemeClr val="tx2"/>
                </a:solidFill>
              </a:defRPr>
            </a:lvl8pPr>
            <a:lvl9pPr eaLnBrk="1" latinLnBrk="0" hangingPunct="1">
              <a:defRPr kumimoji="0">
                <a:solidFill>
                  <a:schemeClr val="tx2"/>
                </a:solidFill>
              </a:defRPr>
            </a:lvl9pPr>
          </a:lstStyle>
          <a:p>
            <a:r>
              <a:rPr lang="zh-CN" altLang="en-US" sz="3200" dirty="0">
                <a:solidFill>
                  <a:schemeClr val="bg1"/>
                </a:solidFill>
              </a:rPr>
              <a:t>确定原胞中包含的原子个数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0479FB3E-7167-6DE9-6B4F-3EEE01D9ED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437031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33721" y="1052736"/>
            <a:ext cx="3619702" cy="3472626"/>
          </a:xfrm>
          <a:prstGeom prst="rect">
            <a:avLst/>
          </a:prstGeom>
        </p:spPr>
      </p:pic>
      <p:sp>
        <p:nvSpPr>
          <p:cNvPr id="5" name="标题 429"/>
          <p:cNvSpPr>
            <a:spLocks noGrp="1"/>
          </p:cNvSpPr>
          <p:nvPr>
            <p:ph type="title"/>
          </p:nvPr>
        </p:nvSpPr>
        <p:spPr>
          <a:xfrm>
            <a:off x="4797139" y="5085184"/>
            <a:ext cx="5112568" cy="1448138"/>
          </a:xfrm>
        </p:spPr>
        <p:txBody>
          <a:bodyPr>
            <a:normAutofit fontScale="90000"/>
          </a:bodyPr>
          <a:lstStyle/>
          <a:p>
            <a:r>
              <a:rPr lang="zh-CN" altLang="en-US" dirty="0">
                <a:solidFill>
                  <a:srgbClr val="FF0000"/>
                </a:solidFill>
                <a:effectLst/>
              </a:rPr>
              <a:t>思考：</a:t>
            </a:r>
            <a:br>
              <a:rPr lang="en-US" altLang="zh-CN" dirty="0">
                <a:solidFill>
                  <a:schemeClr val="bg1"/>
                </a:solidFill>
                <a:effectLst/>
              </a:rPr>
            </a:br>
            <a:r>
              <a:rPr lang="zh-CN" altLang="en-US" dirty="0">
                <a:solidFill>
                  <a:schemeClr val="bg1"/>
                </a:solidFill>
                <a:effectLst/>
              </a:rPr>
              <a:t>此原胞中有多少原子？</a:t>
            </a:r>
            <a:br>
              <a:rPr lang="en-US" altLang="zh-CN" dirty="0">
                <a:solidFill>
                  <a:schemeClr val="bg1"/>
                </a:solidFill>
                <a:effectLst/>
              </a:rPr>
            </a:br>
            <a:r>
              <a:rPr lang="zh-CN" altLang="en-US" dirty="0">
                <a:solidFill>
                  <a:schemeClr val="bg1"/>
                </a:solidFill>
                <a:effectLst/>
              </a:rPr>
              <a:t>每个原子的坐标是多少？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C2337C6-4EA1-25BD-0C19-9646B140DF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72026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体心立方</a:t>
            </a:r>
            <a:r>
              <a:rPr lang="en-US" altLang="zh-CN" dirty="0">
                <a:solidFill>
                  <a:schemeClr val="bg1"/>
                </a:solidFill>
              </a:rPr>
              <a:t>WS</a:t>
            </a:r>
            <a:r>
              <a:rPr lang="zh-CN" altLang="en-US" dirty="0">
                <a:solidFill>
                  <a:schemeClr val="bg1"/>
                </a:solidFill>
              </a:rPr>
              <a:t>原胞</a:t>
            </a:r>
          </a:p>
        </p:txBody>
      </p:sp>
      <p:pic>
        <p:nvPicPr>
          <p:cNvPr id="4" name="内容占位符 3" descr="ws-cell.jpg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927649" y="1714489"/>
            <a:ext cx="3170203" cy="3428715"/>
          </a:xfrm>
        </p:spPr>
      </p:pic>
      <p:sp>
        <p:nvSpPr>
          <p:cNvPr id="7" name="内容占位符 2"/>
          <p:cNvSpPr txBox="1">
            <a:spLocks/>
          </p:cNvSpPr>
          <p:nvPr/>
        </p:nvSpPr>
        <p:spPr>
          <a:xfrm>
            <a:off x="2881290" y="5429264"/>
            <a:ext cx="6143668" cy="1143008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marL="342900" indent="-342900" defTabSz="9144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/>
            </a:pPr>
            <a:r>
              <a:rPr lang="zh-CN" altLang="en-US" sz="2800" dirty="0">
                <a:solidFill>
                  <a:schemeClr val="bg1"/>
                </a:solidFill>
              </a:rPr>
              <a:t>格点配位数</a:t>
            </a:r>
            <a:r>
              <a:rPr lang="en-US" altLang="zh-CN" sz="2800" dirty="0">
                <a:solidFill>
                  <a:schemeClr val="bg1"/>
                </a:solidFill>
              </a:rPr>
              <a:t>z=8</a:t>
            </a:r>
          </a:p>
          <a:p>
            <a:pPr marL="342900" indent="-342900" defTabSz="9144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/>
            </a:pPr>
            <a:r>
              <a:rPr lang="zh-CN" altLang="en-US" sz="2800" dirty="0">
                <a:solidFill>
                  <a:schemeClr val="bg1"/>
                </a:solidFill>
              </a:rPr>
              <a:t>体心立方</a:t>
            </a:r>
            <a:r>
              <a:rPr lang="en-US" altLang="zh-CN" sz="2800" dirty="0">
                <a:solidFill>
                  <a:schemeClr val="bg1"/>
                </a:solidFill>
              </a:rPr>
              <a:t>WS</a:t>
            </a:r>
            <a:r>
              <a:rPr lang="zh-CN" altLang="en-US" sz="2800" dirty="0">
                <a:solidFill>
                  <a:schemeClr val="bg1"/>
                </a:solidFill>
              </a:rPr>
              <a:t>原胞为截角八面体</a:t>
            </a:r>
          </a:p>
        </p:txBody>
      </p:sp>
      <p:pic>
        <p:nvPicPr>
          <p:cNvPr id="29697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379532" y="1700808"/>
            <a:ext cx="3172853" cy="33843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E630B64-7F9A-18CA-C555-3BCF8A87D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体心立方</a:t>
            </a:r>
            <a:r>
              <a:rPr lang="en-US" altLang="zh-CN" dirty="0">
                <a:solidFill>
                  <a:schemeClr val="bg1"/>
                </a:solidFill>
              </a:rPr>
              <a:t>WS</a:t>
            </a:r>
            <a:r>
              <a:rPr lang="zh-CN" altLang="en-US" dirty="0">
                <a:solidFill>
                  <a:schemeClr val="bg1"/>
                </a:solidFill>
              </a:rPr>
              <a:t>原胞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35560" y="1628800"/>
            <a:ext cx="4248472" cy="4248472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28048" y="1893765"/>
            <a:ext cx="3688356" cy="3816424"/>
          </a:xfrm>
          <a:prstGeom prst="rect">
            <a:avLst/>
          </a:prstGeom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5328471-0A63-AC8C-FBBF-343B877F83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29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69536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面心立方</a:t>
            </a:r>
            <a:r>
              <a:rPr lang="en-US" altLang="zh-CN" dirty="0">
                <a:solidFill>
                  <a:schemeClr val="bg1"/>
                </a:solidFill>
              </a:rPr>
              <a:t>(</a:t>
            </a:r>
            <a:r>
              <a:rPr lang="en-US" altLang="zh-CN" dirty="0" err="1">
                <a:solidFill>
                  <a:schemeClr val="bg1"/>
                </a:solidFill>
              </a:rPr>
              <a:t>fcc</a:t>
            </a:r>
            <a:r>
              <a:rPr lang="en-US" altLang="zh-CN" dirty="0">
                <a:solidFill>
                  <a:schemeClr val="bg1"/>
                </a:solidFill>
              </a:rPr>
              <a:t>)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4" name="内容占位符 3" descr="Cubiclattices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739112" y="970265"/>
            <a:ext cx="2714644" cy="48191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146" name="Object 2"/>
              <p:cNvSpPr txBox="1"/>
              <p:nvPr/>
            </p:nvSpPr>
            <p:spPr bwMode="auto">
              <a:xfrm>
                <a:off x="8409837" y="2523417"/>
                <a:ext cx="2226627" cy="1927225"/>
              </a:xfrm>
              <a:prstGeom prst="rect">
                <a:avLst/>
              </a:prstGeom>
              <a:noFill/>
            </p:spPr>
            <p:txBody>
              <a:bodyPr>
                <a:normAutofit fontScale="92500"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</m:acc>
                        </m:e>
                      </m:d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lang="en-US" altLang="zh-CN" sz="2400" i="1" dirty="0">
                  <a:solidFill>
                    <a:schemeClr val="bg1"/>
                  </a:solidFill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>
                      <m:sSub>
                        <m:sSub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⃑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</m:acc>
                        </m:e>
                        <m:sub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</m:sub>
                      </m:sSub>
                      <m:r>
                        <a:rPr lang="zh-CN" altLang="en-US" sz="2400" i="1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num>
                        <m:den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d>
                        <m:dPr>
                          <m:ctrlP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  <m:r>
                            <a:rPr lang="zh-CN" altLang="en-US" sz="2400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acc>
                            <m:accPr>
                              <m:chr m:val="̂"/>
                              <m:ctrlP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zh-CN" altLang="en-US" sz="2400" i="1">
                                  <a:solidFill>
                                    <a:schemeClr val="bg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</m:d>
                    </m:oMath>
                  </m:oMathPara>
                </a14:m>
                <a:endParaRPr lang="zh-CN" altLang="en-US" sz="2400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6146" name="Object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409837" y="2523417"/>
                <a:ext cx="2226627" cy="192722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10006" y="1935921"/>
            <a:ext cx="4043581" cy="3102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内容占位符 2"/>
          <p:cNvSpPr txBox="1">
            <a:spLocks/>
          </p:cNvSpPr>
          <p:nvPr/>
        </p:nvSpPr>
        <p:spPr>
          <a:xfrm>
            <a:off x="8221493" y="4824112"/>
            <a:ext cx="2116953" cy="564325"/>
          </a:xfrm>
          <a:prstGeom prst="rect">
            <a:avLst/>
          </a:prstGeom>
        </p:spPr>
        <p:txBody>
          <a:bodyPr vert="horz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/>
            </a:pPr>
            <a:r>
              <a:rPr lang="zh-CN" altLang="en-US" sz="2800" dirty="0">
                <a:solidFill>
                  <a:schemeClr val="bg1"/>
                </a:solidFill>
              </a:rPr>
              <a:t>原胞体积？</a:t>
            </a: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23C411C4-6984-CB4D-254E-7B703D1638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6" grpId="0"/>
      <p:bldP spid="6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面心立方</a:t>
            </a:r>
            <a:r>
              <a:rPr lang="en-US" altLang="zh-CN" dirty="0">
                <a:solidFill>
                  <a:schemeClr val="bg1"/>
                </a:solidFill>
              </a:rPr>
              <a:t>WS</a:t>
            </a:r>
            <a:r>
              <a:rPr lang="zh-CN" altLang="en-US" dirty="0">
                <a:solidFill>
                  <a:schemeClr val="bg1"/>
                </a:solidFill>
              </a:rPr>
              <a:t>原胞</a:t>
            </a:r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3238480" y="4797152"/>
            <a:ext cx="6143668" cy="1143008"/>
          </a:xfrm>
          <a:prstGeom prst="rect">
            <a:avLst/>
          </a:prstGeom>
        </p:spPr>
        <p:txBody>
          <a:bodyPr vert="horz" rtlCol="0">
            <a:normAutofit/>
          </a:bodyPr>
          <a:lstStyle/>
          <a:p>
            <a:pPr marL="342900" indent="-342900" defTabSz="9144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/>
            </a:pPr>
            <a:r>
              <a:rPr lang="zh-CN" altLang="en-US" sz="2800" dirty="0">
                <a:solidFill>
                  <a:schemeClr val="bg1"/>
                </a:solidFill>
              </a:rPr>
              <a:t>格点配位数</a:t>
            </a:r>
            <a:r>
              <a:rPr lang="en-US" altLang="zh-CN" sz="2800" dirty="0">
                <a:solidFill>
                  <a:schemeClr val="bg1"/>
                </a:solidFill>
              </a:rPr>
              <a:t>z=12</a:t>
            </a:r>
          </a:p>
          <a:p>
            <a:pPr marL="342900" indent="-342900" defTabSz="914400">
              <a:spcBef>
                <a:spcPct val="20000"/>
              </a:spcBef>
              <a:buClr>
                <a:schemeClr val="accent1"/>
              </a:buClr>
              <a:buSzPct val="50000"/>
              <a:buFont typeface="Wingdings 2"/>
              <a:buChar char=""/>
              <a:defRPr/>
            </a:pPr>
            <a:r>
              <a:rPr lang="zh-CN" altLang="en-US" sz="2800" dirty="0">
                <a:solidFill>
                  <a:schemeClr val="bg1"/>
                </a:solidFill>
              </a:rPr>
              <a:t>面心立方</a:t>
            </a:r>
            <a:r>
              <a:rPr lang="en-US" altLang="zh-CN" sz="2800" dirty="0">
                <a:solidFill>
                  <a:schemeClr val="bg1"/>
                </a:solidFill>
              </a:rPr>
              <a:t>WS</a:t>
            </a:r>
            <a:r>
              <a:rPr lang="zh-CN" altLang="en-US" sz="2800" dirty="0">
                <a:solidFill>
                  <a:schemeClr val="bg1"/>
                </a:solidFill>
              </a:rPr>
              <a:t>原胞为菱形十二面体</a:t>
            </a:r>
          </a:p>
        </p:txBody>
      </p:sp>
      <p:pic>
        <p:nvPicPr>
          <p:cNvPr id="6" name="图片 5" descr="菱形十二面体.jp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741361" y="1628800"/>
            <a:ext cx="2744926" cy="2791028"/>
          </a:xfrm>
          <a:prstGeom prst="rect">
            <a:avLst/>
          </a:prstGeom>
        </p:spPr>
      </p:pic>
      <p:pic>
        <p:nvPicPr>
          <p:cNvPr id="31745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55640" y="1628801"/>
            <a:ext cx="3463646" cy="28348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DA3EDE5-ED09-A03E-19B3-82753C9941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面心立方</a:t>
            </a:r>
            <a:r>
              <a:rPr lang="en-US" altLang="zh-CN" dirty="0">
                <a:solidFill>
                  <a:schemeClr val="bg1"/>
                </a:solidFill>
              </a:rPr>
              <a:t>WS</a:t>
            </a:r>
            <a:r>
              <a:rPr lang="zh-CN" altLang="en-US" dirty="0">
                <a:solidFill>
                  <a:schemeClr val="bg1"/>
                </a:solidFill>
              </a:rPr>
              <a:t>原胞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90375" y="1554892"/>
            <a:ext cx="5400600" cy="4920664"/>
          </a:xfrm>
          <a:prstGeom prst="rect">
            <a:avLst/>
          </a:prstGeom>
        </p:spPr>
      </p:pic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6860697B-79A4-9384-5874-A0F7411B88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932962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单胞 </a:t>
            </a:r>
            <a:r>
              <a:rPr lang="en-US" altLang="zh-CN" dirty="0">
                <a:solidFill>
                  <a:schemeClr val="bg1"/>
                </a:solidFill>
              </a:rPr>
              <a:t>(unit cell)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晶体学中，习惯用</a:t>
            </a:r>
            <a:r>
              <a:rPr lang="zh-CN" altLang="en-US" sz="2800" b="1" dirty="0">
                <a:solidFill>
                  <a:srgbClr val="FF0000"/>
                </a:solidFill>
                <a:effectLst/>
              </a:rPr>
              <a:t>保持晶系基本形状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的基矢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a, b, c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构成的平行六面体作为周期性重复排列的基本单元，称为</a:t>
            </a:r>
            <a:r>
              <a:rPr lang="zh-CN" altLang="en-US" sz="2800" b="1" dirty="0">
                <a:solidFill>
                  <a:srgbClr val="FF0000"/>
                </a:solidFill>
                <a:effectLst/>
              </a:rPr>
              <a:t>单胞或惯用单胞 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(conventional unit cell).</a:t>
            </a:r>
          </a:p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原胞：布拉维基矢 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or WS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定义，只含有一个格点，是体积最小的周期性重复单元；</a:t>
            </a:r>
            <a:endParaRPr lang="en-US" altLang="zh-CN" sz="2800" dirty="0">
              <a:solidFill>
                <a:schemeClr val="bg1"/>
              </a:solidFill>
              <a:effectLst/>
            </a:endParaRPr>
          </a:p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单胞：晶系基矢，可含有一个或者数个格点，体积是原胞的一倍或数倍。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64DFBCF-5A98-2B30-DE60-A978F0BD9F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66669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1-14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762515" y="4046867"/>
            <a:ext cx="2786082" cy="2656899"/>
          </a:xfrm>
          <a:prstGeom prst="rect">
            <a:avLst/>
          </a:prstGeom>
          <a:noFill/>
        </p:spPr>
      </p:pic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152400"/>
            <a:ext cx="10353761" cy="1066801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单胞和原胞</a:t>
            </a:r>
          </a:p>
        </p:txBody>
      </p:sp>
      <p:pic>
        <p:nvPicPr>
          <p:cNvPr id="3" name="图片 2" descr="bravais-lattices-pi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675" y="863533"/>
            <a:ext cx="9144000" cy="3048000"/>
          </a:xfrm>
          <a:prstGeom prst="rect">
            <a:avLst/>
          </a:prstGeom>
        </p:spPr>
      </p:pic>
      <p:pic>
        <p:nvPicPr>
          <p:cNvPr id="4" name="图片 3" descr="Simple cubic lattice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524000" y="4268017"/>
            <a:ext cx="2703555" cy="2285993"/>
          </a:xfrm>
          <a:prstGeom prst="rect">
            <a:avLst/>
          </a:prstGeom>
        </p:spPr>
      </p:pic>
      <p:pic>
        <p:nvPicPr>
          <p:cNvPr id="7" name="Picture 3">
            <a:extLst>
              <a:ext uri="{FF2B5EF4-FFF2-40B4-BE49-F238E27FC236}">
                <a16:creationId xmlns:a16="http://schemas.microsoft.com/office/drawing/2014/main" id="{6DC32B4D-5C9D-AE41-0691-454322EE3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894320" y="4031628"/>
            <a:ext cx="2966338" cy="2710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9" name="表格 8">
            <a:extLst>
              <a:ext uri="{FF2B5EF4-FFF2-40B4-BE49-F238E27FC236}">
                <a16:creationId xmlns:a16="http://schemas.microsoft.com/office/drawing/2014/main" id="{E4459013-28AF-313F-A655-FE5B534BA4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9376702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1" cy="659161"/>
          </a:xfrm>
        </p:spPr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单胞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268761"/>
            <a:ext cx="8229600" cy="2043113"/>
          </a:xfrm>
        </p:spPr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单胞：强调</a:t>
            </a:r>
            <a:r>
              <a:rPr lang="zh-CN" altLang="en-US" sz="2800" dirty="0">
                <a:solidFill>
                  <a:srgbClr val="FF0000"/>
                </a:solidFill>
                <a:effectLst/>
              </a:rPr>
              <a:t>晶系归属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，突出</a:t>
            </a:r>
            <a:r>
              <a:rPr lang="zh-CN" altLang="en-US" sz="2800" dirty="0">
                <a:solidFill>
                  <a:srgbClr val="FF0000"/>
                </a:solidFill>
                <a:effectLst/>
              </a:rPr>
              <a:t>晶格对称性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;</a:t>
            </a:r>
          </a:p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单胞的边长称为</a:t>
            </a:r>
            <a:r>
              <a:rPr lang="zh-CN" altLang="en-US" sz="2800" dirty="0">
                <a:solidFill>
                  <a:srgbClr val="FF0000"/>
                </a:solidFill>
                <a:effectLst/>
              </a:rPr>
              <a:t>晶格常数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（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lattice parameter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）</a:t>
            </a:r>
            <a:r>
              <a:rPr lang="en-US" altLang="zh-CN" sz="2800" dirty="0">
                <a:solidFill>
                  <a:schemeClr val="bg1"/>
                </a:solidFill>
                <a:effectLst/>
              </a:rPr>
              <a:t>;</a:t>
            </a:r>
          </a:p>
          <a:p>
            <a:r>
              <a:rPr lang="zh-CN" altLang="en-US" sz="2800" dirty="0">
                <a:solidFill>
                  <a:srgbClr val="FF0000"/>
                </a:solidFill>
                <a:effectLst/>
              </a:rPr>
              <a:t>晶向、晶面和基元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标记，也</a:t>
            </a:r>
            <a:r>
              <a:rPr lang="zh-CN" altLang="en-US" sz="2800" dirty="0">
                <a:solidFill>
                  <a:srgbClr val="FF0000"/>
                </a:solidFill>
                <a:effectLst/>
              </a:rPr>
              <a:t>通常以单胞为准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。</a:t>
            </a:r>
          </a:p>
        </p:txBody>
      </p:sp>
      <p:pic>
        <p:nvPicPr>
          <p:cNvPr id="4" name="图片 3" descr="Equivalent directionscrystalplane1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53190" y="3094634"/>
            <a:ext cx="3392574" cy="3214686"/>
          </a:xfrm>
          <a:prstGeom prst="rect">
            <a:avLst/>
          </a:prstGeom>
        </p:spPr>
      </p:pic>
      <p:pic>
        <p:nvPicPr>
          <p:cNvPr id="5" name="图片 4" descr="face centered cubic lattice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738414" y="3308949"/>
            <a:ext cx="3429024" cy="2805101"/>
          </a:xfrm>
          <a:prstGeom prst="rect">
            <a:avLst/>
          </a:prstGeom>
        </p:spPr>
      </p:pic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BCE5933-7047-CD80-385F-6345E23E35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53746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err="1">
                <a:solidFill>
                  <a:schemeClr val="bg1"/>
                </a:solidFill>
              </a:rPr>
              <a:t>NaCl</a:t>
            </a:r>
            <a:r>
              <a:rPr lang="zh-CN" altLang="en-US" dirty="0">
                <a:solidFill>
                  <a:schemeClr val="bg1"/>
                </a:solidFill>
              </a:rPr>
              <a:t>晶体的布拉维格子？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07968" y="1556793"/>
            <a:ext cx="4244830" cy="4238369"/>
          </a:xfr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279576" y="2032375"/>
            <a:ext cx="3162300" cy="3124200"/>
          </a:xfrm>
          <a:prstGeom prst="rect">
            <a:avLst/>
          </a:prstGeo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A09B73CF-ADC1-DD82-E858-F6ED0A2E51B9}"/>
              </a:ext>
            </a:extLst>
          </p:cNvPr>
          <p:cNvSpPr/>
          <p:nvPr/>
        </p:nvSpPr>
        <p:spPr>
          <a:xfrm rot="235695">
            <a:off x="2509290" y="4472556"/>
            <a:ext cx="1334244" cy="547646"/>
          </a:xfrm>
          <a:prstGeom prst="ellipse">
            <a:avLst/>
          </a:prstGeom>
          <a:solidFill>
            <a:srgbClr val="9EC544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C128AA3F-D12C-F7F8-92FF-537703EA3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36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2860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金刚石的布拉维格子？</a:t>
            </a: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86419" y="1713310"/>
            <a:ext cx="4608512" cy="4378086"/>
          </a:xfrm>
        </p:spPr>
      </p:pic>
      <p:sp>
        <p:nvSpPr>
          <p:cNvPr id="3" name="椭圆 2">
            <a:extLst>
              <a:ext uri="{FF2B5EF4-FFF2-40B4-BE49-F238E27FC236}">
                <a16:creationId xmlns:a16="http://schemas.microsoft.com/office/drawing/2014/main" id="{1E28DB1E-60C9-A3DC-8A1A-2353CC3E7589}"/>
              </a:ext>
            </a:extLst>
          </p:cNvPr>
          <p:cNvSpPr/>
          <p:nvPr/>
        </p:nvSpPr>
        <p:spPr>
          <a:xfrm rot="18888246">
            <a:off x="3589020" y="4579620"/>
            <a:ext cx="2446020" cy="1005840"/>
          </a:xfrm>
          <a:prstGeom prst="ellipse">
            <a:avLst/>
          </a:prstGeom>
          <a:solidFill>
            <a:srgbClr val="9EC544">
              <a:alpha val="25098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9F461B51-0E2A-2B13-1813-836736E6CB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37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1313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CB8D300-8EA9-6D37-013F-AE5BA985F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基元（</a:t>
            </a:r>
            <a:r>
              <a:rPr lang="en-US" altLang="zh-CN" dirty="0">
                <a:solidFill>
                  <a:schemeClr val="bg1"/>
                </a:solidFill>
              </a:rPr>
              <a:t>basis / motif</a:t>
            </a:r>
            <a:r>
              <a:rPr lang="zh-CN" altLang="en-US" dirty="0">
                <a:solidFill>
                  <a:schemeClr val="bg1"/>
                </a:solidFill>
              </a:rPr>
              <a:t>）：重复单元</a:t>
            </a:r>
          </a:p>
        </p:txBody>
      </p:sp>
      <p:pic>
        <p:nvPicPr>
          <p:cNvPr id="4" name="内容占位符 4" descr="图片包含 图表&#10;&#10;描述已自动生成">
            <a:extLst>
              <a:ext uri="{FF2B5EF4-FFF2-40B4-BE49-F238E27FC236}">
                <a16:creationId xmlns:a16="http://schemas.microsoft.com/office/drawing/2014/main" id="{BE345C7D-9B7D-BE81-90F9-0275A820DF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51461"/>
          <a:stretch/>
        </p:blipFill>
        <p:spPr>
          <a:xfrm>
            <a:off x="746067" y="2736498"/>
            <a:ext cx="2252454" cy="2220329"/>
          </a:xfrm>
        </p:spPr>
      </p:pic>
      <p:sp>
        <p:nvSpPr>
          <p:cNvPr id="5" name="椭圆 4">
            <a:extLst>
              <a:ext uri="{FF2B5EF4-FFF2-40B4-BE49-F238E27FC236}">
                <a16:creationId xmlns:a16="http://schemas.microsoft.com/office/drawing/2014/main" id="{5E14C6CD-559B-7580-B736-865E51D78F4A}"/>
              </a:ext>
            </a:extLst>
          </p:cNvPr>
          <p:cNvSpPr/>
          <p:nvPr/>
        </p:nvSpPr>
        <p:spPr>
          <a:xfrm>
            <a:off x="5517101" y="3136747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ADC9886E-FA19-9F0A-CA3A-C3219CBE0F2A}"/>
              </a:ext>
            </a:extLst>
          </p:cNvPr>
          <p:cNvSpPr/>
          <p:nvPr/>
        </p:nvSpPr>
        <p:spPr>
          <a:xfrm>
            <a:off x="5446642" y="4620164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0BE019EB-82CB-8EE4-3BD4-39E39FC9DB2F}"/>
              </a:ext>
            </a:extLst>
          </p:cNvPr>
          <p:cNvSpPr/>
          <p:nvPr/>
        </p:nvSpPr>
        <p:spPr>
          <a:xfrm>
            <a:off x="5783305" y="4516575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CEDF5A2F-B7F4-D6EB-2C56-B90F29CA14D0}"/>
              </a:ext>
            </a:extLst>
          </p:cNvPr>
          <p:cNvSpPr txBox="1"/>
          <p:nvPr/>
        </p:nvSpPr>
        <p:spPr>
          <a:xfrm>
            <a:off x="4980412" y="2703968"/>
            <a:ext cx="14670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单原子基元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CD17F71-2F51-0682-EEDB-7B808A89508C}"/>
              </a:ext>
            </a:extLst>
          </p:cNvPr>
          <p:cNvSpPr txBox="1"/>
          <p:nvPr/>
        </p:nvSpPr>
        <p:spPr>
          <a:xfrm>
            <a:off x="4686742" y="4116465"/>
            <a:ext cx="20794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多原子</a:t>
            </a:r>
            <a:r>
              <a:rPr lang="en-US" altLang="zh-CN" sz="2000" dirty="0">
                <a:solidFill>
                  <a:schemeClr val="bg1"/>
                </a:solidFill>
              </a:rPr>
              <a:t>/</a:t>
            </a:r>
            <a:r>
              <a:rPr lang="zh-CN" altLang="en-US" sz="2000" dirty="0">
                <a:solidFill>
                  <a:schemeClr val="bg1"/>
                </a:solidFill>
              </a:rPr>
              <a:t>分子基元</a:t>
            </a:r>
          </a:p>
        </p:txBody>
      </p:sp>
      <p:sp>
        <p:nvSpPr>
          <p:cNvPr id="10" name="加号 9">
            <a:extLst>
              <a:ext uri="{FF2B5EF4-FFF2-40B4-BE49-F238E27FC236}">
                <a16:creationId xmlns:a16="http://schemas.microsoft.com/office/drawing/2014/main" id="{8F09D49B-A93D-E4E4-A350-74C3258CB0CC}"/>
              </a:ext>
            </a:extLst>
          </p:cNvPr>
          <p:cNvSpPr/>
          <p:nvPr/>
        </p:nvSpPr>
        <p:spPr>
          <a:xfrm>
            <a:off x="3126251" y="3403775"/>
            <a:ext cx="847302" cy="898732"/>
          </a:xfrm>
          <a:prstGeom prst="mathPlus">
            <a:avLst>
              <a:gd name="adj1" fmla="val 18828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1" name="左大括号 10">
            <a:extLst>
              <a:ext uri="{FF2B5EF4-FFF2-40B4-BE49-F238E27FC236}">
                <a16:creationId xmlns:a16="http://schemas.microsoft.com/office/drawing/2014/main" id="{580FE09E-A531-20D6-5003-0CAD49F7D32C}"/>
              </a:ext>
            </a:extLst>
          </p:cNvPr>
          <p:cNvSpPr/>
          <p:nvPr/>
        </p:nvSpPr>
        <p:spPr>
          <a:xfrm>
            <a:off x="4147930" y="2736498"/>
            <a:ext cx="364435" cy="2332459"/>
          </a:xfrm>
          <a:prstGeom prst="leftBrac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BEF8ACA5-C738-FD34-D264-44C86F8910C1}"/>
              </a:ext>
            </a:extLst>
          </p:cNvPr>
          <p:cNvSpPr txBox="1"/>
          <p:nvPr/>
        </p:nvSpPr>
        <p:spPr>
          <a:xfrm>
            <a:off x="1448556" y="2208182"/>
            <a:ext cx="847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晶格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0961A16-12A3-7EA3-2DDA-740AB0FDC231}"/>
              </a:ext>
            </a:extLst>
          </p:cNvPr>
          <p:cNvSpPr txBox="1"/>
          <p:nvPr/>
        </p:nvSpPr>
        <p:spPr>
          <a:xfrm>
            <a:off x="5313489" y="2211282"/>
            <a:ext cx="8474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>
                <a:solidFill>
                  <a:schemeClr val="bg1"/>
                </a:solidFill>
              </a:rPr>
              <a:t>基元</a:t>
            </a:r>
          </a:p>
        </p:txBody>
      </p:sp>
      <p:sp>
        <p:nvSpPr>
          <p:cNvPr id="14" name="等号 13">
            <a:extLst>
              <a:ext uri="{FF2B5EF4-FFF2-40B4-BE49-F238E27FC236}">
                <a16:creationId xmlns:a16="http://schemas.microsoft.com/office/drawing/2014/main" id="{66AC2307-44CD-78F4-585C-74F7A685365D}"/>
              </a:ext>
            </a:extLst>
          </p:cNvPr>
          <p:cNvSpPr/>
          <p:nvPr/>
        </p:nvSpPr>
        <p:spPr>
          <a:xfrm>
            <a:off x="7288698" y="3133434"/>
            <a:ext cx="781878" cy="44025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5" name="等号 14">
            <a:extLst>
              <a:ext uri="{FF2B5EF4-FFF2-40B4-BE49-F238E27FC236}">
                <a16:creationId xmlns:a16="http://schemas.microsoft.com/office/drawing/2014/main" id="{95A5AA00-1592-44A4-D80D-A7777D66ED74}"/>
              </a:ext>
            </a:extLst>
          </p:cNvPr>
          <p:cNvSpPr/>
          <p:nvPr/>
        </p:nvSpPr>
        <p:spPr>
          <a:xfrm>
            <a:off x="7288698" y="4620164"/>
            <a:ext cx="781878" cy="440252"/>
          </a:xfrm>
          <a:prstGeom prst="mathEqual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C1056369-E48C-8F69-7361-35974FEE6A44}"/>
              </a:ext>
            </a:extLst>
          </p:cNvPr>
          <p:cNvSpPr/>
          <p:nvPr/>
        </p:nvSpPr>
        <p:spPr>
          <a:xfrm>
            <a:off x="8748048" y="3488730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FCBE0963-681E-705F-0DE9-5111F1F4C108}"/>
              </a:ext>
            </a:extLst>
          </p:cNvPr>
          <p:cNvSpPr/>
          <p:nvPr/>
        </p:nvSpPr>
        <p:spPr>
          <a:xfrm>
            <a:off x="9291387" y="3488730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9C658210-0651-27DF-9B6E-A56AC41535F8}"/>
              </a:ext>
            </a:extLst>
          </p:cNvPr>
          <p:cNvSpPr/>
          <p:nvPr/>
        </p:nvSpPr>
        <p:spPr>
          <a:xfrm>
            <a:off x="9834726" y="3488730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D3641B06-2764-B75F-4806-E9A030E8413B}"/>
              </a:ext>
            </a:extLst>
          </p:cNvPr>
          <p:cNvSpPr/>
          <p:nvPr/>
        </p:nvSpPr>
        <p:spPr>
          <a:xfrm>
            <a:off x="8748048" y="2972960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FE04CAA1-2697-9889-9911-BC756FE7FDB0}"/>
              </a:ext>
            </a:extLst>
          </p:cNvPr>
          <p:cNvSpPr/>
          <p:nvPr/>
        </p:nvSpPr>
        <p:spPr>
          <a:xfrm>
            <a:off x="9291387" y="2972960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040C120F-334A-033E-9C81-5E14F1B4DA19}"/>
              </a:ext>
            </a:extLst>
          </p:cNvPr>
          <p:cNvSpPr/>
          <p:nvPr/>
        </p:nvSpPr>
        <p:spPr>
          <a:xfrm>
            <a:off x="9834726" y="2972960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C2298FE5-A355-E6E1-F809-0C0ED8FBEA1D}"/>
              </a:ext>
            </a:extLst>
          </p:cNvPr>
          <p:cNvSpPr/>
          <p:nvPr/>
        </p:nvSpPr>
        <p:spPr>
          <a:xfrm>
            <a:off x="8748048" y="2449721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BAEDD102-9874-FF43-3D24-463FDA8BD743}"/>
              </a:ext>
            </a:extLst>
          </p:cNvPr>
          <p:cNvSpPr/>
          <p:nvPr/>
        </p:nvSpPr>
        <p:spPr>
          <a:xfrm>
            <a:off x="9291387" y="2449721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C64B0D34-5E73-55FD-ECCA-0D2E5EAC9FDD}"/>
              </a:ext>
            </a:extLst>
          </p:cNvPr>
          <p:cNvSpPr/>
          <p:nvPr/>
        </p:nvSpPr>
        <p:spPr>
          <a:xfrm>
            <a:off x="9834726" y="2449721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918442F6-5E19-DF71-D0BB-3D67F3DCA7DD}"/>
              </a:ext>
            </a:extLst>
          </p:cNvPr>
          <p:cNvSpPr/>
          <p:nvPr/>
        </p:nvSpPr>
        <p:spPr>
          <a:xfrm>
            <a:off x="8748048" y="5659173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F002E70-CE7A-F086-A48C-8FBB6F27A90D}"/>
              </a:ext>
            </a:extLst>
          </p:cNvPr>
          <p:cNvSpPr/>
          <p:nvPr/>
        </p:nvSpPr>
        <p:spPr>
          <a:xfrm>
            <a:off x="9291387" y="5659173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A2120B7B-AEB8-2EFC-396D-A2DA153481CB}"/>
              </a:ext>
            </a:extLst>
          </p:cNvPr>
          <p:cNvSpPr/>
          <p:nvPr/>
        </p:nvSpPr>
        <p:spPr>
          <a:xfrm>
            <a:off x="9834726" y="5659173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9" name="椭圆 28">
            <a:extLst>
              <a:ext uri="{FF2B5EF4-FFF2-40B4-BE49-F238E27FC236}">
                <a16:creationId xmlns:a16="http://schemas.microsoft.com/office/drawing/2014/main" id="{2D4E30DE-7A5F-8268-D8FC-A287B6F9397E}"/>
              </a:ext>
            </a:extLst>
          </p:cNvPr>
          <p:cNvSpPr/>
          <p:nvPr/>
        </p:nvSpPr>
        <p:spPr>
          <a:xfrm>
            <a:off x="8748048" y="5143403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id="{FAA1E370-6E55-FD57-92F2-06AE6B9E9E31}"/>
              </a:ext>
            </a:extLst>
          </p:cNvPr>
          <p:cNvSpPr/>
          <p:nvPr/>
        </p:nvSpPr>
        <p:spPr>
          <a:xfrm>
            <a:off x="9291387" y="5143403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id="{49F2DC07-A5D4-2732-BE01-C413F57DA9B3}"/>
              </a:ext>
            </a:extLst>
          </p:cNvPr>
          <p:cNvSpPr/>
          <p:nvPr/>
        </p:nvSpPr>
        <p:spPr>
          <a:xfrm>
            <a:off x="9834726" y="5143403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EC1110F8-B5A0-B6CD-9F4B-2241BB154618}"/>
              </a:ext>
            </a:extLst>
          </p:cNvPr>
          <p:cNvSpPr/>
          <p:nvPr/>
        </p:nvSpPr>
        <p:spPr>
          <a:xfrm>
            <a:off x="8748048" y="4620164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3" name="椭圆 32">
            <a:extLst>
              <a:ext uri="{FF2B5EF4-FFF2-40B4-BE49-F238E27FC236}">
                <a16:creationId xmlns:a16="http://schemas.microsoft.com/office/drawing/2014/main" id="{9C575AFC-9351-D1ED-E5B9-3E6DE10923D2}"/>
              </a:ext>
            </a:extLst>
          </p:cNvPr>
          <p:cNvSpPr/>
          <p:nvPr/>
        </p:nvSpPr>
        <p:spPr>
          <a:xfrm>
            <a:off x="9291387" y="4620164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4" name="椭圆 33">
            <a:extLst>
              <a:ext uri="{FF2B5EF4-FFF2-40B4-BE49-F238E27FC236}">
                <a16:creationId xmlns:a16="http://schemas.microsoft.com/office/drawing/2014/main" id="{1965727A-4675-2685-F077-B917571F796D}"/>
              </a:ext>
            </a:extLst>
          </p:cNvPr>
          <p:cNvSpPr/>
          <p:nvPr/>
        </p:nvSpPr>
        <p:spPr>
          <a:xfrm>
            <a:off x="9834726" y="4620164"/>
            <a:ext cx="440252" cy="440252"/>
          </a:xfrm>
          <a:prstGeom prst="ellipse">
            <a:avLst/>
          </a:prstGeom>
          <a:solidFill>
            <a:schemeClr val="accent5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0B841841-E8CE-2460-E47C-4C6106D3434E}"/>
              </a:ext>
            </a:extLst>
          </p:cNvPr>
          <p:cNvSpPr/>
          <p:nvPr/>
        </p:nvSpPr>
        <p:spPr>
          <a:xfrm>
            <a:off x="9136255" y="5517825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EC6A08C3-5055-7A55-F53E-31309AD5F627}"/>
              </a:ext>
            </a:extLst>
          </p:cNvPr>
          <p:cNvSpPr/>
          <p:nvPr/>
        </p:nvSpPr>
        <p:spPr>
          <a:xfrm>
            <a:off x="9679594" y="5517825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8E5862B9-D51E-A95F-4361-C3B05A1419B7}"/>
              </a:ext>
            </a:extLst>
          </p:cNvPr>
          <p:cNvSpPr/>
          <p:nvPr/>
        </p:nvSpPr>
        <p:spPr>
          <a:xfrm>
            <a:off x="9136255" y="4994586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8" name="椭圆 37">
            <a:extLst>
              <a:ext uri="{FF2B5EF4-FFF2-40B4-BE49-F238E27FC236}">
                <a16:creationId xmlns:a16="http://schemas.microsoft.com/office/drawing/2014/main" id="{A6062A56-DCF6-AE85-8DC6-53E32FA6A11C}"/>
              </a:ext>
            </a:extLst>
          </p:cNvPr>
          <p:cNvSpPr/>
          <p:nvPr/>
        </p:nvSpPr>
        <p:spPr>
          <a:xfrm>
            <a:off x="9675952" y="4993628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id="{6930F0AB-A0C0-6662-9284-14B177E0A56B}"/>
              </a:ext>
            </a:extLst>
          </p:cNvPr>
          <p:cNvSpPr/>
          <p:nvPr/>
        </p:nvSpPr>
        <p:spPr>
          <a:xfrm>
            <a:off x="10222933" y="5517825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id="{7938F5DC-2FDB-9AFF-17AA-8794722CE3E2}"/>
              </a:ext>
            </a:extLst>
          </p:cNvPr>
          <p:cNvSpPr/>
          <p:nvPr/>
        </p:nvSpPr>
        <p:spPr>
          <a:xfrm>
            <a:off x="10224234" y="4986330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1" name="椭圆 40">
            <a:extLst>
              <a:ext uri="{FF2B5EF4-FFF2-40B4-BE49-F238E27FC236}">
                <a16:creationId xmlns:a16="http://schemas.microsoft.com/office/drawing/2014/main" id="{A1BBF5CF-3BF7-1E58-33F5-E4A975C0546D}"/>
              </a:ext>
            </a:extLst>
          </p:cNvPr>
          <p:cNvSpPr/>
          <p:nvPr/>
        </p:nvSpPr>
        <p:spPr>
          <a:xfrm>
            <a:off x="9134953" y="4471347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330A9C98-AA3A-0C1D-54A0-6CD30E87A363}"/>
              </a:ext>
            </a:extLst>
          </p:cNvPr>
          <p:cNvSpPr/>
          <p:nvPr/>
        </p:nvSpPr>
        <p:spPr>
          <a:xfrm>
            <a:off x="9675952" y="4477858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id="{8A8D95C9-C0B3-CB5D-B2B0-D3B3BA9EF709}"/>
              </a:ext>
            </a:extLst>
          </p:cNvPr>
          <p:cNvSpPr/>
          <p:nvPr/>
        </p:nvSpPr>
        <p:spPr>
          <a:xfrm>
            <a:off x="10232194" y="4485357"/>
            <a:ext cx="207178" cy="207178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7941D3E2-4270-92DF-84CE-E806B50EAC4C}"/>
              </a:ext>
            </a:extLst>
          </p:cNvPr>
          <p:cNvSpPr txBox="1"/>
          <p:nvPr/>
        </p:nvSpPr>
        <p:spPr>
          <a:xfrm>
            <a:off x="9067080" y="1805262"/>
            <a:ext cx="10763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chemeClr val="bg1"/>
                </a:solidFill>
              </a:rPr>
              <a:t>晶体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823E2204-887D-996E-3BAB-9D3FFF55EF3D}"/>
              </a:ext>
            </a:extLst>
          </p:cNvPr>
          <p:cNvSpPr txBox="1"/>
          <p:nvPr/>
        </p:nvSpPr>
        <p:spPr>
          <a:xfrm>
            <a:off x="1070694" y="5761492"/>
            <a:ext cx="743608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dirty="0">
                <a:solidFill>
                  <a:schemeClr val="bg1"/>
                </a:solidFill>
              </a:rPr>
              <a:t>1. </a:t>
            </a:r>
            <a:r>
              <a:rPr lang="zh-CN" altLang="en-US" sz="2000" dirty="0">
                <a:solidFill>
                  <a:schemeClr val="bg1"/>
                </a:solidFill>
              </a:rPr>
              <a:t>基元以相同的方式，重复地放置在晶格的格点上（</a:t>
            </a:r>
            <a:r>
              <a:rPr lang="zh-CN" altLang="en-US" sz="2000" b="1" dirty="0">
                <a:solidFill>
                  <a:schemeClr val="bg1"/>
                </a:solidFill>
              </a:rPr>
              <a:t>等价性</a:t>
            </a:r>
            <a:r>
              <a:rPr lang="zh-CN" altLang="en-US" sz="2000" dirty="0">
                <a:solidFill>
                  <a:schemeClr val="bg1"/>
                </a:solidFill>
              </a:rPr>
              <a:t>）；</a:t>
            </a:r>
            <a:endParaRPr lang="en-US" altLang="zh-CN" sz="2000" dirty="0">
              <a:solidFill>
                <a:schemeClr val="bg1"/>
              </a:solidFill>
            </a:endParaRPr>
          </a:p>
          <a:p>
            <a:r>
              <a:rPr lang="en-US" altLang="zh-CN" sz="2000" dirty="0">
                <a:solidFill>
                  <a:schemeClr val="bg1"/>
                </a:solidFill>
              </a:rPr>
              <a:t>2. </a:t>
            </a:r>
            <a:r>
              <a:rPr lang="zh-CN" altLang="en-US" sz="2000" dirty="0">
                <a:solidFill>
                  <a:schemeClr val="bg1"/>
                </a:solidFill>
              </a:rPr>
              <a:t>基元中的原子种类，数量、位置依不同晶体而定（</a:t>
            </a:r>
            <a:r>
              <a:rPr lang="zh-CN" altLang="en-US" sz="2000" b="1" dirty="0">
                <a:solidFill>
                  <a:schemeClr val="bg1"/>
                </a:solidFill>
              </a:rPr>
              <a:t>结构性</a:t>
            </a:r>
            <a:r>
              <a:rPr lang="zh-CN" altLang="en-US" sz="2000" dirty="0">
                <a:solidFill>
                  <a:schemeClr val="bg1"/>
                </a:solidFill>
              </a:rPr>
              <a:t>）；</a:t>
            </a:r>
            <a:endParaRPr lang="en-US" altLang="zh-CN" sz="2000" dirty="0">
              <a:solidFill>
                <a:schemeClr val="bg1"/>
              </a:solidFill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DB2DC6D1-1109-2488-A04E-BF24AA91C353}"/>
              </a:ext>
            </a:extLst>
          </p:cNvPr>
          <p:cNvSpPr txBox="1"/>
          <p:nvPr/>
        </p:nvSpPr>
        <p:spPr>
          <a:xfrm>
            <a:off x="10339788" y="2939497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简单晶格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2692B396-923E-87F8-A0EA-11C412F1D514}"/>
              </a:ext>
            </a:extLst>
          </p:cNvPr>
          <p:cNvSpPr txBox="1"/>
          <p:nvPr/>
        </p:nvSpPr>
        <p:spPr>
          <a:xfrm>
            <a:off x="10515048" y="5117715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dirty="0">
                <a:solidFill>
                  <a:schemeClr val="bg1"/>
                </a:solidFill>
              </a:rPr>
              <a:t>复式晶格</a:t>
            </a:r>
          </a:p>
        </p:txBody>
      </p:sp>
      <p:graphicFrame>
        <p:nvGraphicFramePr>
          <p:cNvPr id="48" name="表格 47">
            <a:extLst>
              <a:ext uri="{FF2B5EF4-FFF2-40B4-BE49-F238E27FC236}">
                <a16:creationId xmlns:a16="http://schemas.microsoft.com/office/drawing/2014/main" id="{7155B8D2-3A22-591E-46EC-41A0C4D105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38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4409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1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/>
      <p:bldP spid="9" grpId="0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/>
      <p:bldP spid="46" grpId="0"/>
      <p:bldP spid="3" grpId="0"/>
      <p:bldP spid="16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简单晶格和复式晶格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简单晶格：基元中</a:t>
            </a:r>
            <a:r>
              <a:rPr lang="zh-CN" altLang="en-US" sz="2800" dirty="0">
                <a:solidFill>
                  <a:srgbClr val="FF0000"/>
                </a:solidFill>
                <a:effectLst/>
              </a:rPr>
              <a:t>只含有一个原子</a:t>
            </a:r>
            <a:endParaRPr lang="en-US" altLang="zh-CN" sz="2800" dirty="0">
              <a:solidFill>
                <a:srgbClr val="FF0000"/>
              </a:solidFill>
              <a:effectLst/>
            </a:endParaRPr>
          </a:p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复式晶格：基元中</a:t>
            </a:r>
            <a:r>
              <a:rPr lang="zh-CN" altLang="en-US" sz="2800" dirty="0">
                <a:solidFill>
                  <a:srgbClr val="FF0000"/>
                </a:solidFill>
                <a:effectLst/>
              </a:rPr>
              <a:t>包含两个或两个以上原子</a:t>
            </a:r>
            <a:endParaRPr lang="en-US" altLang="zh-CN" sz="2800" dirty="0">
              <a:solidFill>
                <a:srgbClr val="FF0000"/>
              </a:solidFill>
              <a:effectLst/>
            </a:endParaRPr>
          </a:p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复式晶格可以看作两套或者多套</a:t>
            </a:r>
            <a:r>
              <a:rPr lang="zh-CN" altLang="en-US" sz="2800" dirty="0">
                <a:solidFill>
                  <a:srgbClr val="FF0000"/>
                </a:solidFill>
                <a:effectLst/>
              </a:rPr>
              <a:t>简单晶格的相互嵌套</a:t>
            </a:r>
            <a:endParaRPr lang="en-US" altLang="zh-CN" sz="2800" dirty="0">
              <a:solidFill>
                <a:srgbClr val="FF0000"/>
              </a:solidFill>
              <a:effectLst/>
            </a:endParaRPr>
          </a:p>
          <a:p>
            <a:r>
              <a:rPr lang="zh-CN" altLang="en-US" sz="2800" dirty="0">
                <a:solidFill>
                  <a:schemeClr val="bg1"/>
                </a:solidFill>
                <a:effectLst/>
              </a:rPr>
              <a:t>例如：</a:t>
            </a:r>
            <a:r>
              <a:rPr lang="en-US" altLang="zh-CN" sz="2800" dirty="0" err="1">
                <a:solidFill>
                  <a:schemeClr val="bg1"/>
                </a:solidFill>
                <a:effectLst/>
              </a:rPr>
              <a:t>NaCl</a:t>
            </a:r>
            <a:r>
              <a:rPr lang="zh-CN" altLang="en-US" sz="2800" dirty="0">
                <a:solidFill>
                  <a:schemeClr val="bg1"/>
                </a:solidFill>
                <a:effectLst/>
              </a:rPr>
              <a:t>晶体，金刚石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41AC1F3-23C3-5EF3-171A-E580A835A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39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247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9674F3-80DE-5654-3A00-16AA7549B925}"/>
              </a:ext>
            </a:extLst>
          </p:cNvPr>
          <p:cNvSpPr/>
          <p:nvPr/>
        </p:nvSpPr>
        <p:spPr>
          <a:xfrm>
            <a:off x="2827020" y="1729740"/>
            <a:ext cx="6248400" cy="432054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430" name="标题 429"/>
          <p:cNvSpPr>
            <a:spLocks noGrp="1"/>
          </p:cNvSpPr>
          <p:nvPr>
            <p:ph type="title"/>
          </p:nvPr>
        </p:nvSpPr>
        <p:spPr>
          <a:xfrm>
            <a:off x="1667629" y="485800"/>
            <a:ext cx="9114672" cy="1143000"/>
          </a:xfrm>
        </p:spPr>
        <p:txBody>
          <a:bodyPr>
            <a:noAutofit/>
          </a:bodyPr>
          <a:lstStyle/>
          <a:p>
            <a:r>
              <a:rPr lang="zh-CN" altLang="en-US" sz="3600" dirty="0">
                <a:solidFill>
                  <a:schemeClr val="bg1"/>
                </a:solidFill>
              </a:rPr>
              <a:t>超胞 </a:t>
            </a:r>
            <a:r>
              <a:rPr lang="en-US" altLang="zh-CN" sz="3600" dirty="0">
                <a:solidFill>
                  <a:schemeClr val="bg1"/>
                </a:solidFill>
              </a:rPr>
              <a:t>(supercell): </a:t>
            </a:r>
            <a:r>
              <a:rPr lang="zh-CN" altLang="en-US" sz="3600" dirty="0">
                <a:solidFill>
                  <a:schemeClr val="bg1"/>
                </a:solidFill>
              </a:rPr>
              <a:t>单胞或原胞的整数倍扩展</a:t>
            </a:r>
          </a:p>
        </p:txBody>
      </p:sp>
      <p:grpSp>
        <p:nvGrpSpPr>
          <p:cNvPr id="438" name="组合 437"/>
          <p:cNvGrpSpPr/>
          <p:nvPr/>
        </p:nvGrpSpPr>
        <p:grpSpPr>
          <a:xfrm>
            <a:off x="2999656" y="1897410"/>
            <a:ext cx="5880100" cy="3979863"/>
            <a:chOff x="1428728" y="1476645"/>
            <a:chExt cx="5880100" cy="3979863"/>
          </a:xfrm>
        </p:grpSpPr>
        <p:grpSp>
          <p:nvGrpSpPr>
            <p:cNvPr id="4" name="Group 2"/>
            <p:cNvGrpSpPr>
              <a:grpSpLocks/>
            </p:cNvGrpSpPr>
            <p:nvPr/>
          </p:nvGrpSpPr>
          <p:grpSpPr bwMode="auto">
            <a:xfrm>
              <a:off x="1428728" y="1476645"/>
              <a:ext cx="5880100" cy="3979863"/>
              <a:chOff x="2572" y="7043"/>
              <a:chExt cx="4632" cy="3133"/>
            </a:xfrm>
          </p:grpSpPr>
          <p:grpSp>
            <p:nvGrpSpPr>
              <p:cNvPr id="5" name="Group 3"/>
              <p:cNvGrpSpPr>
                <a:grpSpLocks/>
              </p:cNvGrpSpPr>
              <p:nvPr/>
            </p:nvGrpSpPr>
            <p:grpSpPr bwMode="auto">
              <a:xfrm>
                <a:off x="2572" y="7041"/>
                <a:ext cx="4632" cy="3131"/>
                <a:chOff x="2660" y="1782"/>
                <a:chExt cx="4632" cy="3131"/>
              </a:xfrm>
            </p:grpSpPr>
            <p:grpSp>
              <p:nvGrpSpPr>
                <p:cNvPr id="30" name="Group 4"/>
                <p:cNvGrpSpPr>
                  <a:grpSpLocks/>
                </p:cNvGrpSpPr>
                <p:nvPr/>
              </p:nvGrpSpPr>
              <p:grpSpPr bwMode="auto">
                <a:xfrm>
                  <a:off x="3597" y="2032"/>
                  <a:ext cx="3695" cy="57"/>
                  <a:chOff x="3597" y="2032"/>
                  <a:chExt cx="3695" cy="57"/>
                </a:xfrm>
              </p:grpSpPr>
              <p:grpSp>
                <p:nvGrpSpPr>
                  <p:cNvPr id="406" name="Group 5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428" name="Line 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29" name="Oval 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407" name="Group 8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426" name="Line 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27" name="Oval 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408" name="Group 11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424" name="Line 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25" name="Oval 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409" name="Group 14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422" name="Line 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23" name="Oval 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410" name="Group 17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420" name="Line 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21" name="Oval 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411" name="Group 20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418" name="Line 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19" name="Oval 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412" name="Group 23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416" name="Line 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17" name="Oval 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413" name="Group 26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414" name="Line 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15" name="Oval 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1" name="Group 29"/>
                <p:cNvGrpSpPr>
                  <a:grpSpLocks/>
                </p:cNvGrpSpPr>
                <p:nvPr/>
              </p:nvGrpSpPr>
              <p:grpSpPr bwMode="auto">
                <a:xfrm rot="6600000">
                  <a:off x="1804" y="3320"/>
                  <a:ext cx="3127" cy="57"/>
                  <a:chOff x="3597" y="2032"/>
                  <a:chExt cx="3695" cy="57"/>
                </a:xfrm>
              </p:grpSpPr>
              <p:grpSp>
                <p:nvGrpSpPr>
                  <p:cNvPr id="382" name="Group 30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404" name="Line 3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05" name="Oval 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83" name="Group 33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402" name="Line 3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03" name="Oval 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84" name="Group 36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400" name="Line 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401" name="Oval 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85" name="Group 39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98" name="Line 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99" name="Oval 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86" name="Group 42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96" name="Line 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97" name="Oval 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87" name="Group 45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94" name="Line 4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95" name="Oval 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88" name="Group 48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92" name="Line 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93" name="Oval 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89" name="Group 51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90" name="Line 5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91" name="Oval 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2" name="Group 54"/>
                <p:cNvGrpSpPr>
                  <a:grpSpLocks/>
                </p:cNvGrpSpPr>
                <p:nvPr/>
              </p:nvGrpSpPr>
              <p:grpSpPr bwMode="auto">
                <a:xfrm rot="6600000">
                  <a:off x="2252" y="3321"/>
                  <a:ext cx="3127" cy="57"/>
                  <a:chOff x="3597" y="2032"/>
                  <a:chExt cx="3695" cy="57"/>
                </a:xfrm>
              </p:grpSpPr>
              <p:grpSp>
                <p:nvGrpSpPr>
                  <p:cNvPr id="358" name="Group 55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80" name="Line 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81" name="Oval 5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59" name="Group 58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78" name="Line 5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79" name="Oval 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60" name="Group 61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76" name="Line 6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77" name="Oval 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61" name="Group 64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74" name="Line 6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75" name="Oval 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62" name="Group 67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72" name="Line 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73" name="Oval 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63" name="Group 70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70" name="Line 7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71" name="Oval 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64" name="Group 73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68" name="Line 7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69" name="Oval 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65" name="Group 76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66" name="Line 7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67" name="Oval 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3" name="Group 79"/>
                <p:cNvGrpSpPr>
                  <a:grpSpLocks/>
                </p:cNvGrpSpPr>
                <p:nvPr/>
              </p:nvGrpSpPr>
              <p:grpSpPr bwMode="auto">
                <a:xfrm rot="6600000">
                  <a:off x="2715" y="3317"/>
                  <a:ext cx="3127" cy="57"/>
                  <a:chOff x="3597" y="2032"/>
                  <a:chExt cx="3695" cy="57"/>
                </a:xfrm>
              </p:grpSpPr>
              <p:grpSp>
                <p:nvGrpSpPr>
                  <p:cNvPr id="334" name="Group 80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56" name="Line 8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57" name="Oval 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35" name="Group 83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54" name="Line 8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55" name="Oval 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36" name="Group 86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52" name="Line 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53" name="Oval 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37" name="Group 89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50" name="Line 9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51" name="Oval 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38" name="Group 92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48" name="Line 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49" name="Oval 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39" name="Group 95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46" name="Line 9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47" name="Oval 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40" name="Group 98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44" name="Line 9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45" name="Oval 1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41" name="Group 101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42" name="Line 10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43" name="Oval 1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4" name="Group 104"/>
                <p:cNvGrpSpPr>
                  <a:grpSpLocks/>
                </p:cNvGrpSpPr>
                <p:nvPr/>
              </p:nvGrpSpPr>
              <p:grpSpPr bwMode="auto">
                <a:xfrm rot="6600000">
                  <a:off x="3191" y="3317"/>
                  <a:ext cx="3127" cy="57"/>
                  <a:chOff x="3597" y="2032"/>
                  <a:chExt cx="3695" cy="57"/>
                </a:xfrm>
              </p:grpSpPr>
              <p:grpSp>
                <p:nvGrpSpPr>
                  <p:cNvPr id="310" name="Group 105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32" name="Line 1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33" name="Oval 10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11" name="Group 108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30" name="Line 1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31" name="Oval 1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12" name="Group 111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28" name="Line 1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29" name="Oval 1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13" name="Group 114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26" name="Line 1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27" name="Oval 1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14" name="Group 117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24" name="Line 1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25" name="Oval 1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15" name="Group 120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22" name="Line 1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23" name="Oval 1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16" name="Group 123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20" name="Line 1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21" name="Oval 1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317" name="Group 126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18" name="Line 1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19" name="Oval 1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5" name="Group 129"/>
                <p:cNvGrpSpPr>
                  <a:grpSpLocks/>
                </p:cNvGrpSpPr>
                <p:nvPr/>
              </p:nvGrpSpPr>
              <p:grpSpPr bwMode="auto">
                <a:xfrm rot="6600000">
                  <a:off x="3643" y="3317"/>
                  <a:ext cx="3127" cy="57"/>
                  <a:chOff x="3597" y="2032"/>
                  <a:chExt cx="3695" cy="57"/>
                </a:xfrm>
              </p:grpSpPr>
              <p:grpSp>
                <p:nvGrpSpPr>
                  <p:cNvPr id="286" name="Group 130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08" name="Line 13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09" name="Oval 1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87" name="Group 133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06" name="Line 13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07" name="Oval 1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88" name="Group 136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04" name="Line 1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05" name="Oval 1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89" name="Group 139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02" name="Line 1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03" name="Oval 1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90" name="Group 142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300" name="Line 1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301" name="Oval 1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91" name="Group 145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98" name="Line 14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99" name="Oval 1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92" name="Group 148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96" name="Line 1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97" name="Oval 1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93" name="Group 151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94" name="Line 15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95" name="Oval 1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6" name="Group 154"/>
                <p:cNvGrpSpPr>
                  <a:grpSpLocks/>
                </p:cNvGrpSpPr>
                <p:nvPr/>
              </p:nvGrpSpPr>
              <p:grpSpPr bwMode="auto">
                <a:xfrm rot="6600000">
                  <a:off x="4119" y="3321"/>
                  <a:ext cx="3127" cy="57"/>
                  <a:chOff x="3597" y="2032"/>
                  <a:chExt cx="3695" cy="57"/>
                </a:xfrm>
              </p:grpSpPr>
              <p:grpSp>
                <p:nvGrpSpPr>
                  <p:cNvPr id="262" name="Group 155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84" name="Line 1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85" name="Oval 15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63" name="Group 158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82" name="Line 15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83" name="Oval 1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64" name="Group 161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80" name="Line 16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81" name="Oval 1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65" name="Group 164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78" name="Line 16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79" name="Oval 1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66" name="Group 167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76" name="Line 1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77" name="Oval 1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67" name="Group 170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74" name="Line 17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75" name="Oval 1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68" name="Group 173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72" name="Line 17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73" name="Oval 1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69" name="Group 176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70" name="Line 17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71" name="Oval 1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7" name="Group 179"/>
                <p:cNvGrpSpPr>
                  <a:grpSpLocks/>
                </p:cNvGrpSpPr>
                <p:nvPr/>
              </p:nvGrpSpPr>
              <p:grpSpPr bwMode="auto">
                <a:xfrm rot="6600000">
                  <a:off x="4575" y="3317"/>
                  <a:ext cx="3127" cy="57"/>
                  <a:chOff x="3597" y="2032"/>
                  <a:chExt cx="3695" cy="57"/>
                </a:xfrm>
              </p:grpSpPr>
              <p:grpSp>
                <p:nvGrpSpPr>
                  <p:cNvPr id="238" name="Group 180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60" name="Line 18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61" name="Oval 1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39" name="Group 183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58" name="Line 18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59" name="Oval 1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40" name="Group 186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56" name="Line 1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57" name="Oval 1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41" name="Group 189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54" name="Line 19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55" name="Oval 1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42" name="Group 192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52" name="Line 1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53" name="Oval 1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43" name="Group 195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50" name="Line 19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51" name="Oval 1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44" name="Group 198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48" name="Line 19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49" name="Oval 2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45" name="Group 201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46" name="Line 20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47" name="Oval 2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8" name="Group 204"/>
                <p:cNvGrpSpPr>
                  <a:grpSpLocks/>
                </p:cNvGrpSpPr>
                <p:nvPr/>
              </p:nvGrpSpPr>
              <p:grpSpPr bwMode="auto">
                <a:xfrm rot="6600000">
                  <a:off x="5036" y="3321"/>
                  <a:ext cx="3127" cy="57"/>
                  <a:chOff x="3597" y="2032"/>
                  <a:chExt cx="3695" cy="57"/>
                </a:xfrm>
              </p:grpSpPr>
              <p:grpSp>
                <p:nvGrpSpPr>
                  <p:cNvPr id="214" name="Group 205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36" name="Line 2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37" name="Oval 20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15" name="Group 208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34" name="Line 2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35" name="Oval 2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16" name="Group 211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32" name="Line 2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33" name="Oval 2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17" name="Group 214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30" name="Line 2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31" name="Oval 2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18" name="Group 217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28" name="Line 2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29" name="Oval 2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19" name="Group 220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26" name="Line 2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27" name="Oval 2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20" name="Group 223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24" name="Line 2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25" name="Oval 2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221" name="Group 226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22" name="Line 2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23" name="Oval 2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39" name="Group 229"/>
                <p:cNvGrpSpPr>
                  <a:grpSpLocks/>
                </p:cNvGrpSpPr>
                <p:nvPr/>
              </p:nvGrpSpPr>
              <p:grpSpPr bwMode="auto">
                <a:xfrm>
                  <a:off x="3472" y="2403"/>
                  <a:ext cx="3695" cy="57"/>
                  <a:chOff x="3597" y="2032"/>
                  <a:chExt cx="3695" cy="57"/>
                </a:xfrm>
              </p:grpSpPr>
              <p:grpSp>
                <p:nvGrpSpPr>
                  <p:cNvPr id="190" name="Group 230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12" name="Line 23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13" name="Oval 2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91" name="Group 233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10" name="Line 23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11" name="Oval 2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92" name="Group 236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08" name="Line 2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09" name="Oval 2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93" name="Group 239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06" name="Line 2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07" name="Oval 2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94" name="Group 242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04" name="Line 2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05" name="Oval 2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95" name="Group 245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02" name="Line 24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03" name="Oval 2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96" name="Group 248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200" name="Line 2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201" name="Oval 2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97" name="Group 251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98" name="Line 25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99" name="Oval 2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0" name="Group 254"/>
                <p:cNvGrpSpPr>
                  <a:grpSpLocks/>
                </p:cNvGrpSpPr>
                <p:nvPr/>
              </p:nvGrpSpPr>
              <p:grpSpPr bwMode="auto">
                <a:xfrm>
                  <a:off x="3324" y="2779"/>
                  <a:ext cx="3695" cy="57"/>
                  <a:chOff x="3597" y="2032"/>
                  <a:chExt cx="3695" cy="57"/>
                </a:xfrm>
              </p:grpSpPr>
              <p:grpSp>
                <p:nvGrpSpPr>
                  <p:cNvPr id="166" name="Group 255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88" name="Line 2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89" name="Oval 25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67" name="Group 258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86" name="Line 25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87" name="Oval 2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68" name="Group 261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84" name="Line 26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85" name="Oval 2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69" name="Group 264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82" name="Line 26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83" name="Oval 2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70" name="Group 267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80" name="Line 2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81" name="Oval 2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71" name="Group 270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78" name="Line 27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9" name="Oval 2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72" name="Group 273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76" name="Line 27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7" name="Oval 2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73" name="Group 276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74" name="Line 27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75" name="Oval 2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1" name="Group 279"/>
                <p:cNvGrpSpPr>
                  <a:grpSpLocks/>
                </p:cNvGrpSpPr>
                <p:nvPr/>
              </p:nvGrpSpPr>
              <p:grpSpPr bwMode="auto">
                <a:xfrm>
                  <a:off x="3192" y="3147"/>
                  <a:ext cx="3695" cy="57"/>
                  <a:chOff x="3597" y="2032"/>
                  <a:chExt cx="3695" cy="57"/>
                </a:xfrm>
              </p:grpSpPr>
              <p:grpSp>
                <p:nvGrpSpPr>
                  <p:cNvPr id="142" name="Group 280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64" name="Line 28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5" name="Oval 2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43" name="Group 283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62" name="Line 28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3" name="Oval 2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44" name="Group 286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60" name="Line 2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61" name="Oval 2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45" name="Group 289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58" name="Line 29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59" name="Oval 2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46" name="Group 292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56" name="Line 2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57" name="Oval 2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47" name="Group 295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54" name="Line 29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55" name="Oval 2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48" name="Group 298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52" name="Line 29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53" name="Oval 3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49" name="Group 301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50" name="Line 30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51" name="Oval 3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2" name="Group 304"/>
                <p:cNvGrpSpPr>
                  <a:grpSpLocks/>
                </p:cNvGrpSpPr>
                <p:nvPr/>
              </p:nvGrpSpPr>
              <p:grpSpPr bwMode="auto">
                <a:xfrm>
                  <a:off x="3064" y="3515"/>
                  <a:ext cx="3695" cy="57"/>
                  <a:chOff x="3597" y="2032"/>
                  <a:chExt cx="3695" cy="57"/>
                </a:xfrm>
              </p:grpSpPr>
              <p:grpSp>
                <p:nvGrpSpPr>
                  <p:cNvPr id="118" name="Group 305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40" name="Line 30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41" name="Oval 30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19" name="Group 308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38" name="Line 30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39" name="Oval 31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20" name="Group 311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36" name="Line 31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37" name="Oval 31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21" name="Group 314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34" name="Line 31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35" name="Oval 31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22" name="Group 317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32" name="Line 31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33" name="Oval 31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23" name="Group 320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30" name="Line 32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31" name="Oval 32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24" name="Group 323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28" name="Line 32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29" name="Oval 32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25" name="Group 326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26" name="Line 32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27" name="Oval 32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3" name="Group 329"/>
                <p:cNvGrpSpPr>
                  <a:grpSpLocks/>
                </p:cNvGrpSpPr>
                <p:nvPr/>
              </p:nvGrpSpPr>
              <p:grpSpPr bwMode="auto">
                <a:xfrm>
                  <a:off x="2924" y="3879"/>
                  <a:ext cx="3695" cy="57"/>
                  <a:chOff x="3597" y="2032"/>
                  <a:chExt cx="3695" cy="57"/>
                </a:xfrm>
              </p:grpSpPr>
              <p:grpSp>
                <p:nvGrpSpPr>
                  <p:cNvPr id="94" name="Group 330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16" name="Line 33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17" name="Oval 33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95" name="Group 333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14" name="Line 33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15" name="Oval 33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96" name="Group 336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12" name="Line 33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13" name="Oval 33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97" name="Group 339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10" name="Line 34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11" name="Oval 34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98" name="Group 342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08" name="Line 34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09" name="Oval 34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99" name="Group 345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06" name="Line 34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07" name="Oval 34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00" name="Group 348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04" name="Line 34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05" name="Oval 35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101" name="Group 351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102" name="Line 35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103" name="Oval 35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4" name="Group 354"/>
                <p:cNvGrpSpPr>
                  <a:grpSpLocks/>
                </p:cNvGrpSpPr>
                <p:nvPr/>
              </p:nvGrpSpPr>
              <p:grpSpPr bwMode="auto">
                <a:xfrm>
                  <a:off x="2792" y="4255"/>
                  <a:ext cx="3695" cy="57"/>
                  <a:chOff x="3597" y="2032"/>
                  <a:chExt cx="3695" cy="57"/>
                </a:xfrm>
              </p:grpSpPr>
              <p:grpSp>
                <p:nvGrpSpPr>
                  <p:cNvPr id="70" name="Group 355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92" name="Line 35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93" name="Oval 35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71" name="Group 358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90" name="Line 35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91" name="Oval 36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72" name="Group 361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88" name="Line 36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89" name="Oval 36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73" name="Group 364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86" name="Line 36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87" name="Oval 366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74" name="Group 367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84" name="Line 36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85" name="Oval 369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75" name="Group 370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82" name="Line 37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83" name="Oval 37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76" name="Group 373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80" name="Line 37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81" name="Oval 37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77" name="Group 376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78" name="Line 37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79" name="Oval 37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  <p:grpSp>
              <p:nvGrpSpPr>
                <p:cNvPr id="45" name="Group 379"/>
                <p:cNvGrpSpPr>
                  <a:grpSpLocks/>
                </p:cNvGrpSpPr>
                <p:nvPr/>
              </p:nvGrpSpPr>
              <p:grpSpPr bwMode="auto">
                <a:xfrm>
                  <a:off x="2660" y="4611"/>
                  <a:ext cx="3695" cy="57"/>
                  <a:chOff x="3597" y="2032"/>
                  <a:chExt cx="3695" cy="57"/>
                </a:xfrm>
              </p:grpSpPr>
              <p:grpSp>
                <p:nvGrpSpPr>
                  <p:cNvPr id="46" name="Group 380"/>
                  <p:cNvGrpSpPr>
                    <a:grpSpLocks/>
                  </p:cNvGrpSpPr>
                  <p:nvPr/>
                </p:nvGrpSpPr>
                <p:grpSpPr bwMode="auto">
                  <a:xfrm>
                    <a:off x="3597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68" name="Line 381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69" name="Oval 382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47" name="Group 383"/>
                  <p:cNvGrpSpPr>
                    <a:grpSpLocks/>
                  </p:cNvGrpSpPr>
                  <p:nvPr/>
                </p:nvGrpSpPr>
                <p:grpSpPr bwMode="auto">
                  <a:xfrm>
                    <a:off x="4066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66" name="Line 384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67" name="Oval 385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48" name="Group 386"/>
                  <p:cNvGrpSpPr>
                    <a:grpSpLocks/>
                  </p:cNvGrpSpPr>
                  <p:nvPr/>
                </p:nvGrpSpPr>
                <p:grpSpPr bwMode="auto">
                  <a:xfrm>
                    <a:off x="4530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64" name="Line 387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65" name="Oval 388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49" name="Group 389"/>
                  <p:cNvGrpSpPr>
                    <a:grpSpLocks/>
                  </p:cNvGrpSpPr>
                  <p:nvPr/>
                </p:nvGrpSpPr>
                <p:grpSpPr bwMode="auto">
                  <a:xfrm>
                    <a:off x="499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62" name="Line 390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63" name="Oval 391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50" name="Group 392"/>
                  <p:cNvGrpSpPr>
                    <a:grpSpLocks/>
                  </p:cNvGrpSpPr>
                  <p:nvPr/>
                </p:nvGrpSpPr>
                <p:grpSpPr bwMode="auto">
                  <a:xfrm>
                    <a:off x="5454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60" name="Line 393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61" name="Oval 394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51" name="Group 395"/>
                  <p:cNvGrpSpPr>
                    <a:grpSpLocks/>
                  </p:cNvGrpSpPr>
                  <p:nvPr/>
                </p:nvGrpSpPr>
                <p:grpSpPr bwMode="auto">
                  <a:xfrm>
                    <a:off x="592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58" name="Line 39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59" name="Oval 397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52" name="Group 398"/>
                  <p:cNvGrpSpPr>
                    <a:grpSpLocks/>
                  </p:cNvGrpSpPr>
                  <p:nvPr/>
                </p:nvGrpSpPr>
                <p:grpSpPr bwMode="auto">
                  <a:xfrm>
                    <a:off x="6382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56" name="Line 39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57" name="Oval 400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  <p:grpSp>
                <p:nvGrpSpPr>
                  <p:cNvPr id="53" name="Group 401"/>
                  <p:cNvGrpSpPr>
                    <a:grpSpLocks/>
                  </p:cNvGrpSpPr>
                  <p:nvPr/>
                </p:nvGrpSpPr>
                <p:grpSpPr bwMode="auto">
                  <a:xfrm>
                    <a:off x="6838" y="2032"/>
                    <a:ext cx="454" cy="57"/>
                    <a:chOff x="3597" y="2032"/>
                    <a:chExt cx="454" cy="57"/>
                  </a:xfrm>
                </p:grpSpPr>
                <p:sp>
                  <p:nvSpPr>
                    <p:cNvPr id="54" name="Line 40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3597" y="2064"/>
                      <a:ext cx="454" cy="0"/>
                    </a:xfrm>
                    <a:prstGeom prst="line">
                      <a:avLst/>
                    </a:prstGeom>
                    <a:noFill/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  <p:sp>
                  <p:nvSpPr>
                    <p:cNvPr id="55" name="Oval 403"/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3796" y="2032"/>
                      <a:ext cx="57" cy="57"/>
                    </a:xfrm>
                    <a:prstGeom prst="ellipse">
                      <a:avLst/>
                    </a:prstGeom>
                    <a:solidFill>
                      <a:srgbClr val="000000"/>
                    </a:solidFill>
                    <a:ln w="9525" cap="rnd">
                      <a:solidFill>
                        <a:srgbClr val="000000"/>
                      </a:solidFill>
                      <a:prstDash val="sysDot"/>
                      <a:round/>
                      <a:headEnd/>
                      <a:tailEnd/>
                    </a:ln>
                  </p:spPr>
                  <p:txBody>
                    <a:bodyPr/>
                    <a:lstStyle/>
                    <a:p>
                      <a:endParaRPr lang="zh-CN" altLang="en-US">
                        <a:solidFill>
                          <a:schemeClr val="bg1"/>
                        </a:solidFill>
                      </a:endParaRPr>
                    </a:p>
                  </p:txBody>
                </p:sp>
              </p:grpSp>
            </p:grpSp>
          </p:grpSp>
          <p:sp>
            <p:nvSpPr>
              <p:cNvPr id="6" name="Line 404"/>
              <p:cNvSpPr>
                <a:spLocks noChangeShapeType="1"/>
              </p:cNvSpPr>
              <p:nvPr/>
            </p:nvSpPr>
            <p:spPr bwMode="auto">
              <a:xfrm>
                <a:off x="5252" y="9536"/>
                <a:ext cx="45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7" name="Line 405"/>
              <p:cNvSpPr>
                <a:spLocks noChangeShapeType="1"/>
              </p:cNvSpPr>
              <p:nvPr/>
            </p:nvSpPr>
            <p:spPr bwMode="auto">
              <a:xfrm rot="17400000">
                <a:off x="5128" y="9360"/>
                <a:ext cx="38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8" name="Line 406"/>
              <p:cNvSpPr>
                <a:spLocks noChangeShapeType="1"/>
              </p:cNvSpPr>
              <p:nvPr/>
            </p:nvSpPr>
            <p:spPr bwMode="auto">
              <a:xfrm>
                <a:off x="4328" y="9536"/>
                <a:ext cx="45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9" name="Line 407"/>
              <p:cNvSpPr>
                <a:spLocks noChangeShapeType="1"/>
              </p:cNvSpPr>
              <p:nvPr/>
            </p:nvSpPr>
            <p:spPr bwMode="auto">
              <a:xfrm rot="19800000">
                <a:off x="5023" y="8609"/>
                <a:ext cx="6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0" name="Line 408"/>
              <p:cNvSpPr>
                <a:spLocks noChangeShapeType="1"/>
              </p:cNvSpPr>
              <p:nvPr/>
            </p:nvSpPr>
            <p:spPr bwMode="auto">
              <a:xfrm>
                <a:off x="5056" y="8804"/>
                <a:ext cx="45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1" name="Line 409"/>
              <p:cNvSpPr>
                <a:spLocks noChangeShapeType="1"/>
              </p:cNvSpPr>
              <p:nvPr/>
            </p:nvSpPr>
            <p:spPr bwMode="auto">
              <a:xfrm rot="13740000">
                <a:off x="3896" y="9344"/>
                <a:ext cx="51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2" name="Line 410"/>
              <p:cNvSpPr>
                <a:spLocks noChangeShapeType="1"/>
              </p:cNvSpPr>
              <p:nvPr/>
            </p:nvSpPr>
            <p:spPr bwMode="auto">
              <a:xfrm>
                <a:off x="4124" y="8804"/>
                <a:ext cx="45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3" name="Line 411"/>
              <p:cNvSpPr>
                <a:spLocks noChangeShapeType="1"/>
              </p:cNvSpPr>
              <p:nvPr/>
            </p:nvSpPr>
            <p:spPr bwMode="auto">
              <a:xfrm rot="12300000">
                <a:off x="3286" y="8621"/>
                <a:ext cx="8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Line 412"/>
              <p:cNvSpPr>
                <a:spLocks noChangeShapeType="1"/>
              </p:cNvSpPr>
              <p:nvPr/>
            </p:nvSpPr>
            <p:spPr bwMode="auto">
              <a:xfrm rot="19800000">
                <a:off x="4812" y="7888"/>
                <a:ext cx="68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5" name="Line 413"/>
              <p:cNvSpPr>
                <a:spLocks noChangeShapeType="1"/>
              </p:cNvSpPr>
              <p:nvPr/>
            </p:nvSpPr>
            <p:spPr bwMode="auto">
              <a:xfrm rot="13740000">
                <a:off x="4433" y="7875"/>
                <a:ext cx="51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Line 414"/>
              <p:cNvSpPr>
                <a:spLocks noChangeShapeType="1"/>
              </p:cNvSpPr>
              <p:nvPr/>
            </p:nvSpPr>
            <p:spPr bwMode="auto">
              <a:xfrm rot="13740000">
                <a:off x="5013" y="7491"/>
                <a:ext cx="51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7" name="Line 415"/>
              <p:cNvSpPr>
                <a:spLocks noChangeShapeType="1"/>
              </p:cNvSpPr>
              <p:nvPr/>
            </p:nvSpPr>
            <p:spPr bwMode="auto">
              <a:xfrm rot="19800000">
                <a:off x="4484" y="7492"/>
                <a:ext cx="680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8" name="Line 416"/>
              <p:cNvSpPr>
                <a:spLocks noChangeShapeType="1"/>
              </p:cNvSpPr>
              <p:nvPr/>
            </p:nvSpPr>
            <p:spPr bwMode="auto">
              <a:xfrm rot="19800000">
                <a:off x="5472" y="8624"/>
                <a:ext cx="68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19" name="Line 417"/>
              <p:cNvSpPr>
                <a:spLocks noChangeShapeType="1"/>
              </p:cNvSpPr>
              <p:nvPr/>
            </p:nvSpPr>
            <p:spPr bwMode="auto">
              <a:xfrm>
                <a:off x="5658" y="8436"/>
                <a:ext cx="45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0" name="Line 418"/>
              <p:cNvSpPr>
                <a:spLocks noChangeShapeType="1"/>
              </p:cNvSpPr>
              <p:nvPr/>
            </p:nvSpPr>
            <p:spPr bwMode="auto">
              <a:xfrm>
                <a:off x="3340" y="8436"/>
                <a:ext cx="45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1" name="Line 419"/>
              <p:cNvSpPr>
                <a:spLocks noChangeShapeType="1"/>
              </p:cNvSpPr>
              <p:nvPr/>
            </p:nvSpPr>
            <p:spPr bwMode="auto">
              <a:xfrm>
                <a:off x="5392" y="9176"/>
                <a:ext cx="45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2" name="Line 420"/>
              <p:cNvSpPr>
                <a:spLocks noChangeShapeType="1"/>
              </p:cNvSpPr>
              <p:nvPr/>
            </p:nvSpPr>
            <p:spPr bwMode="auto">
              <a:xfrm>
                <a:off x="4000" y="9164"/>
                <a:ext cx="454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3" name="Line 421"/>
              <p:cNvSpPr>
                <a:spLocks noChangeShapeType="1"/>
              </p:cNvSpPr>
              <p:nvPr/>
            </p:nvSpPr>
            <p:spPr bwMode="auto">
              <a:xfrm rot="12300000">
                <a:off x="3769" y="8608"/>
                <a:ext cx="879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4" name="Line 422"/>
              <p:cNvSpPr>
                <a:spLocks noChangeShapeType="1"/>
              </p:cNvSpPr>
              <p:nvPr/>
            </p:nvSpPr>
            <p:spPr bwMode="auto">
              <a:xfrm rot="13740000">
                <a:off x="4369" y="9347"/>
                <a:ext cx="510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5" name="Line 423"/>
              <p:cNvSpPr>
                <a:spLocks noChangeShapeType="1"/>
              </p:cNvSpPr>
              <p:nvPr/>
            </p:nvSpPr>
            <p:spPr bwMode="auto">
              <a:xfrm rot="17400000">
                <a:off x="5583" y="9357"/>
                <a:ext cx="38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dash"/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Line 424"/>
              <p:cNvSpPr>
                <a:spLocks noChangeShapeType="1"/>
              </p:cNvSpPr>
              <p:nvPr/>
            </p:nvSpPr>
            <p:spPr bwMode="auto">
              <a:xfrm rot="17400000">
                <a:off x="5671" y="7873"/>
                <a:ext cx="38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Line 425"/>
              <p:cNvSpPr>
                <a:spLocks noChangeShapeType="1"/>
              </p:cNvSpPr>
              <p:nvPr/>
            </p:nvSpPr>
            <p:spPr bwMode="auto">
              <a:xfrm rot="17400000">
                <a:off x="6575" y="7889"/>
                <a:ext cx="386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Line 426"/>
              <p:cNvSpPr>
                <a:spLocks noChangeShapeType="1"/>
              </p:cNvSpPr>
              <p:nvPr/>
            </p:nvSpPr>
            <p:spPr bwMode="auto">
              <a:xfrm>
                <a:off x="5777" y="8068"/>
                <a:ext cx="907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triangl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Line 427"/>
              <p:cNvSpPr>
                <a:spLocks noChangeShapeType="1"/>
              </p:cNvSpPr>
              <p:nvPr/>
            </p:nvSpPr>
            <p:spPr bwMode="auto">
              <a:xfrm>
                <a:off x="5929" y="7688"/>
                <a:ext cx="907" cy="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prstDash val="dash"/>
                <a:round/>
                <a:headEnd/>
                <a:tailEnd type="none" w="sm" len="med"/>
              </a:ln>
            </p:spPr>
            <p:txBody>
              <a:bodyPr/>
              <a:lstStyle/>
              <a:p>
                <a:endParaRPr lang="zh-CN" altLang="en-US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3" name="直接箭头连接符 2"/>
            <p:cNvCxnSpPr>
              <a:stCxn id="7" idx="0"/>
            </p:cNvCxnSpPr>
            <p:nvPr/>
          </p:nvCxnSpPr>
          <p:spPr>
            <a:xfrm flipV="1">
              <a:off x="4834598" y="4643513"/>
              <a:ext cx="1211262" cy="681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2" name="直接箭头连接符 431"/>
            <p:cNvCxnSpPr>
              <a:endCxn id="18" idx="0"/>
            </p:cNvCxnSpPr>
            <p:nvPr/>
          </p:nvCxnSpPr>
          <p:spPr>
            <a:xfrm flipV="1">
              <a:off x="4848426" y="3700803"/>
              <a:ext cx="319537" cy="945008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5" name="直接连接符 434"/>
            <p:cNvCxnSpPr>
              <a:stCxn id="18" idx="0"/>
              <a:endCxn id="127" idx="6"/>
            </p:cNvCxnSpPr>
            <p:nvPr/>
          </p:nvCxnSpPr>
          <p:spPr>
            <a:xfrm>
              <a:off x="5167963" y="3700803"/>
              <a:ext cx="1212896" cy="10942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6" name="直接连接符 435"/>
            <p:cNvCxnSpPr/>
            <p:nvPr/>
          </p:nvCxnSpPr>
          <p:spPr>
            <a:xfrm flipH="1">
              <a:off x="5995741" y="3705249"/>
              <a:ext cx="376459" cy="972120"/>
            </a:xfrm>
            <a:prstGeom prst="line">
              <a:avLst/>
            </a:prstGeom>
            <a:ln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34" name="表格 433">
            <a:extLst>
              <a:ext uri="{FF2B5EF4-FFF2-40B4-BE49-F238E27FC236}">
                <a16:creationId xmlns:a16="http://schemas.microsoft.com/office/drawing/2014/main" id="{C150C2BB-F30A-6CC3-D50C-2AF06BA102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40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55128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本课小结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913795" y="2096064"/>
            <a:ext cx="10353762" cy="4312356"/>
          </a:xfrm>
        </p:spPr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bg1"/>
                </a:solidFill>
                <a:effectLst/>
              </a:rPr>
              <a:t>晶体结构 </a:t>
            </a:r>
            <a:r>
              <a:rPr lang="en-US" altLang="zh-CN" sz="2400" dirty="0">
                <a:solidFill>
                  <a:schemeClr val="bg1"/>
                </a:solidFill>
                <a:effectLst/>
              </a:rPr>
              <a:t>= </a:t>
            </a:r>
            <a:r>
              <a:rPr lang="zh-CN" altLang="en-US" sz="2400" dirty="0">
                <a:solidFill>
                  <a:schemeClr val="bg1"/>
                </a:solidFill>
                <a:effectLst/>
              </a:rPr>
              <a:t>晶格 </a:t>
            </a:r>
            <a:r>
              <a:rPr lang="en-US" altLang="zh-CN" sz="2400" dirty="0">
                <a:solidFill>
                  <a:schemeClr val="bg1"/>
                </a:solidFill>
                <a:effectLst/>
              </a:rPr>
              <a:t>+ </a:t>
            </a:r>
            <a:r>
              <a:rPr lang="zh-CN" altLang="en-US" sz="2400" dirty="0">
                <a:solidFill>
                  <a:schemeClr val="bg1"/>
                </a:solidFill>
                <a:effectLst/>
              </a:rPr>
              <a:t>基元</a:t>
            </a:r>
            <a:endParaRPr lang="en-US" altLang="zh-CN" sz="2400" dirty="0">
              <a:solidFill>
                <a:schemeClr val="bg1"/>
              </a:solidFill>
              <a:effectLst/>
            </a:endParaRPr>
          </a:p>
          <a:p>
            <a:r>
              <a:rPr lang="zh-CN" altLang="en-US" sz="2400" dirty="0">
                <a:solidFill>
                  <a:schemeClr val="bg1"/>
                </a:solidFill>
                <a:effectLst/>
              </a:rPr>
              <a:t>布拉维格子、基矢、格矢、格点</a:t>
            </a:r>
            <a:endParaRPr lang="en-US" altLang="zh-CN" sz="2400" dirty="0">
              <a:solidFill>
                <a:schemeClr val="bg1"/>
              </a:solidFill>
              <a:effectLst/>
            </a:endParaRPr>
          </a:p>
          <a:p>
            <a:r>
              <a:rPr lang="zh-CN" altLang="en-US" sz="2400" dirty="0">
                <a:solidFill>
                  <a:schemeClr val="bg1"/>
                </a:solidFill>
                <a:effectLst/>
              </a:rPr>
              <a:t>原胞，晶体中体积最小的周期性重复单元</a:t>
            </a:r>
            <a:endParaRPr lang="en-US" altLang="zh-CN" sz="2400" dirty="0">
              <a:solidFill>
                <a:schemeClr val="bg1"/>
              </a:solidFill>
              <a:effectLst/>
            </a:endParaRPr>
          </a:p>
          <a:p>
            <a:r>
              <a:rPr lang="zh-CN" altLang="en-US" sz="2400" dirty="0">
                <a:solidFill>
                  <a:schemeClr val="bg1"/>
                </a:solidFill>
                <a:effectLst/>
              </a:rPr>
              <a:t>维格纳</a:t>
            </a:r>
            <a:r>
              <a:rPr lang="en-US" altLang="zh-CN" sz="2400" dirty="0">
                <a:solidFill>
                  <a:schemeClr val="bg1"/>
                </a:solidFill>
                <a:effectLst/>
              </a:rPr>
              <a:t>-</a:t>
            </a:r>
            <a:r>
              <a:rPr lang="zh-CN" altLang="en-US" sz="2400" dirty="0">
                <a:solidFill>
                  <a:schemeClr val="bg1"/>
                </a:solidFill>
                <a:effectLst/>
              </a:rPr>
              <a:t>塞茨</a:t>
            </a:r>
            <a:r>
              <a:rPr lang="en-US" altLang="zh-CN" sz="2400" dirty="0">
                <a:solidFill>
                  <a:schemeClr val="bg1"/>
                </a:solidFill>
                <a:effectLst/>
              </a:rPr>
              <a:t>(WS)</a:t>
            </a:r>
            <a:r>
              <a:rPr lang="zh-CN" altLang="en-US" sz="2400" dirty="0">
                <a:solidFill>
                  <a:schemeClr val="bg1"/>
                </a:solidFill>
                <a:effectLst/>
              </a:rPr>
              <a:t>原胞及其构造方法</a:t>
            </a:r>
            <a:endParaRPr lang="en-US" altLang="zh-CN" sz="2400" dirty="0">
              <a:solidFill>
                <a:schemeClr val="bg1"/>
              </a:solidFill>
              <a:effectLst/>
            </a:endParaRPr>
          </a:p>
          <a:p>
            <a:r>
              <a:rPr lang="zh-CN" altLang="en-US" sz="2400" dirty="0">
                <a:solidFill>
                  <a:schemeClr val="bg1"/>
                </a:solidFill>
                <a:effectLst/>
              </a:rPr>
              <a:t>三种不同的立方布拉维格子及其</a:t>
            </a:r>
            <a:r>
              <a:rPr lang="en-US" altLang="zh-CN" sz="2400" dirty="0">
                <a:solidFill>
                  <a:schemeClr val="bg1"/>
                </a:solidFill>
                <a:effectLst/>
              </a:rPr>
              <a:t>WS</a:t>
            </a:r>
            <a:r>
              <a:rPr lang="zh-CN" altLang="en-US" sz="2400" dirty="0">
                <a:solidFill>
                  <a:schemeClr val="bg1"/>
                </a:solidFill>
                <a:effectLst/>
              </a:rPr>
              <a:t>原胞</a:t>
            </a:r>
            <a:endParaRPr lang="en-US" altLang="zh-CN" sz="2400" dirty="0">
              <a:solidFill>
                <a:schemeClr val="bg1"/>
              </a:solidFill>
              <a:effectLst/>
            </a:endParaRPr>
          </a:p>
          <a:p>
            <a:r>
              <a:rPr lang="zh-CN" altLang="en-US" sz="2400" dirty="0">
                <a:solidFill>
                  <a:schemeClr val="bg1"/>
                </a:solidFill>
                <a:effectLst/>
              </a:rPr>
              <a:t>学会写出不同晶格的基矢及原子坐标</a:t>
            </a:r>
            <a:endParaRPr lang="en-US" altLang="zh-CN" sz="2400" dirty="0">
              <a:solidFill>
                <a:schemeClr val="bg1"/>
              </a:solidFill>
              <a:effectLst/>
            </a:endParaRP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9A1A3A59-5FF0-1ECD-C2DA-364211EF3D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41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晶体结构数据库</a:t>
            </a:r>
            <a:endParaRPr lang="en-US" altLang="zh-CN" dirty="0">
              <a:solidFill>
                <a:schemeClr val="bg1"/>
              </a:solidFill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400" dirty="0">
                <a:solidFill>
                  <a:srgbClr val="6BA9DA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http://www.ccdc.cam.ac.uk (CCDC)</a:t>
            </a:r>
          </a:p>
          <a:p>
            <a:r>
              <a:rPr lang="en-US" altLang="zh-CN" sz="24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http://rruff.geo.arizona.edu/AMS/amcsd.php</a:t>
            </a:r>
            <a:r>
              <a:rPr lang="en-US" altLang="zh-CN" sz="2400" dirty="0">
                <a:solidFill>
                  <a:schemeClr val="bg1"/>
                </a:solidFill>
              </a:rPr>
              <a:t> (AMCSD)</a:t>
            </a:r>
          </a:p>
          <a:p>
            <a:r>
              <a:rPr lang="en-US" altLang="zh-CN" sz="24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http://www.crystallography.net</a:t>
            </a:r>
            <a:r>
              <a:rPr lang="en-US" altLang="zh-CN" sz="2400" dirty="0">
                <a:solidFill>
                  <a:schemeClr val="bg1"/>
                </a:solidFill>
              </a:rPr>
              <a:t> (COD)</a:t>
            </a:r>
          </a:p>
          <a:p>
            <a:r>
              <a:rPr lang="en-US" altLang="zh-CN" sz="2400" dirty="0">
                <a:solidFill>
                  <a:schemeClr val="bg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http://www.crystalimpact.com/pcd/</a:t>
            </a:r>
            <a:r>
              <a:rPr lang="en-US" altLang="zh-CN" sz="2400" dirty="0">
                <a:solidFill>
                  <a:schemeClr val="bg1"/>
                </a:solidFill>
              </a:rPr>
              <a:t> (PCD)</a:t>
            </a:r>
          </a:p>
          <a:p>
            <a:r>
              <a:rPr lang="en-US" altLang="zh-CN" sz="2400" dirty="0">
                <a:solidFill>
                  <a:schemeClr val="bg1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http://www.cryst.ehu.es/</a:t>
            </a:r>
            <a:endParaRPr lang="en-US" altLang="zh-CN" sz="2400" dirty="0">
              <a:solidFill>
                <a:schemeClr val="bg1"/>
              </a:solidFill>
            </a:endParaRPr>
          </a:p>
          <a:p>
            <a:r>
              <a:rPr lang="en-US" altLang="zh-CN" sz="2400" dirty="0">
                <a:solidFill>
                  <a:schemeClr val="bg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http://www.fiz-karlsruhe.de/icsd.html (ICSD)</a:t>
            </a:r>
          </a:p>
          <a:p>
            <a:endParaRPr lang="zh-CN" altLang="en-US" sz="2400" dirty="0">
              <a:solidFill>
                <a:schemeClr val="bg1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81741" y="5877272"/>
            <a:ext cx="6552728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更多见 </a:t>
            </a:r>
            <a:r>
              <a:rPr lang="en-US" altLang="zh-CN" dirty="0">
                <a:solidFill>
                  <a:schemeClr val="bg1"/>
                </a:solidFill>
              </a:rPr>
              <a:t>http://en.wikipedia.org/wiki/Crystallographic_database</a:t>
            </a:r>
            <a:endParaRPr lang="zh-CN" altLang="en-US" dirty="0">
              <a:solidFill>
                <a:schemeClr val="bg1"/>
              </a:solidFill>
            </a:endParaRPr>
          </a:p>
        </p:txBody>
      </p:sp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D3A83978-8589-17D9-1BEB-7EC3D0A63A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42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68816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网络学习资源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81200" y="1484785"/>
            <a:ext cx="8229600" cy="4525963"/>
          </a:xfrm>
        </p:spPr>
        <p:txBody>
          <a:bodyPr>
            <a:noAutofit/>
          </a:bodyPr>
          <a:lstStyle/>
          <a:p>
            <a:r>
              <a:rPr lang="en-US" altLang="zh-CN" sz="2400" dirty="0">
                <a:solidFill>
                  <a:schemeClr val="bg1"/>
                </a:solidFill>
              </a:rPr>
              <a:t>EDU-COD</a:t>
            </a: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    http://nanocrystallography.research.pdx.edu/search/edu/</a:t>
            </a:r>
          </a:p>
          <a:p>
            <a:r>
              <a:rPr lang="en-US" altLang="zh-CN" sz="2400" dirty="0">
                <a:solidFill>
                  <a:schemeClr val="bg1"/>
                </a:solidFill>
              </a:rPr>
              <a:t>CCDC Mercury </a:t>
            </a:r>
          </a:p>
          <a:p>
            <a:pPr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    http:// www.</a:t>
            </a:r>
            <a:r>
              <a:rPr lang="en-US" altLang="zh-CN" sz="2400" b="1" dirty="0">
                <a:solidFill>
                  <a:schemeClr val="bg1"/>
                </a:solidFill>
              </a:rPr>
              <a:t>ccdc</a:t>
            </a:r>
            <a:r>
              <a:rPr lang="en-US" altLang="zh-CN" sz="2400" dirty="0">
                <a:solidFill>
                  <a:schemeClr val="bg1"/>
                </a:solidFill>
              </a:rPr>
              <a:t>.cam.ac.uk/products/</a:t>
            </a:r>
            <a:r>
              <a:rPr lang="en-US" altLang="zh-CN" sz="2400" b="1" dirty="0">
                <a:solidFill>
                  <a:schemeClr val="bg1"/>
                </a:solidFill>
              </a:rPr>
              <a:t>mercury</a:t>
            </a:r>
            <a:r>
              <a:rPr lang="en-US" altLang="zh-CN" sz="2400" dirty="0">
                <a:solidFill>
                  <a:schemeClr val="bg1"/>
                </a:solidFill>
              </a:rPr>
              <a:t>/‎</a:t>
            </a:r>
          </a:p>
          <a:p>
            <a:r>
              <a:rPr lang="zh-CN" altLang="en-US" sz="2400" dirty="0">
                <a:solidFill>
                  <a:schemeClr val="bg1"/>
                </a:solidFill>
              </a:rPr>
              <a:t>晶体结构三维显示软件</a:t>
            </a:r>
            <a:r>
              <a:rPr lang="en-US" altLang="zh-CN" sz="2400" dirty="0" err="1">
                <a:solidFill>
                  <a:schemeClr val="bg1"/>
                </a:solidFill>
              </a:rPr>
              <a:t>CrystalMaker</a:t>
            </a:r>
            <a:r>
              <a:rPr lang="en-US" altLang="zh-CN" sz="2400" dirty="0">
                <a:solidFill>
                  <a:schemeClr val="bg1"/>
                </a:solidFill>
              </a:rPr>
              <a:t>, etc.</a:t>
            </a:r>
            <a:r>
              <a:rPr lang="zh-CN" altLang="en-US" sz="2400" dirty="0">
                <a:solidFill>
                  <a:schemeClr val="bg1"/>
                </a:solidFill>
              </a:rPr>
              <a:t> </a:t>
            </a:r>
            <a:endParaRPr lang="en-US" altLang="zh-CN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altLang="zh-CN" sz="2400" dirty="0">
                <a:solidFill>
                  <a:schemeClr val="bg1"/>
                </a:solidFill>
              </a:rPr>
              <a:t>    http://www.crystalmaker.com/</a:t>
            </a:r>
          </a:p>
          <a:p>
            <a:r>
              <a:rPr lang="zh-CN" altLang="en-US" sz="2400" dirty="0">
                <a:solidFill>
                  <a:schemeClr val="bg1"/>
                </a:solidFill>
              </a:rPr>
              <a:t>分子结构三维显示软件</a:t>
            </a:r>
            <a:r>
              <a:rPr lang="en-US" altLang="zh-CN" sz="2400" dirty="0" err="1">
                <a:solidFill>
                  <a:schemeClr val="bg1"/>
                </a:solidFill>
              </a:rPr>
              <a:t>Rastop</a:t>
            </a:r>
            <a:r>
              <a:rPr lang="en-US" altLang="zh-CN" sz="2400" dirty="0">
                <a:solidFill>
                  <a:schemeClr val="bg1"/>
                </a:solidFill>
              </a:rPr>
              <a:t>, etc.</a:t>
            </a:r>
          </a:p>
          <a:p>
            <a:pPr>
              <a:buNone/>
            </a:pPr>
            <a:r>
              <a:rPr lang="zh-CN" altLang="en-US" sz="2400" dirty="0">
                <a:solidFill>
                  <a:schemeClr val="bg1"/>
                </a:solidFill>
              </a:rPr>
              <a:t>    </a:t>
            </a:r>
            <a:r>
              <a:rPr lang="en-US" altLang="zh-CN" sz="2400" dirty="0">
                <a:solidFill>
                  <a:schemeClr val="bg1"/>
                </a:solidFill>
              </a:rPr>
              <a:t>http://www.geneinfinity.org/rastop/ 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C6D692E9-F9E5-7604-9E54-9D7460608D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43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3627513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000" y="1412776"/>
            <a:ext cx="9144000" cy="4312454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3845480" y="624881"/>
            <a:ext cx="450104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/>
              <a:t>VESTA-JP </a:t>
            </a:r>
            <a:r>
              <a:rPr lang="zh-CN" altLang="en-US" sz="3200" b="1" dirty="0"/>
              <a:t>（简称</a:t>
            </a:r>
            <a:r>
              <a:rPr lang="en-US" altLang="zh-CN" sz="3200" b="1" dirty="0"/>
              <a:t>VESTA</a:t>
            </a:r>
            <a:r>
              <a:rPr lang="zh-CN" altLang="en-US" sz="3200" b="1" dirty="0"/>
              <a:t>）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1C679BE-388B-5458-0C10-1B9371051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44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655159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solidFill>
                  <a:schemeClr val="bg1"/>
                </a:solidFill>
              </a:rPr>
              <a:t>课后任务（不需要上交）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>
                <a:solidFill>
                  <a:schemeClr val="bg1"/>
                </a:solidFill>
              </a:rPr>
              <a:t>预习</a:t>
            </a:r>
            <a:endParaRPr lang="en-US" altLang="zh-CN" sz="2800" dirty="0">
              <a:solidFill>
                <a:schemeClr val="bg1"/>
              </a:solidFill>
            </a:endParaRPr>
          </a:p>
          <a:p>
            <a:pPr lvl="1"/>
            <a:r>
              <a:rPr lang="zh-CN" altLang="en-US" sz="2600" dirty="0">
                <a:solidFill>
                  <a:schemeClr val="bg1"/>
                </a:solidFill>
              </a:rPr>
              <a:t>“点群”、“空间群”概念</a:t>
            </a:r>
            <a:endParaRPr lang="en-US" altLang="zh-CN" sz="2600" dirty="0">
              <a:solidFill>
                <a:schemeClr val="bg1"/>
              </a:solidFill>
            </a:endParaRPr>
          </a:p>
          <a:p>
            <a:pPr lvl="1"/>
            <a:r>
              <a:rPr lang="zh-CN" altLang="en-US" sz="2600" dirty="0">
                <a:solidFill>
                  <a:schemeClr val="bg1"/>
                </a:solidFill>
              </a:rPr>
              <a:t>“七大晶系”、“</a:t>
            </a:r>
            <a:r>
              <a:rPr lang="en-US" altLang="zh-CN" sz="2600" dirty="0">
                <a:solidFill>
                  <a:schemeClr val="bg1"/>
                </a:solidFill>
              </a:rPr>
              <a:t>14</a:t>
            </a:r>
            <a:r>
              <a:rPr lang="zh-CN" altLang="en-US" sz="2600" dirty="0">
                <a:solidFill>
                  <a:schemeClr val="bg1"/>
                </a:solidFill>
              </a:rPr>
              <a:t>类布拉维格子”</a:t>
            </a:r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E8519C4A-FBD2-7032-536D-22E26C5A80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3559702"/>
              </p:ext>
            </p:extLst>
          </p:nvPr>
        </p:nvGraphicFramePr>
        <p:xfrm>
          <a:off x="0" y="0"/>
          <a:ext cx="12192000" cy="30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07207433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1511326896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527446776"/>
                    </a:ext>
                  </a:extLst>
                </a:gridCol>
              </a:tblGrid>
              <a:tr h="251791">
                <a:tc>
                  <a:txBody>
                    <a:bodyPr/>
                    <a:lstStyle/>
                    <a:p>
                      <a:r>
                        <a:rPr lang="zh-CN" altLang="en-US" sz="14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中国科学院大学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 </a:t>
                      </a:r>
                      <a:r>
                        <a:rPr lang="en-US" altLang="zh-CN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 </a:t>
                      </a:r>
                      <a:r>
                        <a:rPr lang="zh-CN" altLang="en-US" sz="12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fld id="{24CD34AB-CB5C-4BA4-AA5E-53B933206454}" type="slidenum">
                        <a:rPr lang="zh-CN" altLang="en-US" sz="1200" smtClean="0"/>
                        <a:t>45</a:t>
                      </a:fld>
                      <a:endParaRPr lang="zh-CN" altLang="en-US" sz="1200" dirty="0"/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575705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Damask">
  <a:themeElements>
    <a:clrScheme name="Damask">
      <a:dk1>
        <a:sysClr val="windowText" lastClr="000000"/>
      </a:dk1>
      <a:lt1>
        <a:sysClr val="window" lastClr="FFFFFF"/>
      </a:lt1>
      <a:dk2>
        <a:srgbClr val="2A5B7F"/>
      </a:dk2>
      <a:lt2>
        <a:srgbClr val="ABDAFC"/>
      </a:lt2>
      <a:accent1>
        <a:srgbClr val="9EC544"/>
      </a:accent1>
      <a:accent2>
        <a:srgbClr val="50BEA3"/>
      </a:accent2>
      <a:accent3>
        <a:srgbClr val="4A9CCC"/>
      </a:accent3>
      <a:accent4>
        <a:srgbClr val="9A66CA"/>
      </a:accent4>
      <a:accent5>
        <a:srgbClr val="C54F71"/>
      </a:accent5>
      <a:accent6>
        <a:srgbClr val="DE9C3C"/>
      </a:accent6>
      <a:hlink>
        <a:srgbClr val="6BA9DA"/>
      </a:hlink>
      <a:folHlink>
        <a:srgbClr val="A0BCD3"/>
      </a:folHlink>
    </a:clrScheme>
    <a:fontScheme name="自定义 3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Damask">
      <a: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105000"/>
                <a:lumMod val="110000"/>
              </a:schemeClr>
            </a:gs>
            <a:gs pos="100000">
              <a:schemeClr val="phClr">
                <a:tint val="78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0000"/>
                <a:lumMod val="104000"/>
              </a:schemeClr>
            </a:gs>
            <a:gs pos="69000">
              <a:schemeClr val="phClr">
                <a:shade val="86000"/>
                <a:satMod val="130000"/>
                <a:lumMod val="102000"/>
              </a:schemeClr>
            </a:gs>
            <a:gs pos="100000">
              <a:schemeClr val="phClr">
                <a:shade val="72000"/>
                <a:satMod val="130000"/>
                <a:lum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sy="96000" rotWithShape="0">
              <a:srgbClr val="000000">
                <a:alpha val="54000"/>
              </a:srgbClr>
            </a:outerShdw>
          </a:effectLst>
        </a:effectStyle>
        <a:effectStyle>
          <a:effectLst>
            <a:outerShdw blurRad="76200" dist="38100" dir="5400000" algn="ctr" rotWithShape="0">
              <a:srgbClr val="000000">
                <a:alpha val="76000"/>
              </a:srgbClr>
            </a:outerShdw>
          </a:effectLst>
          <a:scene3d>
            <a:camera prst="orthographicFront">
              <a:rot lat="0" lon="0" rev="0"/>
            </a:camera>
            <a:lightRig rig="balanced" dir="t"/>
          </a:scene3d>
          <a:sp3d prstMaterial="matte">
            <a:bevelT w="25400" h="25400" prst="relaxedInse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shade val="18000"/>
                <a:satMod val="160000"/>
                <a:lumMod val="28000"/>
              </a:schemeClr>
              <a:schemeClr val="phClr">
                <a:tint val="95000"/>
                <a:satMod val="160000"/>
                <a:lumMod val="11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mask" id="{F9A299A0-33D0-4E0F-9F3F-7163E3744208}" vid="{746EEEEA-FB6A-406B-B510-531588D54811}"/>
    </a:ext>
  </a:extLst>
</a:theme>
</file>

<file path=ppt/theme/theme2.xml><?xml version="1.0" encoding="utf-8"?>
<a:theme xmlns:a="http://schemas.openxmlformats.org/drawingml/2006/main" name="Office 2013 - 2022 主题">
  <a:themeElements>
    <a:clrScheme name="Office 2013 - 2022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 2013 - 2022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TM04033921[[fn=花纹]]</Template>
  <TotalTime>434</TotalTime>
  <Words>3838</Words>
  <Application>Microsoft Office PowerPoint</Application>
  <PresentationFormat>宽屏</PresentationFormat>
  <Paragraphs>396</Paragraphs>
  <Slides>45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45</vt:i4>
      </vt:variant>
    </vt:vector>
  </HeadingPairs>
  <TitlesOfParts>
    <vt:vector size="55" baseType="lpstr">
      <vt:lpstr>等线</vt:lpstr>
      <vt:lpstr>微软雅黑</vt:lpstr>
      <vt:lpstr>Aptos</vt:lpstr>
      <vt:lpstr>Arial</vt:lpstr>
      <vt:lpstr>Calibri</vt:lpstr>
      <vt:lpstr>Cambria Math</vt:lpstr>
      <vt:lpstr>Wingdings</vt:lpstr>
      <vt:lpstr>Wingdings 2</vt:lpstr>
      <vt:lpstr>Damask</vt:lpstr>
      <vt:lpstr>Office 2013 - 2022 主题</vt:lpstr>
      <vt:lpstr>固体物理（2班） Solid state physics</vt:lpstr>
      <vt:lpstr>教材及可用资源</vt:lpstr>
      <vt:lpstr>教材及可用资源</vt:lpstr>
      <vt:lpstr>什么是固体物理学？</vt:lpstr>
      <vt:lpstr>课程安排</vt:lpstr>
      <vt:lpstr>分数安排</vt:lpstr>
      <vt:lpstr>第一章 晶体结构</vt:lpstr>
      <vt:lpstr>固体微观结构 vs 宏观性质</vt:lpstr>
      <vt:lpstr>晶体：有序体系——长程、规律重复</vt:lpstr>
      <vt:lpstr>晶格（lattice）：晶体重复的方式</vt:lpstr>
      <vt:lpstr>基元（basis / motif）：重复单元</vt:lpstr>
      <vt:lpstr>如何描述晶格：基矢与布拉维（Bravais）格子</vt:lpstr>
      <vt:lpstr>布拉维格子与平移不变性</vt:lpstr>
      <vt:lpstr>石墨烯</vt:lpstr>
      <vt:lpstr>石墨烯</vt:lpstr>
      <vt:lpstr>石墨烯（复式晶格）</vt:lpstr>
      <vt:lpstr>石墨烯（复式晶格）</vt:lpstr>
      <vt:lpstr>原胞（Primitive cell）</vt:lpstr>
      <vt:lpstr>维格纳-塞茨（Wigner-Seitz）原胞</vt:lpstr>
      <vt:lpstr>石墨烯的WS原胞</vt:lpstr>
      <vt:lpstr>立方晶系布拉维格子</vt:lpstr>
      <vt:lpstr>立方晶系布拉维格子</vt:lpstr>
      <vt:lpstr>简单立方(sc)</vt:lpstr>
      <vt:lpstr>简单立方WS原胞</vt:lpstr>
      <vt:lpstr>体心立方(bcc)</vt:lpstr>
      <vt:lpstr>PowerPoint 演示文稿</vt:lpstr>
      <vt:lpstr>思考： 此原胞中有多少原子？ 每个原子的坐标是多少？</vt:lpstr>
      <vt:lpstr>体心立方WS原胞</vt:lpstr>
      <vt:lpstr>体心立方WS原胞</vt:lpstr>
      <vt:lpstr>面心立方(fcc)</vt:lpstr>
      <vt:lpstr>面心立方WS原胞</vt:lpstr>
      <vt:lpstr>面心立方WS原胞</vt:lpstr>
      <vt:lpstr>单胞 (unit cell)</vt:lpstr>
      <vt:lpstr>单胞和原胞</vt:lpstr>
      <vt:lpstr>单胞</vt:lpstr>
      <vt:lpstr>NaCl晶体的布拉维格子？</vt:lpstr>
      <vt:lpstr>金刚石的布拉维格子？</vt:lpstr>
      <vt:lpstr>基元（basis / motif）：重复单元</vt:lpstr>
      <vt:lpstr>简单晶格和复式晶格</vt:lpstr>
      <vt:lpstr>超胞 (supercell): 单胞或原胞的整数倍扩展</vt:lpstr>
      <vt:lpstr>本课小结</vt:lpstr>
      <vt:lpstr>晶体结构数据库</vt:lpstr>
      <vt:lpstr>网络学习资源</vt:lpstr>
      <vt:lpstr>PowerPoint 演示文稿</vt:lpstr>
      <vt:lpstr>课后任务（不需要上交）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 Wang</dc:creator>
  <cp:lastModifiedBy>Zhi Wang</cp:lastModifiedBy>
  <cp:revision>1</cp:revision>
  <dcterms:created xsi:type="dcterms:W3CDTF">2024-09-01T15:14:15Z</dcterms:created>
  <dcterms:modified xsi:type="dcterms:W3CDTF">2026-09-13T12:55:32Z</dcterms:modified>
</cp:coreProperties>
</file>