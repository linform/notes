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7" r:id="rId2"/>
    <p:sldId id="261" r:id="rId3"/>
    <p:sldId id="262" r:id="rId4"/>
    <p:sldId id="265" r:id="rId5"/>
    <p:sldId id="266" r:id="rId6"/>
    <p:sldId id="517" r:id="rId7"/>
    <p:sldId id="267" r:id="rId8"/>
    <p:sldId id="268" r:id="rId9"/>
    <p:sldId id="269" r:id="rId10"/>
    <p:sldId id="524" r:id="rId11"/>
    <p:sldId id="270" r:id="rId12"/>
    <p:sldId id="271" r:id="rId13"/>
    <p:sldId id="273" r:id="rId14"/>
    <p:sldId id="522" r:id="rId15"/>
    <p:sldId id="523" r:id="rId16"/>
    <p:sldId id="275" r:id="rId17"/>
    <p:sldId id="514" r:id="rId18"/>
    <p:sldId id="276" r:id="rId19"/>
    <p:sldId id="515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516" r:id="rId28"/>
    <p:sldId id="459" r:id="rId29"/>
    <p:sldId id="285" r:id="rId30"/>
    <p:sldId id="462" r:id="rId31"/>
    <p:sldId id="461" r:id="rId32"/>
    <p:sldId id="463" r:id="rId33"/>
    <p:sldId id="465" r:id="rId34"/>
    <p:sldId id="466" r:id="rId35"/>
    <p:sldId id="467" r:id="rId36"/>
    <p:sldId id="507" r:id="rId37"/>
    <p:sldId id="508" r:id="rId38"/>
    <p:sldId id="513" r:id="rId39"/>
    <p:sldId id="437" r:id="rId40"/>
    <p:sldId id="445" r:id="rId41"/>
    <p:sldId id="446" r:id="rId42"/>
    <p:sldId id="448" r:id="rId43"/>
    <p:sldId id="452" r:id="rId44"/>
    <p:sldId id="455" r:id="rId45"/>
    <p:sldId id="456" r:id="rId46"/>
    <p:sldId id="457" r:id="rId47"/>
    <p:sldId id="458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AF4AF-E6F1-467A-9EF1-E5DBB4696253}" v="312" dt="2026-09-20T14:05:22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8" autoAdjust="0"/>
    <p:restoredTop sz="94660"/>
  </p:normalViewPr>
  <p:slideViewPr>
    <p:cSldViewPr snapToGrid="0">
      <p:cViewPr>
        <p:scale>
          <a:sx n="150" d="100"/>
          <a:sy n="150" d="100"/>
        </p:scale>
        <p:origin x="201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774C7CDD-8B60-419F-A773-E1B9126FB4F0}"/>
    <pc:docChg chg="undo custSel addSld delSld modSld">
      <pc:chgData name="Zhi Wang" userId="7588ea56f58b19c7" providerId="LiveId" clId="{774C7CDD-8B60-419F-A773-E1B9126FB4F0}" dt="2026-09-20T14:06:29.378" v="678" actId="255"/>
      <pc:docMkLst>
        <pc:docMk/>
      </pc:docMkLst>
      <pc:sldChg chg="addSp delSp modSp mod">
        <pc:chgData name="Zhi Wang" userId="7588ea56f58b19c7" providerId="LiveId" clId="{774C7CDD-8B60-419F-A773-E1B9126FB4F0}" dt="2026-09-20T12:58:16.838" v="119" actId="20577"/>
        <pc:sldMkLst>
          <pc:docMk/>
          <pc:sldMk cId="3604740794" sldId="270"/>
        </pc:sldMkLst>
        <pc:spChg chg="mod">
          <ac:chgData name="Zhi Wang" userId="7588ea56f58b19c7" providerId="LiveId" clId="{774C7CDD-8B60-419F-A773-E1B9126FB4F0}" dt="2026-09-20T12:58:16.838" v="119" actId="20577"/>
          <ac:spMkLst>
            <pc:docMk/>
            <pc:sldMk cId="3604740794" sldId="270"/>
            <ac:spMk id="3" creationId="{0BCF62E4-8876-39B5-D244-F6F6D9D88B84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19" creationId="{71E8BAED-D658-ADD2-1BE1-F41A0F75B800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20" creationId="{7C8C1D73-F669-3094-54AB-0BA795A80577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22" creationId="{C952EA0C-0D0F-8045-AB08-0A67C44B6CFC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25" creationId="{B647187F-A386-141C-0A94-FD0BF40B4E9B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30" creationId="{47455B69-6D94-C97C-3B2F-7B1A743D3A08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31" creationId="{F0B3F5DF-DF84-9F3D-A5AF-E6D5F07B4985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34" creationId="{FE68E1CE-ECBE-58FD-AF09-32694F211AFF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35" creationId="{BAE89F91-557B-28F8-B0FA-AA9052956959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38" creationId="{27CE9BE2-95E6-431B-7042-D49D3012ADE3}"/>
          </ac:spMkLst>
        </pc:spChg>
        <pc:spChg chg="mod">
          <ac:chgData name="Zhi Wang" userId="7588ea56f58b19c7" providerId="LiveId" clId="{774C7CDD-8B60-419F-A773-E1B9126FB4F0}" dt="2026-09-20T12:56:46.982" v="10"/>
          <ac:spMkLst>
            <pc:docMk/>
            <pc:sldMk cId="3604740794" sldId="270"/>
            <ac:spMk id="40" creationId="{86DBBD2B-1C70-C194-89FC-C49DF1AFF5FE}"/>
          </ac:spMkLst>
        </pc:spChg>
        <pc:spChg chg="mod">
          <ac:chgData name="Zhi Wang" userId="7588ea56f58b19c7" providerId="LiveId" clId="{774C7CDD-8B60-419F-A773-E1B9126FB4F0}" dt="2026-09-20T12:57:55.426" v="117" actId="1076"/>
          <ac:spMkLst>
            <pc:docMk/>
            <pc:sldMk cId="3604740794" sldId="270"/>
            <ac:spMk id="43" creationId="{351A9F0B-369F-699D-9798-BBA41EB16996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54" creationId="{4B50138D-0FFB-0DE6-9042-7B72B2097EA7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56" creationId="{50CA7391-18BB-3F99-3233-BE52B416E23D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57" creationId="{85BA086F-43ED-8E11-8A01-979718CBD3F1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58" creationId="{43D1697E-650B-2996-98FC-42F487B3B029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60" creationId="{973C624C-F118-F088-A2B9-053E609DE056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65" creationId="{1B9A611B-7CCE-D2E1-4FE7-9983A175AE53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70" creationId="{2FA9E7E1-A058-E369-43E9-5ED9B0C7C5E1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75" creationId="{9F47CFD9-C2F9-4223-4954-787CEC59ABAF}"/>
          </ac:spMkLst>
        </pc:spChg>
        <pc:spChg chg="mod">
          <ac:chgData name="Zhi Wang" userId="7588ea56f58b19c7" providerId="LiveId" clId="{774C7CDD-8B60-419F-A773-E1B9126FB4F0}" dt="2026-09-20T12:57:39.327" v="69"/>
          <ac:spMkLst>
            <pc:docMk/>
            <pc:sldMk cId="3604740794" sldId="270"/>
            <ac:spMk id="76" creationId="{B2E45CC8-6516-3AF8-A970-5DEFFFF4F518}"/>
          </ac:spMkLst>
        </pc:spChg>
        <pc:grpChg chg="del mod">
          <ac:chgData name="Zhi Wang" userId="7588ea56f58b19c7" providerId="LiveId" clId="{774C7CDD-8B60-419F-A773-E1B9126FB4F0}" dt="2026-09-20T12:57:38.975" v="68" actId="478"/>
          <ac:grpSpMkLst>
            <pc:docMk/>
            <pc:sldMk cId="3604740794" sldId="270"/>
            <ac:grpSpMk id="4" creationId="{81AB0C0E-CC1C-DCFD-5512-0CA62C73CA66}"/>
          </ac:grpSpMkLst>
        </pc:grpChg>
        <pc:grpChg chg="mod">
          <ac:chgData name="Zhi Wang" userId="7588ea56f58b19c7" providerId="LiveId" clId="{774C7CDD-8B60-419F-A773-E1B9126FB4F0}" dt="2026-09-20T12:57:44.524" v="112" actId="1035"/>
          <ac:grpSpMkLst>
            <pc:docMk/>
            <pc:sldMk cId="3604740794" sldId="270"/>
            <ac:grpSpMk id="41" creationId="{F61A9D9C-CA1F-7E15-1621-6A083F23D9C5}"/>
          </ac:grpSpMkLst>
        </pc:grpChg>
        <pc:picChg chg="del">
          <ac:chgData name="Zhi Wang" userId="7588ea56f58b19c7" providerId="LiveId" clId="{774C7CDD-8B60-419F-A773-E1B9126FB4F0}" dt="2026-09-20T12:55:50.320" v="0" actId="478"/>
          <ac:picMkLst>
            <pc:docMk/>
            <pc:sldMk cId="3604740794" sldId="270"/>
            <ac:picMk id="5" creationId="{FE107C9A-83EC-CA7E-79FD-330DD7F612F9}"/>
          </ac:picMkLst>
        </pc:picChg>
        <pc:cxnChg chg="mod">
          <ac:chgData name="Zhi Wang" userId="7588ea56f58b19c7" providerId="LiveId" clId="{774C7CDD-8B60-419F-A773-E1B9126FB4F0}" dt="2026-09-20T12:57:51.238" v="116" actId="1038"/>
          <ac:cxnSpMkLst>
            <pc:docMk/>
            <pc:sldMk cId="3604740794" sldId="270"/>
            <ac:cxnSpMk id="42" creationId="{FFF41CEF-315A-18B8-C79A-C5CF55DBB39B}"/>
          </ac:cxnSpMkLst>
        </pc:cxnChg>
      </pc:sldChg>
      <pc:sldChg chg="modSp mod">
        <pc:chgData name="Zhi Wang" userId="7588ea56f58b19c7" providerId="LiveId" clId="{774C7CDD-8B60-419F-A773-E1B9126FB4F0}" dt="2026-09-20T12:59:23.790" v="126" actId="14100"/>
        <pc:sldMkLst>
          <pc:docMk/>
          <pc:sldMk cId="1603316526" sldId="271"/>
        </pc:sldMkLst>
        <pc:spChg chg="mod">
          <ac:chgData name="Zhi Wang" userId="7588ea56f58b19c7" providerId="LiveId" clId="{774C7CDD-8B60-419F-A773-E1B9126FB4F0}" dt="2026-09-20T12:59:23.790" v="126" actId="14100"/>
          <ac:spMkLst>
            <pc:docMk/>
            <pc:sldMk cId="1603316526" sldId="271"/>
            <ac:spMk id="5" creationId="{046AAE18-7958-7A5C-5D26-6B4C856B7752}"/>
          </ac:spMkLst>
        </pc:spChg>
        <pc:picChg chg="mod">
          <ac:chgData name="Zhi Wang" userId="7588ea56f58b19c7" providerId="LiveId" clId="{774C7CDD-8B60-419F-A773-E1B9126FB4F0}" dt="2026-09-20T12:59:20.567" v="125" actId="1076"/>
          <ac:picMkLst>
            <pc:docMk/>
            <pc:sldMk cId="1603316526" sldId="271"/>
            <ac:picMk id="4" creationId="{2D1BCD69-A160-CAD0-B050-8F70A7D8A52E}"/>
          </ac:picMkLst>
        </pc:picChg>
      </pc:sldChg>
      <pc:sldChg chg="modSp del">
        <pc:chgData name="Zhi Wang" userId="7588ea56f58b19c7" providerId="LiveId" clId="{774C7CDD-8B60-419F-A773-E1B9126FB4F0}" dt="2026-09-20T13:27:49.831" v="251" actId="47"/>
        <pc:sldMkLst>
          <pc:docMk/>
          <pc:sldMk cId="1341657087" sldId="272"/>
        </pc:sldMkLst>
        <pc:spChg chg="mod">
          <ac:chgData name="Zhi Wang" userId="7588ea56f58b19c7" providerId="LiveId" clId="{774C7CDD-8B60-419F-A773-E1B9126FB4F0}" dt="2026-09-20T12:59:43.514" v="127" actId="20577"/>
          <ac:spMkLst>
            <pc:docMk/>
            <pc:sldMk cId="1341657087" sldId="272"/>
            <ac:spMk id="3" creationId="{6FE4E7E6-921B-6F7E-C1BA-1D0A31968F25}"/>
          </ac:spMkLst>
        </pc:spChg>
      </pc:sldChg>
      <pc:sldChg chg="addSp modSp mod">
        <pc:chgData name="Zhi Wang" userId="7588ea56f58b19c7" providerId="LiveId" clId="{774C7CDD-8B60-419F-A773-E1B9126FB4F0}" dt="2026-09-20T14:00:21.256" v="621" actId="207"/>
        <pc:sldMkLst>
          <pc:docMk/>
          <pc:sldMk cId="3398165160" sldId="273"/>
        </pc:sldMkLst>
        <pc:spChg chg="mod">
          <ac:chgData name="Zhi Wang" userId="7588ea56f58b19c7" providerId="LiveId" clId="{774C7CDD-8B60-419F-A773-E1B9126FB4F0}" dt="2026-09-20T13:02:51.930" v="226" actId="20577"/>
          <ac:spMkLst>
            <pc:docMk/>
            <pc:sldMk cId="3398165160" sldId="273"/>
            <ac:spMk id="3" creationId="{B48A0287-7368-009B-A4B8-C06A83B3B069}"/>
          </ac:spMkLst>
        </pc:spChg>
        <pc:spChg chg="mod">
          <ac:chgData name="Zhi Wang" userId="7588ea56f58b19c7" providerId="LiveId" clId="{774C7CDD-8B60-419F-A773-E1B9126FB4F0}" dt="2026-09-20T13:01:01.331" v="175" actId="1035"/>
          <ac:spMkLst>
            <pc:docMk/>
            <pc:sldMk cId="3398165160" sldId="273"/>
            <ac:spMk id="6" creationId="{E6A83100-C444-B542-9E29-56619A5906A6}"/>
          </ac:spMkLst>
        </pc:spChg>
        <pc:spChg chg="add mod">
          <ac:chgData name="Zhi Wang" userId="7588ea56f58b19c7" providerId="LiveId" clId="{774C7CDD-8B60-419F-A773-E1B9126FB4F0}" dt="2026-09-20T14:00:21.256" v="621" actId="207"/>
          <ac:spMkLst>
            <pc:docMk/>
            <pc:sldMk cId="3398165160" sldId="273"/>
            <ac:spMk id="8" creationId="{B889E16C-1B30-1E54-E7AE-B43E3C65CCA8}"/>
          </ac:spMkLst>
        </pc:spChg>
        <pc:picChg chg="mod">
          <ac:chgData name="Zhi Wang" userId="7588ea56f58b19c7" providerId="LiveId" clId="{774C7CDD-8B60-419F-A773-E1B9126FB4F0}" dt="2026-09-20T13:00:59.185" v="163" actId="1035"/>
          <ac:picMkLst>
            <pc:docMk/>
            <pc:sldMk cId="3398165160" sldId="273"/>
            <ac:picMk id="4" creationId="{FEDBA06C-04B4-92D3-1BDF-768B300D2A1D}"/>
          </ac:picMkLst>
        </pc:picChg>
      </pc:sldChg>
      <pc:sldChg chg="del">
        <pc:chgData name="Zhi Wang" userId="7588ea56f58b19c7" providerId="LiveId" clId="{774C7CDD-8B60-419F-A773-E1B9126FB4F0}" dt="2026-09-20T13:27:41.247" v="250" actId="47"/>
        <pc:sldMkLst>
          <pc:docMk/>
          <pc:sldMk cId="1634659145" sldId="274"/>
        </pc:sldMkLst>
      </pc:sldChg>
      <pc:sldChg chg="modSp mod">
        <pc:chgData name="Zhi Wang" userId="7588ea56f58b19c7" providerId="LiveId" clId="{774C7CDD-8B60-419F-A773-E1B9126FB4F0}" dt="2026-09-20T13:28:31.088" v="270" actId="1076"/>
        <pc:sldMkLst>
          <pc:docMk/>
          <pc:sldMk cId="2826956325" sldId="275"/>
        </pc:sldMkLst>
        <pc:spChg chg="mod">
          <ac:chgData name="Zhi Wang" userId="7588ea56f58b19c7" providerId="LiveId" clId="{774C7CDD-8B60-419F-A773-E1B9126FB4F0}" dt="2026-09-20T13:28:07.871" v="252" actId="255"/>
          <ac:spMkLst>
            <pc:docMk/>
            <pc:sldMk cId="2826956325" sldId="275"/>
            <ac:spMk id="3" creationId="{574A1FF9-8437-ABBE-43F6-646EEB24B1F8}"/>
          </ac:spMkLst>
        </pc:spChg>
        <pc:spChg chg="mod">
          <ac:chgData name="Zhi Wang" userId="7588ea56f58b19c7" providerId="LiveId" clId="{774C7CDD-8B60-419F-A773-E1B9126FB4F0}" dt="2026-09-20T13:28:31.088" v="270" actId="1076"/>
          <ac:spMkLst>
            <pc:docMk/>
            <pc:sldMk cId="2826956325" sldId="275"/>
            <ac:spMk id="6" creationId="{07D92227-836E-28FD-5154-673948FB4D73}"/>
          </ac:spMkLst>
        </pc:spChg>
        <pc:picChg chg="mod">
          <ac:chgData name="Zhi Wang" userId="7588ea56f58b19c7" providerId="LiveId" clId="{774C7CDD-8B60-419F-A773-E1B9126FB4F0}" dt="2026-09-20T13:28:18.154" v="253" actId="1076"/>
          <ac:picMkLst>
            <pc:docMk/>
            <pc:sldMk cId="2826956325" sldId="275"/>
            <ac:picMk id="4" creationId="{228C1015-3919-35DC-8492-1B2317238C74}"/>
          </ac:picMkLst>
        </pc:picChg>
      </pc:sldChg>
      <pc:sldChg chg="addSp modSp mod">
        <pc:chgData name="Zhi Wang" userId="7588ea56f58b19c7" providerId="LiveId" clId="{774C7CDD-8B60-419F-A773-E1B9126FB4F0}" dt="2026-09-20T14:02:57.093" v="659" actId="207"/>
        <pc:sldMkLst>
          <pc:docMk/>
          <pc:sldMk cId="2292478759" sldId="276"/>
        </pc:sldMkLst>
        <pc:spChg chg="mod">
          <ac:chgData name="Zhi Wang" userId="7588ea56f58b19c7" providerId="LiveId" clId="{774C7CDD-8B60-419F-A773-E1B9126FB4F0}" dt="2026-09-20T13:31:33.657" v="285" actId="255"/>
          <ac:spMkLst>
            <pc:docMk/>
            <pc:sldMk cId="2292478759" sldId="276"/>
            <ac:spMk id="3" creationId="{6EC3348F-A599-71DB-7D8D-433710510558}"/>
          </ac:spMkLst>
        </pc:spChg>
        <pc:spChg chg="add mod">
          <ac:chgData name="Zhi Wang" userId="7588ea56f58b19c7" providerId="LiveId" clId="{774C7CDD-8B60-419F-A773-E1B9126FB4F0}" dt="2026-09-20T14:02:57.093" v="659" actId="207"/>
          <ac:spMkLst>
            <pc:docMk/>
            <pc:sldMk cId="2292478759" sldId="276"/>
            <ac:spMk id="8" creationId="{F07D46F6-C270-58AC-EE72-086B096E1A63}"/>
          </ac:spMkLst>
        </pc:spChg>
      </pc:sldChg>
      <pc:sldChg chg="addSp delSp modSp mod">
        <pc:chgData name="Zhi Wang" userId="7588ea56f58b19c7" providerId="LiveId" clId="{774C7CDD-8B60-419F-A773-E1B9126FB4F0}" dt="2026-09-20T13:46:21.758" v="417" actId="207"/>
        <pc:sldMkLst>
          <pc:docMk/>
          <pc:sldMk cId="4204930346" sldId="277"/>
        </pc:sldMkLst>
        <pc:spChg chg="mod">
          <ac:chgData name="Zhi Wang" userId="7588ea56f58b19c7" providerId="LiveId" clId="{774C7CDD-8B60-419F-A773-E1B9126FB4F0}" dt="2026-09-20T13:46:21.758" v="417" actId="207"/>
          <ac:spMkLst>
            <pc:docMk/>
            <pc:sldMk cId="4204930346" sldId="277"/>
            <ac:spMk id="3" creationId="{A4061C47-157E-51AE-6F5C-64F2EA17A191}"/>
          </ac:spMkLst>
        </pc:spChg>
        <pc:picChg chg="del mod">
          <ac:chgData name="Zhi Wang" userId="7588ea56f58b19c7" providerId="LiveId" clId="{774C7CDD-8B60-419F-A773-E1B9126FB4F0}" dt="2026-09-20T13:44:38.713" v="394" actId="478"/>
          <ac:picMkLst>
            <pc:docMk/>
            <pc:sldMk cId="4204930346" sldId="277"/>
            <ac:picMk id="4" creationId="{AEB9DA98-CA6F-41E8-3444-4EA30B170B5F}"/>
          </ac:picMkLst>
        </pc:picChg>
        <pc:picChg chg="add mod">
          <ac:chgData name="Zhi Wang" userId="7588ea56f58b19c7" providerId="LiveId" clId="{774C7CDD-8B60-419F-A773-E1B9126FB4F0}" dt="2026-09-20T13:45:24.649" v="402" actId="1076"/>
          <ac:picMkLst>
            <pc:docMk/>
            <pc:sldMk cId="4204930346" sldId="277"/>
            <ac:picMk id="7" creationId="{C952630B-C755-0A4A-38A0-50AD84C99E3D}"/>
          </ac:picMkLst>
        </pc:picChg>
      </pc:sldChg>
      <pc:sldChg chg="del">
        <pc:chgData name="Zhi Wang" userId="7588ea56f58b19c7" providerId="LiveId" clId="{774C7CDD-8B60-419F-A773-E1B9126FB4F0}" dt="2026-09-20T13:45:32.270" v="404" actId="47"/>
        <pc:sldMkLst>
          <pc:docMk/>
          <pc:sldMk cId="2711583738" sldId="278"/>
        </pc:sldMkLst>
      </pc:sldChg>
      <pc:sldChg chg="modSp mod">
        <pc:chgData name="Zhi Wang" userId="7588ea56f58b19c7" providerId="LiveId" clId="{774C7CDD-8B60-419F-A773-E1B9126FB4F0}" dt="2026-09-20T13:47:01.481" v="424" actId="20577"/>
        <pc:sldMkLst>
          <pc:docMk/>
          <pc:sldMk cId="1701174229" sldId="279"/>
        </pc:sldMkLst>
        <pc:spChg chg="mod">
          <ac:chgData name="Zhi Wang" userId="7588ea56f58b19c7" providerId="LiveId" clId="{774C7CDD-8B60-419F-A773-E1B9126FB4F0}" dt="2026-09-20T13:47:01.481" v="424" actId="20577"/>
          <ac:spMkLst>
            <pc:docMk/>
            <pc:sldMk cId="1701174229" sldId="279"/>
            <ac:spMk id="3" creationId="{89FA171B-5280-10EB-0852-AB24CA56294C}"/>
          </ac:spMkLst>
        </pc:spChg>
      </pc:sldChg>
      <pc:sldChg chg="addSp delSp modSp mod">
        <pc:chgData name="Zhi Wang" userId="7588ea56f58b19c7" providerId="LiveId" clId="{774C7CDD-8B60-419F-A773-E1B9126FB4F0}" dt="2026-09-20T13:48:59.317" v="470" actId="1076"/>
        <pc:sldMkLst>
          <pc:docMk/>
          <pc:sldMk cId="4260006186" sldId="280"/>
        </pc:sldMkLst>
        <pc:spChg chg="mod">
          <ac:chgData name="Zhi Wang" userId="7588ea56f58b19c7" providerId="LiveId" clId="{774C7CDD-8B60-419F-A773-E1B9126FB4F0}" dt="2026-09-20T13:47:46.434" v="439"/>
          <ac:spMkLst>
            <pc:docMk/>
            <pc:sldMk cId="4260006186" sldId="280"/>
            <ac:spMk id="3" creationId="{C5533D6C-FFB6-7DAD-DB06-5794381B3344}"/>
          </ac:spMkLst>
        </pc:spChg>
        <pc:picChg chg="add del">
          <ac:chgData name="Zhi Wang" userId="7588ea56f58b19c7" providerId="LiveId" clId="{774C7CDD-8B60-419F-A773-E1B9126FB4F0}" dt="2026-09-20T13:48:53.330" v="467" actId="478"/>
          <ac:picMkLst>
            <pc:docMk/>
            <pc:sldMk cId="4260006186" sldId="280"/>
            <ac:picMk id="4" creationId="{D27D8322-C60A-1CBA-24A3-EE420040E5E2}"/>
          </ac:picMkLst>
        </pc:picChg>
        <pc:picChg chg="add del mod">
          <ac:chgData name="Zhi Wang" userId="7588ea56f58b19c7" providerId="LiveId" clId="{774C7CDD-8B60-419F-A773-E1B9126FB4F0}" dt="2026-09-20T13:48:52.935" v="466" actId="22"/>
          <ac:picMkLst>
            <pc:docMk/>
            <pc:sldMk cId="4260006186" sldId="280"/>
            <ac:picMk id="7" creationId="{DFCD6F8A-1C08-40D9-1000-E75A00F4D869}"/>
          </ac:picMkLst>
        </pc:picChg>
        <pc:picChg chg="add mod">
          <ac:chgData name="Zhi Wang" userId="7588ea56f58b19c7" providerId="LiveId" clId="{774C7CDD-8B60-419F-A773-E1B9126FB4F0}" dt="2026-09-20T13:48:59.317" v="470" actId="1076"/>
          <ac:picMkLst>
            <pc:docMk/>
            <pc:sldMk cId="4260006186" sldId="280"/>
            <ac:picMk id="9" creationId="{21514F53-625F-80B6-724D-DD20D77A0D35}"/>
          </ac:picMkLst>
        </pc:picChg>
      </pc:sldChg>
      <pc:sldChg chg="addSp delSp modSp mod">
        <pc:chgData name="Zhi Wang" userId="7588ea56f58b19c7" providerId="LiveId" clId="{774C7CDD-8B60-419F-A773-E1B9126FB4F0}" dt="2026-09-20T13:48:37.987" v="461" actId="1076"/>
        <pc:sldMkLst>
          <pc:docMk/>
          <pc:sldMk cId="2588845348" sldId="281"/>
        </pc:sldMkLst>
        <pc:spChg chg="add del mod">
          <ac:chgData name="Zhi Wang" userId="7588ea56f58b19c7" providerId="LiveId" clId="{774C7CDD-8B60-419F-A773-E1B9126FB4F0}" dt="2026-09-20T13:48:11.328" v="444"/>
          <ac:spMkLst>
            <pc:docMk/>
            <pc:sldMk cId="2588845348" sldId="281"/>
            <ac:spMk id="3" creationId="{3FD9D417-7E68-E614-6AC2-2E8FAA66BECA}"/>
          </ac:spMkLst>
        </pc:spChg>
        <pc:spChg chg="add mod">
          <ac:chgData name="Zhi Wang" userId="7588ea56f58b19c7" providerId="LiveId" clId="{774C7CDD-8B60-419F-A773-E1B9126FB4F0}" dt="2026-09-20T13:48:37.987" v="461" actId="1076"/>
          <ac:spMkLst>
            <pc:docMk/>
            <pc:sldMk cId="2588845348" sldId="281"/>
            <ac:spMk id="6" creationId="{7A38FCE3-CEFD-1EC0-8CD2-366260C257A1}"/>
          </ac:spMkLst>
        </pc:spChg>
        <pc:spChg chg="add mod">
          <ac:chgData name="Zhi Wang" userId="7588ea56f58b19c7" providerId="LiveId" clId="{774C7CDD-8B60-419F-A773-E1B9126FB4F0}" dt="2026-09-20T13:48:32.779" v="458" actId="1076"/>
          <ac:spMkLst>
            <pc:docMk/>
            <pc:sldMk cId="2588845348" sldId="281"/>
            <ac:spMk id="8" creationId="{A06D943F-8393-4DD8-0EFE-13FF42A19ABF}"/>
          </ac:spMkLst>
        </pc:spChg>
      </pc:sldChg>
      <pc:sldChg chg="modSp mod">
        <pc:chgData name="Zhi Wang" userId="7588ea56f58b19c7" providerId="LiveId" clId="{774C7CDD-8B60-419F-A773-E1B9126FB4F0}" dt="2026-09-20T13:49:45.781" v="478"/>
        <pc:sldMkLst>
          <pc:docMk/>
          <pc:sldMk cId="2305241147" sldId="282"/>
        </pc:sldMkLst>
        <pc:spChg chg="mod">
          <ac:chgData name="Zhi Wang" userId="7588ea56f58b19c7" providerId="LiveId" clId="{774C7CDD-8B60-419F-A773-E1B9126FB4F0}" dt="2026-09-20T13:49:21.034" v="472" actId="255"/>
          <ac:spMkLst>
            <pc:docMk/>
            <pc:sldMk cId="2305241147" sldId="282"/>
            <ac:spMk id="3" creationId="{DCEFF686-F5FE-5D18-1C52-C2E4F45986CD}"/>
          </ac:spMkLst>
        </pc:spChg>
        <pc:spChg chg="mod">
          <ac:chgData name="Zhi Wang" userId="7588ea56f58b19c7" providerId="LiveId" clId="{774C7CDD-8B60-419F-A773-E1B9126FB4F0}" dt="2026-09-20T13:49:45.781" v="478"/>
          <ac:spMkLst>
            <pc:docMk/>
            <pc:sldMk cId="2305241147" sldId="282"/>
            <ac:spMk id="6" creationId="{3A8F0972-FC65-FEDD-1555-EEE7ABFE3035}"/>
          </ac:spMkLst>
        </pc:spChg>
      </pc:sldChg>
      <pc:sldChg chg="modSp">
        <pc:chgData name="Zhi Wang" userId="7588ea56f58b19c7" providerId="LiveId" clId="{774C7CDD-8B60-419F-A773-E1B9126FB4F0}" dt="2026-09-20T13:49:58.526" v="480" actId="255"/>
        <pc:sldMkLst>
          <pc:docMk/>
          <pc:sldMk cId="632139389" sldId="283"/>
        </pc:sldMkLst>
        <pc:spChg chg="mod">
          <ac:chgData name="Zhi Wang" userId="7588ea56f58b19c7" providerId="LiveId" clId="{774C7CDD-8B60-419F-A773-E1B9126FB4F0}" dt="2026-09-20T13:49:58.526" v="480" actId="255"/>
          <ac:spMkLst>
            <pc:docMk/>
            <pc:sldMk cId="632139389" sldId="283"/>
            <ac:spMk id="3" creationId="{AB1EA644-9219-4674-F7CC-B405F3CBF924}"/>
          </ac:spMkLst>
        </pc:spChg>
      </pc:sldChg>
      <pc:sldChg chg="modSp mod">
        <pc:chgData name="Zhi Wang" userId="7588ea56f58b19c7" providerId="LiveId" clId="{774C7CDD-8B60-419F-A773-E1B9126FB4F0}" dt="2026-09-20T14:06:29.378" v="678" actId="255"/>
        <pc:sldMkLst>
          <pc:docMk/>
          <pc:sldMk cId="4078190079" sldId="461"/>
        </pc:sldMkLst>
        <pc:spChg chg="mod">
          <ac:chgData name="Zhi Wang" userId="7588ea56f58b19c7" providerId="LiveId" clId="{774C7CDD-8B60-419F-A773-E1B9126FB4F0}" dt="2026-09-20T14:06:29.378" v="678" actId="255"/>
          <ac:spMkLst>
            <pc:docMk/>
            <pc:sldMk cId="4078190079" sldId="461"/>
            <ac:spMk id="3" creationId="{79987B5A-BC29-6451-7224-6C959E5A92A1}"/>
          </ac:spMkLst>
        </pc:spChg>
      </pc:sldChg>
      <pc:sldChg chg="modSp mod">
        <pc:chgData name="Zhi Wang" userId="7588ea56f58b19c7" providerId="LiveId" clId="{774C7CDD-8B60-419F-A773-E1B9126FB4F0}" dt="2026-09-20T13:53:49.726" v="553" actId="20577"/>
        <pc:sldMkLst>
          <pc:docMk/>
          <pc:sldMk cId="2062396669" sldId="465"/>
        </pc:sldMkLst>
        <pc:spChg chg="mod">
          <ac:chgData name="Zhi Wang" userId="7588ea56f58b19c7" providerId="LiveId" clId="{774C7CDD-8B60-419F-A773-E1B9126FB4F0}" dt="2026-09-20T13:53:49.726" v="553" actId="20577"/>
          <ac:spMkLst>
            <pc:docMk/>
            <pc:sldMk cId="2062396669" sldId="465"/>
            <ac:spMk id="3" creationId="{1FC55380-F83F-C948-526A-268419784D8D}"/>
          </ac:spMkLst>
        </pc:spChg>
        <pc:picChg chg="mod">
          <ac:chgData name="Zhi Wang" userId="7588ea56f58b19c7" providerId="LiveId" clId="{774C7CDD-8B60-419F-A773-E1B9126FB4F0}" dt="2026-09-20T13:53:18.254" v="548" actId="1076"/>
          <ac:picMkLst>
            <pc:docMk/>
            <pc:sldMk cId="2062396669" sldId="465"/>
            <ac:picMk id="4" creationId="{0E26C539-80C0-B226-B7B6-E86C5C3E5AE6}"/>
          </ac:picMkLst>
        </pc:picChg>
      </pc:sldChg>
      <pc:sldChg chg="modSp mod">
        <pc:chgData name="Zhi Wang" userId="7588ea56f58b19c7" providerId="LiveId" clId="{774C7CDD-8B60-419F-A773-E1B9126FB4F0}" dt="2026-09-20T13:53:36.491" v="552" actId="1076"/>
        <pc:sldMkLst>
          <pc:docMk/>
          <pc:sldMk cId="2202008897" sldId="466"/>
        </pc:sldMkLst>
        <pc:spChg chg="mod">
          <ac:chgData name="Zhi Wang" userId="7588ea56f58b19c7" providerId="LiveId" clId="{774C7CDD-8B60-419F-A773-E1B9126FB4F0}" dt="2026-09-20T13:53:36.491" v="552" actId="1076"/>
          <ac:spMkLst>
            <pc:docMk/>
            <pc:sldMk cId="2202008897" sldId="466"/>
            <ac:spMk id="6" creationId="{CFAA740E-9639-FD45-69C1-7388898E2F96}"/>
          </ac:spMkLst>
        </pc:spChg>
        <pc:picChg chg="mod">
          <ac:chgData name="Zhi Wang" userId="7588ea56f58b19c7" providerId="LiveId" clId="{774C7CDD-8B60-419F-A773-E1B9126FB4F0}" dt="2026-09-20T13:53:34.013" v="551" actId="14100"/>
          <ac:picMkLst>
            <pc:docMk/>
            <pc:sldMk cId="2202008897" sldId="466"/>
            <ac:picMk id="4" creationId="{35FFF628-2F67-CA8C-3B31-9E733BD537FD}"/>
          </ac:picMkLst>
        </pc:picChg>
      </pc:sldChg>
      <pc:sldChg chg="addSp modSp mod">
        <pc:chgData name="Zhi Wang" userId="7588ea56f58b19c7" providerId="LiveId" clId="{774C7CDD-8B60-419F-A773-E1B9126FB4F0}" dt="2026-09-20T14:05:02.219" v="668" actId="1076"/>
        <pc:sldMkLst>
          <pc:docMk/>
          <pc:sldMk cId="2483091451" sldId="507"/>
        </pc:sldMkLst>
        <pc:picChg chg="mod">
          <ac:chgData name="Zhi Wang" userId="7588ea56f58b19c7" providerId="LiveId" clId="{774C7CDD-8B60-419F-A773-E1B9126FB4F0}" dt="2026-09-20T14:04:37.249" v="660" actId="1076"/>
          <ac:picMkLst>
            <pc:docMk/>
            <pc:sldMk cId="2483091451" sldId="507"/>
            <ac:picMk id="3" creationId="{00000000-0000-0000-0000-000000000000}"/>
          </ac:picMkLst>
        </pc:picChg>
        <pc:picChg chg="add mod">
          <ac:chgData name="Zhi Wang" userId="7588ea56f58b19c7" providerId="LiveId" clId="{774C7CDD-8B60-419F-A773-E1B9126FB4F0}" dt="2026-09-20T14:05:02.219" v="668" actId="1076"/>
          <ac:picMkLst>
            <pc:docMk/>
            <pc:sldMk cId="2483091451" sldId="507"/>
            <ac:picMk id="5" creationId="{28DB429D-68B2-589F-5975-F855CB4AF827}"/>
          </ac:picMkLst>
        </pc:picChg>
      </pc:sldChg>
      <pc:sldChg chg="addSp modSp mod">
        <pc:chgData name="Zhi Wang" userId="7588ea56f58b19c7" providerId="LiveId" clId="{774C7CDD-8B60-419F-A773-E1B9126FB4F0}" dt="2026-09-20T14:05:22.778" v="676" actId="1076"/>
        <pc:sldMkLst>
          <pc:docMk/>
          <pc:sldMk cId="2766567803" sldId="508"/>
        </pc:sldMkLst>
        <pc:picChg chg="mod">
          <ac:chgData name="Zhi Wang" userId="7588ea56f58b19c7" providerId="LiveId" clId="{774C7CDD-8B60-419F-A773-E1B9126FB4F0}" dt="2026-09-20T14:05:07.917" v="671" actId="1076"/>
          <ac:picMkLst>
            <pc:docMk/>
            <pc:sldMk cId="2766567803" sldId="508"/>
            <ac:picMk id="3" creationId="{00000000-0000-0000-0000-000000000000}"/>
          </ac:picMkLst>
        </pc:picChg>
        <pc:picChg chg="add mod">
          <ac:chgData name="Zhi Wang" userId="7588ea56f58b19c7" providerId="LiveId" clId="{774C7CDD-8B60-419F-A773-E1B9126FB4F0}" dt="2026-09-20T14:05:22.778" v="676" actId="1076"/>
          <ac:picMkLst>
            <pc:docMk/>
            <pc:sldMk cId="2766567803" sldId="508"/>
            <ac:picMk id="5" creationId="{DB88B220-3BA1-60AF-5CA8-774E27746BF8}"/>
          </ac:picMkLst>
        </pc:picChg>
      </pc:sldChg>
      <pc:sldChg chg="addSp delSp modSp mod">
        <pc:chgData name="Zhi Wang" userId="7588ea56f58b19c7" providerId="LiveId" clId="{774C7CDD-8B60-419F-A773-E1B9126FB4F0}" dt="2026-09-20T13:30:19.730" v="283" actId="1076"/>
        <pc:sldMkLst>
          <pc:docMk/>
          <pc:sldMk cId="2122883539" sldId="514"/>
        </pc:sldMkLst>
        <pc:spChg chg="mod">
          <ac:chgData name="Zhi Wang" userId="7588ea56f58b19c7" providerId="LiveId" clId="{774C7CDD-8B60-419F-A773-E1B9126FB4F0}" dt="2026-09-20T13:29:50.154" v="277" actId="20577"/>
          <ac:spMkLst>
            <pc:docMk/>
            <pc:sldMk cId="2122883539" sldId="514"/>
            <ac:spMk id="3" creationId="{237DA8A9-AA92-296B-2EE3-8FF6B1F61687}"/>
          </ac:spMkLst>
        </pc:spChg>
        <pc:spChg chg="del">
          <ac:chgData name="Zhi Wang" userId="7588ea56f58b19c7" providerId="LiveId" clId="{774C7CDD-8B60-419F-A773-E1B9126FB4F0}" dt="2026-09-20T13:30:04.272" v="279" actId="478"/>
          <ac:spMkLst>
            <pc:docMk/>
            <pc:sldMk cId="2122883539" sldId="514"/>
            <ac:spMk id="6" creationId="{C4290655-2672-2080-D7A9-04B4B40A3DE0}"/>
          </ac:spMkLst>
        </pc:spChg>
        <pc:spChg chg="mod">
          <ac:chgData name="Zhi Wang" userId="7588ea56f58b19c7" providerId="LiveId" clId="{774C7CDD-8B60-419F-A773-E1B9126FB4F0}" dt="2026-09-20T13:30:19.730" v="283" actId="1076"/>
          <ac:spMkLst>
            <pc:docMk/>
            <pc:sldMk cId="2122883539" sldId="514"/>
            <ac:spMk id="7" creationId="{FD667158-1405-BB08-39E2-B953481157D5}"/>
          </ac:spMkLst>
        </pc:spChg>
        <pc:spChg chg="mod">
          <ac:chgData name="Zhi Wang" userId="7588ea56f58b19c7" providerId="LiveId" clId="{774C7CDD-8B60-419F-A773-E1B9126FB4F0}" dt="2026-09-20T13:30:16.786" v="282" actId="255"/>
          <ac:spMkLst>
            <pc:docMk/>
            <pc:sldMk cId="2122883539" sldId="514"/>
            <ac:spMk id="8" creationId="{82F96921-8DA0-7F08-8EFD-F6E5050A706E}"/>
          </ac:spMkLst>
        </pc:spChg>
        <pc:spChg chg="add">
          <ac:chgData name="Zhi Wang" userId="7588ea56f58b19c7" providerId="LiveId" clId="{774C7CDD-8B60-419F-A773-E1B9126FB4F0}" dt="2026-09-20T13:30:05.157" v="280" actId="22"/>
          <ac:spMkLst>
            <pc:docMk/>
            <pc:sldMk cId="2122883539" sldId="514"/>
            <ac:spMk id="12" creationId="{BB07F23A-89A3-1682-35BF-38BE6D45F269}"/>
          </ac:spMkLst>
        </pc:spChg>
        <pc:picChg chg="del">
          <ac:chgData name="Zhi Wang" userId="7588ea56f58b19c7" providerId="LiveId" clId="{774C7CDD-8B60-419F-A773-E1B9126FB4F0}" dt="2026-09-20T13:30:03.103" v="278" actId="478"/>
          <ac:picMkLst>
            <pc:docMk/>
            <pc:sldMk cId="2122883539" sldId="514"/>
            <ac:picMk id="4" creationId="{CA25D6C2-F621-2749-8185-0A7195278081}"/>
          </ac:picMkLst>
        </pc:picChg>
        <pc:picChg chg="add">
          <ac:chgData name="Zhi Wang" userId="7588ea56f58b19c7" providerId="LiveId" clId="{774C7CDD-8B60-419F-A773-E1B9126FB4F0}" dt="2026-09-20T13:30:05.157" v="280" actId="22"/>
          <ac:picMkLst>
            <pc:docMk/>
            <pc:sldMk cId="2122883539" sldId="514"/>
            <ac:picMk id="10" creationId="{E89F1D2B-98D3-7B88-C86C-1331DEC79C75}"/>
          </ac:picMkLst>
        </pc:picChg>
      </pc:sldChg>
      <pc:sldChg chg="addSp delSp modSp mod">
        <pc:chgData name="Zhi Wang" userId="7588ea56f58b19c7" providerId="LiveId" clId="{774C7CDD-8B60-419F-A773-E1B9126FB4F0}" dt="2026-09-20T13:36:37.147" v="353" actId="207"/>
        <pc:sldMkLst>
          <pc:docMk/>
          <pc:sldMk cId="2558099478" sldId="515"/>
        </pc:sldMkLst>
        <pc:spChg chg="mod">
          <ac:chgData name="Zhi Wang" userId="7588ea56f58b19c7" providerId="LiveId" clId="{774C7CDD-8B60-419F-A773-E1B9126FB4F0}" dt="2026-09-20T13:36:37.147" v="353" actId="207"/>
          <ac:spMkLst>
            <pc:docMk/>
            <pc:sldMk cId="2558099478" sldId="515"/>
            <ac:spMk id="3" creationId="{67A7C474-C818-3FAB-C98B-CA2CC23C9835}"/>
          </ac:spMkLst>
        </pc:spChg>
        <pc:spChg chg="del">
          <ac:chgData name="Zhi Wang" userId="7588ea56f58b19c7" providerId="LiveId" clId="{774C7CDD-8B60-419F-A773-E1B9126FB4F0}" dt="2026-09-20T13:31:58.294" v="288" actId="478"/>
          <ac:spMkLst>
            <pc:docMk/>
            <pc:sldMk cId="2558099478" sldId="515"/>
            <ac:spMk id="6" creationId="{66E6C4A2-2D9C-A02C-5E43-2A404916F200}"/>
          </ac:spMkLst>
        </pc:spChg>
        <pc:spChg chg="add">
          <ac:chgData name="Zhi Wang" userId="7588ea56f58b19c7" providerId="LiveId" clId="{774C7CDD-8B60-419F-A773-E1B9126FB4F0}" dt="2026-09-20T13:31:59.446" v="289" actId="22"/>
          <ac:spMkLst>
            <pc:docMk/>
            <pc:sldMk cId="2558099478" sldId="515"/>
            <ac:spMk id="11" creationId="{F1D33DAA-5A38-DA97-E776-E33F61AD7DCC}"/>
          </ac:spMkLst>
        </pc:spChg>
        <pc:spChg chg="add mod">
          <ac:chgData name="Zhi Wang" userId="7588ea56f58b19c7" providerId="LiveId" clId="{774C7CDD-8B60-419F-A773-E1B9126FB4F0}" dt="2026-09-20T13:36:25.057" v="352" actId="1076"/>
          <ac:spMkLst>
            <pc:docMk/>
            <pc:sldMk cId="2558099478" sldId="515"/>
            <ac:spMk id="19" creationId="{19072459-3C17-91E6-2962-6AD2ADAACE7C}"/>
          </ac:spMkLst>
        </pc:spChg>
        <pc:spChg chg="add mod">
          <ac:chgData name="Zhi Wang" userId="7588ea56f58b19c7" providerId="LiveId" clId="{774C7CDD-8B60-419F-A773-E1B9126FB4F0}" dt="2026-09-20T13:36:03.538" v="344" actId="1076"/>
          <ac:spMkLst>
            <pc:docMk/>
            <pc:sldMk cId="2558099478" sldId="515"/>
            <ac:spMk id="21" creationId="{43D80815-ADA5-BACE-F873-C214D1B0DE10}"/>
          </ac:spMkLst>
        </pc:spChg>
        <pc:spChg chg="add mod">
          <ac:chgData name="Zhi Wang" userId="7588ea56f58b19c7" providerId="LiveId" clId="{774C7CDD-8B60-419F-A773-E1B9126FB4F0}" dt="2026-09-20T13:36:16.388" v="350" actId="1076"/>
          <ac:spMkLst>
            <pc:docMk/>
            <pc:sldMk cId="2558099478" sldId="515"/>
            <ac:spMk id="23" creationId="{144A84E7-21EF-C7B5-CEF5-0B5ED6C4D5F9}"/>
          </ac:spMkLst>
        </pc:spChg>
        <pc:picChg chg="del">
          <ac:chgData name="Zhi Wang" userId="7588ea56f58b19c7" providerId="LiveId" clId="{774C7CDD-8B60-419F-A773-E1B9126FB4F0}" dt="2026-09-20T13:31:57.250" v="287" actId="478"/>
          <ac:picMkLst>
            <pc:docMk/>
            <pc:sldMk cId="2558099478" sldId="515"/>
            <ac:picMk id="4" creationId="{AAF2730E-6C6E-37D8-0879-BE1F5D9799C9}"/>
          </ac:picMkLst>
        </pc:picChg>
        <pc:picChg chg="add mod">
          <ac:chgData name="Zhi Wang" userId="7588ea56f58b19c7" providerId="LiveId" clId="{774C7CDD-8B60-419F-A773-E1B9126FB4F0}" dt="2026-09-20T13:35:56.755" v="343" actId="1076"/>
          <ac:picMkLst>
            <pc:docMk/>
            <pc:sldMk cId="2558099478" sldId="515"/>
            <ac:picMk id="9" creationId="{DF5FD44B-68B2-E297-061D-636CAE23F4BB}"/>
          </ac:picMkLst>
        </pc:picChg>
        <pc:cxnChg chg="mod ord">
          <ac:chgData name="Zhi Wang" userId="7588ea56f58b19c7" providerId="LiveId" clId="{774C7CDD-8B60-419F-A773-E1B9126FB4F0}" dt="2026-09-20T13:32:05.283" v="291" actId="1076"/>
          <ac:cxnSpMkLst>
            <pc:docMk/>
            <pc:sldMk cId="2558099478" sldId="515"/>
            <ac:cxnSpMk id="7" creationId="{BED3728F-87D5-C658-51C3-A12B36F953ED}"/>
          </ac:cxnSpMkLst>
        </pc:cxnChg>
        <pc:cxnChg chg="add mod">
          <ac:chgData name="Zhi Wang" userId="7588ea56f58b19c7" providerId="LiveId" clId="{774C7CDD-8B60-419F-A773-E1B9126FB4F0}" dt="2026-09-20T13:33:38.245" v="313" actId="14100"/>
          <ac:cxnSpMkLst>
            <pc:docMk/>
            <pc:sldMk cId="2558099478" sldId="515"/>
            <ac:cxnSpMk id="12" creationId="{73593173-1A2C-A990-8509-20B1D214B1DA}"/>
          </ac:cxnSpMkLst>
        </pc:cxnChg>
        <pc:cxnChg chg="add mod">
          <ac:chgData name="Zhi Wang" userId="7588ea56f58b19c7" providerId="LiveId" clId="{774C7CDD-8B60-419F-A773-E1B9126FB4F0}" dt="2026-09-20T13:33:52.856" v="325" actId="208"/>
          <ac:cxnSpMkLst>
            <pc:docMk/>
            <pc:sldMk cId="2558099478" sldId="515"/>
            <ac:cxnSpMk id="16" creationId="{26DEA591-D577-D231-1302-B41F4B39A9E5}"/>
          </ac:cxnSpMkLst>
        </pc:cxnChg>
      </pc:sldChg>
      <pc:sldChg chg="modSp mod">
        <pc:chgData name="Zhi Wang" userId="7588ea56f58b19c7" providerId="LiveId" clId="{774C7CDD-8B60-419F-A773-E1B9126FB4F0}" dt="2026-09-20T13:56:09.881" v="572" actId="13926"/>
        <pc:sldMkLst>
          <pc:docMk/>
          <pc:sldMk cId="865483175" sldId="516"/>
        </pc:sldMkLst>
        <pc:spChg chg="mod">
          <ac:chgData name="Zhi Wang" userId="7588ea56f58b19c7" providerId="LiveId" clId="{774C7CDD-8B60-419F-A773-E1B9126FB4F0}" dt="2026-09-20T13:56:09.881" v="572" actId="13926"/>
          <ac:spMkLst>
            <pc:docMk/>
            <pc:sldMk cId="865483175" sldId="516"/>
            <ac:spMk id="3" creationId="{5B88D06F-21C0-857F-5C92-996B6B356C56}"/>
          </ac:spMkLst>
        </pc:spChg>
      </pc:sldChg>
      <pc:sldChg chg="del">
        <pc:chgData name="Zhi Wang" userId="7588ea56f58b19c7" providerId="LiveId" clId="{774C7CDD-8B60-419F-A773-E1B9126FB4F0}" dt="2026-09-20T13:43:58.438" v="390" actId="47"/>
        <pc:sldMkLst>
          <pc:docMk/>
          <pc:sldMk cId="1004323014" sldId="521"/>
        </pc:sldMkLst>
      </pc:sldChg>
      <pc:sldChg chg="addSp delSp modSp add mod">
        <pc:chgData name="Zhi Wang" userId="7588ea56f58b19c7" providerId="LiveId" clId="{774C7CDD-8B60-419F-A773-E1B9126FB4F0}" dt="2026-09-20T13:27:24.740" v="243" actId="1076"/>
        <pc:sldMkLst>
          <pc:docMk/>
          <pc:sldMk cId="499299901" sldId="522"/>
        </pc:sldMkLst>
        <pc:spChg chg="mod">
          <ac:chgData name="Zhi Wang" userId="7588ea56f58b19c7" providerId="LiveId" clId="{774C7CDD-8B60-419F-A773-E1B9126FB4F0}" dt="2026-09-20T13:26:32.290" v="228" actId="20577"/>
          <ac:spMkLst>
            <pc:docMk/>
            <pc:sldMk cId="499299901" sldId="522"/>
            <ac:spMk id="3" creationId="{3430E023-EFEC-22F8-C5AD-E6853FD7C1B3}"/>
          </ac:spMkLst>
        </pc:spChg>
        <pc:spChg chg="del">
          <ac:chgData name="Zhi Wang" userId="7588ea56f58b19c7" providerId="LiveId" clId="{774C7CDD-8B60-419F-A773-E1B9126FB4F0}" dt="2026-09-20T13:01:06.546" v="177" actId="478"/>
          <ac:spMkLst>
            <pc:docMk/>
            <pc:sldMk cId="499299901" sldId="522"/>
            <ac:spMk id="6" creationId="{2CC66F7F-8AF8-4736-CA1B-DD592BA161E1}"/>
          </ac:spMkLst>
        </pc:spChg>
        <pc:spChg chg="add del">
          <ac:chgData name="Zhi Wang" userId="7588ea56f58b19c7" providerId="LiveId" clId="{774C7CDD-8B60-419F-A773-E1B9126FB4F0}" dt="2026-09-20T13:27:20.764" v="240" actId="478"/>
          <ac:spMkLst>
            <pc:docMk/>
            <pc:sldMk cId="499299901" sldId="522"/>
            <ac:spMk id="10" creationId="{7ECCC3F9-25A5-3873-C08E-FA48E79AF97E}"/>
          </ac:spMkLst>
        </pc:spChg>
        <pc:picChg chg="del">
          <ac:chgData name="Zhi Wang" userId="7588ea56f58b19c7" providerId="LiveId" clId="{774C7CDD-8B60-419F-A773-E1B9126FB4F0}" dt="2026-09-20T13:01:05.185" v="176" actId="478"/>
          <ac:picMkLst>
            <pc:docMk/>
            <pc:sldMk cId="499299901" sldId="522"/>
            <ac:picMk id="4" creationId="{2F7439FC-714D-CD7C-6052-FA6B97203372}"/>
          </ac:picMkLst>
        </pc:picChg>
        <pc:picChg chg="add del">
          <ac:chgData name="Zhi Wang" userId="7588ea56f58b19c7" providerId="LiveId" clId="{774C7CDD-8B60-419F-A773-E1B9126FB4F0}" dt="2026-09-20T13:27:19.974" v="239" actId="478"/>
          <ac:picMkLst>
            <pc:docMk/>
            <pc:sldMk cId="499299901" sldId="522"/>
            <ac:picMk id="8" creationId="{B2A844CD-D507-0654-5E24-AC707EB345AC}"/>
          </ac:picMkLst>
        </pc:picChg>
        <pc:picChg chg="add del mod">
          <ac:chgData name="Zhi Wang" userId="7588ea56f58b19c7" providerId="LiveId" clId="{774C7CDD-8B60-419F-A773-E1B9126FB4F0}" dt="2026-09-20T13:27:13.431" v="236" actId="22"/>
          <ac:picMkLst>
            <pc:docMk/>
            <pc:sldMk cId="499299901" sldId="522"/>
            <ac:picMk id="12" creationId="{F7AE172E-CE7A-88EE-1682-9E18ACC2312B}"/>
          </ac:picMkLst>
        </pc:picChg>
        <pc:picChg chg="add mod">
          <ac:chgData name="Zhi Wang" userId="7588ea56f58b19c7" providerId="LiveId" clId="{774C7CDD-8B60-419F-A773-E1B9126FB4F0}" dt="2026-09-20T13:27:24.740" v="243" actId="1076"/>
          <ac:picMkLst>
            <pc:docMk/>
            <pc:sldMk cId="499299901" sldId="522"/>
            <ac:picMk id="14" creationId="{885DE44B-2788-88F8-D6E0-B1888FEBAF78}"/>
          </ac:picMkLst>
        </pc:picChg>
      </pc:sldChg>
      <pc:sldChg chg="addSp delSp modSp add mod">
        <pc:chgData name="Zhi Wang" userId="7588ea56f58b19c7" providerId="LiveId" clId="{774C7CDD-8B60-419F-A773-E1B9126FB4F0}" dt="2026-09-20T13:59:55.680" v="616" actId="21"/>
        <pc:sldMkLst>
          <pc:docMk/>
          <pc:sldMk cId="497176086" sldId="523"/>
        </pc:sldMkLst>
        <pc:spChg chg="add del mod">
          <ac:chgData name="Zhi Wang" userId="7588ea56f58b19c7" providerId="LiveId" clId="{774C7CDD-8B60-419F-A773-E1B9126FB4F0}" dt="2026-09-20T13:59:55.680" v="616" actId="21"/>
          <ac:spMkLst>
            <pc:docMk/>
            <pc:sldMk cId="497176086" sldId="523"/>
            <ac:spMk id="7" creationId="{8F119C60-DF60-85CA-B1CB-D309AFEACA2E}"/>
          </ac:spMkLst>
        </pc:spChg>
        <pc:picChg chg="add mod">
          <ac:chgData name="Zhi Wang" userId="7588ea56f58b19c7" providerId="LiveId" clId="{774C7CDD-8B60-419F-A773-E1B9126FB4F0}" dt="2026-09-20T13:27:39.221" v="249" actId="1076"/>
          <ac:picMkLst>
            <pc:docMk/>
            <pc:sldMk cId="497176086" sldId="523"/>
            <ac:picMk id="6" creationId="{51C68245-BA32-DAC8-53B6-4F23F79FB0FB}"/>
          </ac:picMkLst>
        </pc:picChg>
        <pc:picChg chg="del">
          <ac:chgData name="Zhi Wang" userId="7588ea56f58b19c7" providerId="LiveId" clId="{774C7CDD-8B60-419F-A773-E1B9126FB4F0}" dt="2026-09-20T13:27:34.180" v="245" actId="478"/>
          <ac:picMkLst>
            <pc:docMk/>
            <pc:sldMk cId="497176086" sldId="523"/>
            <ac:picMk id="14" creationId="{598EED5A-7675-8D06-6D35-FA12AEA3B3AD}"/>
          </ac:picMkLst>
        </pc:picChg>
      </pc:sldChg>
      <pc:sldChg chg="addSp delSp modSp new mod">
        <pc:chgData name="Zhi Wang" userId="7588ea56f58b19c7" providerId="LiveId" clId="{774C7CDD-8B60-419F-A773-E1B9126FB4F0}" dt="2026-09-20T13:43:20.900" v="389" actId="1076"/>
        <pc:sldMkLst>
          <pc:docMk/>
          <pc:sldMk cId="1685924840" sldId="524"/>
        </pc:sldMkLst>
        <pc:spChg chg="del">
          <ac:chgData name="Zhi Wang" userId="7588ea56f58b19c7" providerId="LiveId" clId="{774C7CDD-8B60-419F-A773-E1B9126FB4F0}" dt="2026-09-20T13:37:20.469" v="355" actId="478"/>
          <ac:spMkLst>
            <pc:docMk/>
            <pc:sldMk cId="1685924840" sldId="524"/>
            <ac:spMk id="2" creationId="{909652B0-7FBF-77D1-0CB6-27713D05FF51}"/>
          </ac:spMkLst>
        </pc:spChg>
        <pc:spChg chg="del">
          <ac:chgData name="Zhi Wang" userId="7588ea56f58b19c7" providerId="LiveId" clId="{774C7CDD-8B60-419F-A773-E1B9126FB4F0}" dt="2026-09-20T13:37:20.469" v="355" actId="478"/>
          <ac:spMkLst>
            <pc:docMk/>
            <pc:sldMk cId="1685924840" sldId="524"/>
            <ac:spMk id="3" creationId="{C5CAF844-F90C-0B5F-71FD-7FAC3C467712}"/>
          </ac:spMkLst>
        </pc:spChg>
        <pc:spChg chg="add del mod">
          <ac:chgData name="Zhi Wang" userId="7588ea56f58b19c7" providerId="LiveId" clId="{774C7CDD-8B60-419F-A773-E1B9126FB4F0}" dt="2026-09-20T13:39:27.414" v="386" actId="478"/>
          <ac:spMkLst>
            <pc:docMk/>
            <pc:sldMk cId="1685924840" sldId="524"/>
            <ac:spMk id="5" creationId="{04983481-F0C4-EC6F-F893-47C265F3405E}"/>
          </ac:spMkLst>
        </pc:spChg>
        <pc:spChg chg="add mod">
          <ac:chgData name="Zhi Wang" userId="7588ea56f58b19c7" providerId="LiveId" clId="{774C7CDD-8B60-419F-A773-E1B9126FB4F0}" dt="2026-09-20T13:37:26.816" v="357"/>
          <ac:spMkLst>
            <pc:docMk/>
            <pc:sldMk cId="1685924840" sldId="524"/>
            <ac:spMk id="6" creationId="{6AD0A3FD-7F58-3241-683E-CBD99C31F314}"/>
          </ac:spMkLst>
        </pc:spChg>
        <pc:spChg chg="add mod">
          <ac:chgData name="Zhi Wang" userId="7588ea56f58b19c7" providerId="LiveId" clId="{774C7CDD-8B60-419F-A773-E1B9126FB4F0}" dt="2026-09-20T13:43:20.900" v="389" actId="1076"/>
          <ac:spMkLst>
            <pc:docMk/>
            <pc:sldMk cId="1685924840" sldId="524"/>
            <ac:spMk id="7" creationId="{E84B874E-C64F-905C-C01D-7817E6FF76EA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21" creationId="{03766494-CB60-1513-EB24-D3B62BBE405F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23" creationId="{CA18E0BA-F400-B668-6D03-27120273BDF6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25" creationId="{2CE6CED3-F051-9F87-C733-87AC0701A039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26" creationId="{6B2CE80E-9AAA-1A0F-C496-25D6208C6C78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32" creationId="{4935F752-AF9B-B2C2-934C-C200E43F4C22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33" creationId="{0A11BCDC-9F04-43CA-E7CC-8CF64E9638B3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35" creationId="{41992F7A-BAD1-C3BB-88C4-4FEF9941B603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37" creationId="{76FBF9DC-44B7-2447-F627-F8BDB494B452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40" creationId="{776C0090-CF51-62AB-3627-EE38EE6C2C37}"/>
          </ac:spMkLst>
        </pc:spChg>
        <pc:spChg chg="mod">
          <ac:chgData name="Zhi Wang" userId="7588ea56f58b19c7" providerId="LiveId" clId="{774C7CDD-8B60-419F-A773-E1B9126FB4F0}" dt="2026-09-20T13:43:15.415" v="387"/>
          <ac:spMkLst>
            <pc:docMk/>
            <pc:sldMk cId="1685924840" sldId="524"/>
            <ac:spMk id="42" creationId="{30817515-2872-2BE4-6297-63CCE74C90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62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32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7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83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）注意</a:t>
            </a:r>
            <a:r>
              <a:rPr lang="en-US" altLang="zh-CN" dirty="0"/>
              <a:t>w</a:t>
            </a:r>
            <a:r>
              <a:rPr lang="zh-CN" altLang="en-US" dirty="0"/>
              <a:t>必须是正值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）色散关系的英文，速度与频率和波矢之间的关系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557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）与一维单原子链类似的处理方法，但有些细节不同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）分析第</a:t>
            </a:r>
            <a:r>
              <a:rPr lang="en-US" altLang="zh-CN" dirty="0"/>
              <a:t>2n</a:t>
            </a:r>
            <a:r>
              <a:rPr lang="zh-CN" altLang="en-US" dirty="0"/>
              <a:t>个（偶数编号）的原子受力，写出运动方程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）分析第</a:t>
            </a:r>
            <a:r>
              <a:rPr lang="en-US" altLang="zh-CN" dirty="0"/>
              <a:t>2n+1</a:t>
            </a:r>
            <a:r>
              <a:rPr lang="zh-CN" altLang="en-US" dirty="0"/>
              <a:t>个（奇数编号）的原子受力，写出运动方程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）注意两个方程的区别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483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）以一维单原子链类似的方法写出形式解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）此时奇偶数编号的原子分别有一个解，两者振动频率一致，但振幅不同，原子质量大的振幅小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）形式解代入运动微分方程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）演示计算过程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32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）进一步化简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）变形为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的线性方程组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）系数行列式为零，得到</a:t>
            </a:r>
            <a:r>
              <a:rPr lang="en-US" altLang="zh-CN" dirty="0"/>
              <a:t>w-q</a:t>
            </a:r>
            <a:r>
              <a:rPr lang="zh-CN" altLang="en-US" dirty="0"/>
              <a:t>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87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）将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的线性方程组变一下形式，可以用来讨论两个原子振幅的关系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41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）分析长波极限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）声学支</a:t>
            </a:r>
            <a:r>
              <a:rPr lang="en-US" altLang="zh-CN" dirty="0"/>
              <a:t>w-q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）振幅关系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99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）光学支</a:t>
            </a:r>
            <a:r>
              <a:rPr lang="en-US" altLang="zh-CN" dirty="0"/>
              <a:t>w-q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）原子振幅关系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83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）考虑短波极限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）声学支</a:t>
            </a:r>
            <a:r>
              <a:rPr lang="en-US" altLang="zh-CN" dirty="0"/>
              <a:t>w-q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）振幅的关系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552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）光学支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）振幅关系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94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4CCB1-2560-4683-9A9D-B49D145F2C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6.jpg"/><Relationship Id="rId7" Type="http://schemas.openxmlformats.org/officeDocument/2006/relationships/image" Target="../media/image2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2.png"/><Relationship Id="rId5" Type="http://schemas.openxmlformats.org/officeDocument/2006/relationships/image" Target="../media/image23.png"/><Relationship Id="rId15" Type="http://schemas.openxmlformats.org/officeDocument/2006/relationships/image" Target="../media/image26.png"/><Relationship Id="rId10" Type="http://schemas.openxmlformats.org/officeDocument/2006/relationships/image" Target="../media/image11.png"/><Relationship Id="rId19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microsoft.com/office/2007/relationships/hdphoto" Target="../media/hdphoto1.wdp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0.png"/><Relationship Id="rId4" Type="http://schemas.openxmlformats.org/officeDocument/2006/relationships/image" Target="../media/image5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7" Type="http://schemas.openxmlformats.org/officeDocument/2006/relationships/image" Target="../media/image6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0.png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7" Type="http://schemas.openxmlformats.org/officeDocument/2006/relationships/image" Target="../media/image6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0.png"/><Relationship Id="rId5" Type="http://schemas.openxmlformats.org/officeDocument/2006/relationships/image" Target="../media/image700.png"/><Relationship Id="rId4" Type="http://schemas.openxmlformats.org/officeDocument/2006/relationships/image" Target="../media/image6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7" Type="http://schemas.openxmlformats.org/officeDocument/2006/relationships/image" Target="../media/image7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0.png"/><Relationship Id="rId5" Type="http://schemas.openxmlformats.org/officeDocument/2006/relationships/image" Target="../media/image780.png"/><Relationship Id="rId4" Type="http://schemas.openxmlformats.org/officeDocument/2006/relationships/image" Target="../media/image7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第三章 晶格振动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F131D8-D384-0D2D-62B3-D1781DD2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简谐晶体的经典运动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DA4025-0A2D-82A0-A9C7-478E7E653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88065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9D6C733-F3A7-164B-85B7-6233AE73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为什么研究晶格振动？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F2ECF98-F96C-831F-B8A8-C7EC9E467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一切物体都在运动</a:t>
            </a:r>
            <a:endParaRPr lang="en-US" altLang="zh-CN" sz="2000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晶体的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热容，热膨胀和热导</a:t>
            </a:r>
            <a:r>
              <a:rPr lang="zh-CN" altLang="en-US" sz="2000" dirty="0">
                <a:latin typeface="+mn-ea"/>
              </a:rPr>
              <a:t>等热学性质直接依赖于晶格振动；</a:t>
            </a:r>
          </a:p>
          <a:p>
            <a:r>
              <a:rPr lang="zh-CN" altLang="en-US" sz="2000" dirty="0">
                <a:latin typeface="+mn-ea"/>
              </a:rPr>
              <a:t>对电子的散射作用，从而影响与电子有关的运输性质，如：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电导，霍尔效应，温差电效应</a:t>
            </a:r>
            <a:r>
              <a:rPr lang="zh-CN" altLang="en-US" sz="2000" dirty="0">
                <a:latin typeface="+mn-ea"/>
              </a:rPr>
              <a:t>等；</a:t>
            </a:r>
          </a:p>
          <a:p>
            <a:r>
              <a:rPr lang="zh-CN" altLang="en-US" sz="2000" dirty="0">
                <a:latin typeface="+mn-ea"/>
              </a:rPr>
              <a:t>晶体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光吸收和光发射</a:t>
            </a:r>
            <a:r>
              <a:rPr lang="zh-CN" altLang="en-US" sz="2000" dirty="0">
                <a:latin typeface="+mn-ea"/>
              </a:rPr>
              <a:t>等光学性质与晶格振动有关；</a:t>
            </a:r>
          </a:p>
          <a:p>
            <a:r>
              <a:rPr lang="zh-CN" altLang="en-US" sz="2000" dirty="0">
                <a:latin typeface="+mn-ea"/>
              </a:rPr>
              <a:t>电子</a:t>
            </a:r>
            <a:r>
              <a:rPr lang="en-US" altLang="zh-CN" sz="2000" dirty="0">
                <a:latin typeface="+mn-ea"/>
              </a:rPr>
              <a:t>-</a:t>
            </a:r>
            <a:r>
              <a:rPr lang="zh-CN" altLang="en-US" sz="2000" dirty="0">
                <a:latin typeface="+mn-ea"/>
              </a:rPr>
              <a:t>电子间通过晶格振动可出现不同于库仑力的相互作用，形成所谓库柏对，产生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超导性</a:t>
            </a:r>
            <a:r>
              <a:rPr lang="zh-CN" altLang="en-US" sz="2000" dirty="0">
                <a:latin typeface="+mn-ea"/>
              </a:rPr>
              <a:t>；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声音传播</a:t>
            </a:r>
            <a:r>
              <a:rPr lang="zh-CN" altLang="en-US" sz="2000" dirty="0">
                <a:latin typeface="+mn-ea"/>
              </a:rPr>
              <a:t>；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。。。。。。</a:t>
            </a:r>
          </a:p>
          <a:p>
            <a:endParaRPr lang="zh-CN" altLang="en-US" sz="20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8100F7-5F11-B013-B857-D233BB21E514}"/>
              </a:ext>
            </a:extLst>
          </p:cNvPr>
          <p:cNvSpPr/>
          <p:nvPr/>
        </p:nvSpPr>
        <p:spPr>
          <a:xfrm>
            <a:off x="4394748" y="5361659"/>
            <a:ext cx="7020348" cy="95410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/>
              </a:rPr>
              <a:t>晶格动力学</a:t>
            </a:r>
            <a:r>
              <a:rPr kumimoji="1" lang="zh-CN" altLang="en-US" sz="2800" b="1" dirty="0">
                <a:solidFill>
                  <a:srgbClr val="000000"/>
                </a:solidFill>
                <a:latin typeface="宋体"/>
              </a:rPr>
              <a:t>是固体物理学中</a:t>
            </a:r>
            <a:r>
              <a:rPr kumimoji="1" lang="zh-CN" altLang="en-US" sz="2800" b="1" dirty="0">
                <a:solidFill>
                  <a:srgbClr val="C00000"/>
                </a:solidFill>
                <a:latin typeface="宋体"/>
              </a:rPr>
              <a:t>最基础、最重要</a:t>
            </a:r>
            <a:r>
              <a:rPr kumimoji="1" lang="zh-CN" altLang="en-US" sz="2800" b="1" dirty="0">
                <a:solidFill>
                  <a:srgbClr val="000000"/>
                </a:solidFill>
                <a:latin typeface="宋体"/>
              </a:rPr>
              <a:t>的部分之一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！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C5B3570-EDB7-1C76-7F38-758F7C20D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95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D3ABE-ABD1-1123-3B34-23E91B69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复习：晶体中典型的两体相互作用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C3DBCB-81FF-E158-3616-D43E3EEC2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4" y="2093311"/>
            <a:ext cx="7107522" cy="42841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4">
                <a:extLst>
                  <a:ext uri="{FF2B5EF4-FFF2-40B4-BE49-F238E27FC236}">
                    <a16:creationId xmlns:a16="http://schemas.microsoft.com/office/drawing/2014/main" id="{5C9E28CF-2C47-25D5-E04F-37295E1E1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20596" y="2213478"/>
                <a:ext cx="3859398" cy="437650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吸引项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排斥项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00B050"/>
                    </a:solidFill>
                  </a:rPr>
                  <a:t>原子受力</a:t>
                </a:r>
                <a:r>
                  <a:rPr lang="zh-CN" altLang="en-US" sz="2000" dirty="0"/>
                  <a:t>为能量一阶导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𝑝𝑎𝑖𝑟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原子受斥力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原子受引力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平衡位置为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𝑝𝑎𝑖𝑟</m:t>
                        </m:r>
                      </m:sub>
                    </m:sSub>
                  </m:oMath>
                </a14:m>
                <a:r>
                  <a:rPr lang="zh-CN" altLang="en-US" sz="2000" dirty="0"/>
                  <a:t>极小值点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>
          <p:sp>
            <p:nvSpPr>
              <p:cNvPr id="6" name="内容占位符 4">
                <a:extLst>
                  <a:ext uri="{FF2B5EF4-FFF2-40B4-BE49-F238E27FC236}">
                    <a16:creationId xmlns:a16="http://schemas.microsoft.com/office/drawing/2014/main" id="{5C9E28CF-2C47-25D5-E04F-37295E1E1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20596" y="2213478"/>
                <a:ext cx="3859398" cy="4376507"/>
              </a:xfrm>
              <a:blipFill>
                <a:blip r:embed="rId3"/>
                <a:stretch>
                  <a:fillRect l="-1422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1417C1-8257-F3CB-9620-1398E4DAE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4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BF934-B6C4-D482-F7A7-4E4948BB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晶体中的原子是如何运动的？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9E99DAC-2D31-8B0B-FD07-20F95EC0C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49" y="1548485"/>
            <a:ext cx="7994302" cy="305664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55D38CA-CB97-DAE0-2D35-02173E42AD7A}"/>
              </a:ext>
            </a:extLst>
          </p:cNvPr>
          <p:cNvSpPr txBox="1"/>
          <p:nvPr/>
        </p:nvSpPr>
        <p:spPr>
          <a:xfrm>
            <a:off x="954158" y="4682411"/>
            <a:ext cx="4445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模型：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>
                <a:solidFill>
                  <a:srgbClr val="FF0000"/>
                </a:solidFill>
              </a:rPr>
              <a:t>经典视角</a:t>
            </a:r>
            <a:r>
              <a:rPr lang="en-US" altLang="zh-CN" sz="2000" dirty="0"/>
              <a:t>——</a:t>
            </a:r>
            <a:r>
              <a:rPr lang="zh-CN" altLang="en-US" sz="2000" dirty="0"/>
              <a:t>弹簧连接的一堆小球</a:t>
            </a:r>
            <a:endParaRPr lang="en-US" altLang="zh-CN" sz="20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2AED404-3F6F-929B-E815-435679D01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30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D4C2-A5E9-FB95-0F47-3BE3FD4C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C71CB-FD1E-08C4-FE09-94F2C9C5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晶体中的原子是如何运动的？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F97C8A2-51DE-B2D9-ED72-3EE45A7C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49" y="1548485"/>
            <a:ext cx="7994302" cy="305664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7E4738-55AF-216C-446D-908744B063FF}"/>
              </a:ext>
            </a:extLst>
          </p:cNvPr>
          <p:cNvSpPr txBox="1"/>
          <p:nvPr/>
        </p:nvSpPr>
        <p:spPr>
          <a:xfrm>
            <a:off x="954158" y="4682411"/>
            <a:ext cx="6429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思考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342900" indent="-342900">
              <a:buFontTx/>
              <a:buChar char="-"/>
            </a:pPr>
            <a:r>
              <a:rPr lang="zh-CN" altLang="en-US" sz="2000" dirty="0"/>
              <a:t>弹簧连接两个小球时，存在</a:t>
            </a:r>
            <a:r>
              <a:rPr lang="zh-CN" altLang="en-US" sz="2000" dirty="0">
                <a:solidFill>
                  <a:srgbClr val="FF0000"/>
                </a:solidFill>
              </a:rPr>
              <a:t>固有振动模式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固有频率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zh-CN" altLang="en-US" sz="2000" dirty="0"/>
              <a:t>与弹簧的什么参数有关？</a:t>
            </a: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08A1A-5665-8BC5-6F2C-D1EEDE52CDAE}"/>
              </a:ext>
            </a:extLst>
          </p:cNvPr>
          <p:cNvSpPr txBox="1"/>
          <p:nvPr/>
        </p:nvSpPr>
        <p:spPr>
          <a:xfrm>
            <a:off x="1285461" y="5960020"/>
            <a:ext cx="235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</a:rPr>
              <a:t>劲度系数</a:t>
            </a:r>
            <a:r>
              <a:rPr lang="en-US" altLang="zh-CN" sz="2000" b="1" dirty="0">
                <a:highlight>
                  <a:srgbClr val="FFFF00"/>
                </a:highlight>
              </a:rPr>
              <a:t>/</a:t>
            </a:r>
            <a:r>
              <a:rPr lang="zh-CN" altLang="en-US" sz="2000" b="1" dirty="0">
                <a:highlight>
                  <a:srgbClr val="FFFF00"/>
                </a:highlight>
              </a:rPr>
              <a:t>胡克系数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1D9D76-0965-AE84-FD84-F24FE6D4AA0E}"/>
              </a:ext>
            </a:extLst>
          </p:cNvPr>
          <p:cNvSpPr txBox="1"/>
          <p:nvPr/>
        </p:nvSpPr>
        <p:spPr>
          <a:xfrm>
            <a:off x="4827436" y="5766811"/>
            <a:ext cx="6079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</a:rPr>
              <a:t>弹簧连接一堆小球，也会有类似的固有振动模式和对应的固有频率吗？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5C51397-5F2B-632F-D4B2-A3E88BA2F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93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99EAA-3CCD-13A0-524B-130E460B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从一维开始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31911-9EC6-F1A7-CE73-57E6545FD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一维单原子链</a:t>
                </a:r>
                <a:r>
                  <a:rPr lang="zh-CN" altLang="en-US" sz="2000" dirty="0"/>
                  <a:t>布拉维格子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𝑛𝑎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原子平衡距离</a:t>
                </a:r>
                <a:r>
                  <a:rPr lang="zh-CN" altLang="en-US" sz="2000" dirty="0"/>
                  <a:t>（此时等于晶格常数），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/>
                  <a:t>为各原子的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平衡坐标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原子在平衡位置附近做微小振动</a:t>
                </a:r>
                <a:r>
                  <a:rPr lang="zh-CN" altLang="en-US" sz="2000" dirty="0"/>
                  <a:t>，原子坐标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/>
                  <a:t>的偏离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/>
                  <a:t>远小于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全同原子</a:t>
                </a:r>
                <a:r>
                  <a:rPr lang="zh-CN" altLang="en-US" sz="2000" dirty="0"/>
                  <a:t>，质量为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仅考虑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最近邻两体相互作用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zh-CN" alt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31911-9EC6-F1A7-CE73-57E6545FD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A328CB-9B4E-9995-C851-C10ADD929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grpSp>
        <p:nvGrpSpPr>
          <p:cNvPr id="90" name="组合 89">
            <a:extLst>
              <a:ext uri="{FF2B5EF4-FFF2-40B4-BE49-F238E27FC236}">
                <a16:creationId xmlns:a16="http://schemas.microsoft.com/office/drawing/2014/main" id="{C418CCC9-19DF-1414-2D68-3524E55EB663}"/>
              </a:ext>
            </a:extLst>
          </p:cNvPr>
          <p:cNvGrpSpPr/>
          <p:nvPr/>
        </p:nvGrpSpPr>
        <p:grpSpPr>
          <a:xfrm>
            <a:off x="1218726" y="2769550"/>
            <a:ext cx="9892811" cy="1521867"/>
            <a:chOff x="1218726" y="2769550"/>
            <a:chExt cx="9892811" cy="1521867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D0751403-9896-434B-ADE7-F925F0131BFE}"/>
                </a:ext>
              </a:extLst>
            </p:cNvPr>
            <p:cNvCxnSpPr>
              <a:cxnSpLocks/>
            </p:cNvCxnSpPr>
            <p:nvPr/>
          </p:nvCxnSpPr>
          <p:spPr>
            <a:xfrm>
              <a:off x="2669341" y="3849415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895856C-8BD9-6624-FF87-7DC4AFCC17D4}"/>
                    </a:ext>
                  </a:extLst>
                </p:cNvPr>
                <p:cNvSpPr txBox="1"/>
                <p:nvPr/>
              </p:nvSpPr>
              <p:spPr>
                <a:xfrm>
                  <a:off x="2972392" y="3773741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895856C-8BD9-6624-FF87-7DC4AFCC1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2392" y="3773741"/>
                  <a:ext cx="463506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AA16BBC-FBC8-AA54-9C6A-1AB2352396DC}"/>
                </a:ext>
              </a:extLst>
            </p:cNvPr>
            <p:cNvCxnSpPr>
              <a:cxnSpLocks/>
            </p:cNvCxnSpPr>
            <p:nvPr/>
          </p:nvCxnSpPr>
          <p:spPr>
            <a:xfrm>
              <a:off x="1223404" y="3474719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A23E849-40F7-AD1B-7B3D-610D24092F33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09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7226460-412B-F461-0ADC-47151DEA14DE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565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99D510D-52B9-C5D2-3450-18DFEED0E359}"/>
                </a:ext>
              </a:extLst>
            </p:cNvPr>
            <p:cNvCxnSpPr>
              <a:cxnSpLocks/>
            </p:cNvCxnSpPr>
            <p:nvPr/>
          </p:nvCxnSpPr>
          <p:spPr>
            <a:xfrm>
              <a:off x="2613266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A4AFD9A-EA3C-DDD0-3688-6D0021CC68E0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23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D318465-B276-D4C2-CB10-7551180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80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D428078-2866-9285-C819-039F24C00EBC}"/>
                </a:ext>
              </a:extLst>
            </p:cNvPr>
            <p:cNvCxnSpPr>
              <a:cxnSpLocks/>
            </p:cNvCxnSpPr>
            <p:nvPr/>
          </p:nvCxnSpPr>
          <p:spPr>
            <a:xfrm>
              <a:off x="6158537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D9057F3-2A27-6FCA-431A-C06B7A9B5609}"/>
                </a:ext>
              </a:extLst>
            </p:cNvPr>
            <p:cNvCxnSpPr>
              <a:cxnSpLocks/>
            </p:cNvCxnSpPr>
            <p:nvPr/>
          </p:nvCxnSpPr>
          <p:spPr>
            <a:xfrm>
              <a:off x="7340294" y="3100024"/>
              <a:ext cx="0" cy="755693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6DDF01F-108D-B3BC-ED96-A095FE0BA66E}"/>
                </a:ext>
              </a:extLst>
            </p:cNvPr>
            <p:cNvCxnSpPr>
              <a:cxnSpLocks/>
            </p:cNvCxnSpPr>
            <p:nvPr/>
          </p:nvCxnSpPr>
          <p:spPr>
            <a:xfrm>
              <a:off x="8522051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033C649-7DB0-593C-75E4-FC571B2CE590}"/>
                </a:ext>
              </a:extLst>
            </p:cNvPr>
            <p:cNvCxnSpPr>
              <a:cxnSpLocks/>
            </p:cNvCxnSpPr>
            <p:nvPr/>
          </p:nvCxnSpPr>
          <p:spPr>
            <a:xfrm>
              <a:off x="9703808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B763B72-40AC-2B42-6E69-420F6E0A725A}"/>
                    </a:ext>
                  </a:extLst>
                </p:cNvPr>
                <p:cNvSpPr txBox="1"/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B763B72-40AC-2B42-6E69-420F6E0A7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4C9E00-3E82-1EA3-4E7A-9BDE96FA955D}"/>
                    </a:ext>
                  </a:extLst>
                </p:cNvPr>
                <p:cNvSpPr txBox="1"/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4C9E00-3E82-1EA3-4E7A-9BDE96FA9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857" r="-428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324AC8A-E11D-71CF-4E4C-5AFA29C7BBC0}"/>
                    </a:ext>
                  </a:extLst>
                </p:cNvPr>
                <p:cNvSpPr txBox="1"/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324AC8A-E11D-71CF-4E4C-5AFA29C7B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408" r="-408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CAAAC8B-9ADA-ADBE-67DF-3D2EF532C735}"/>
                    </a:ext>
                  </a:extLst>
                </p:cNvPr>
                <p:cNvSpPr txBox="1"/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CAAAC8B-9ADA-ADBE-67DF-3D2EF532C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F0E2467-6082-AC08-751F-102BCE6D1368}"/>
                    </a:ext>
                  </a:extLst>
                </p:cNvPr>
                <p:cNvSpPr txBox="1"/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F0E2467-6082-AC08-751F-102BCE6D1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E5CA675-EA62-0649-047D-D28D5C112FE5}"/>
                    </a:ext>
                  </a:extLst>
                </p:cNvPr>
                <p:cNvSpPr txBox="1"/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E5CA675-EA62-0649-047D-D28D5C112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6A407B-DAE6-B134-BD73-256789C61A54}"/>
                    </a:ext>
                  </a:extLst>
                </p:cNvPr>
                <p:cNvSpPr txBox="1"/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6A407B-DAE6-B134-BD73-256789C61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DA4C157B-C3C1-8E07-280F-E52B0E45C783}"/>
                </a:ext>
              </a:extLst>
            </p:cNvPr>
            <p:cNvSpPr/>
            <p:nvPr/>
          </p:nvSpPr>
          <p:spPr>
            <a:xfrm>
              <a:off x="7360109" y="3373574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E062D8A-D3BB-FB9F-9EFA-F0C2806A9D11}"/>
                </a:ext>
              </a:extLst>
            </p:cNvPr>
            <p:cNvCxnSpPr>
              <a:cxnSpLocks/>
            </p:cNvCxnSpPr>
            <p:nvPr/>
          </p:nvCxnSpPr>
          <p:spPr>
            <a:xfrm>
              <a:off x="7459125" y="3585319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6CE8380-E140-EDA3-7B9C-BD87DFAB49EE}"/>
                </a:ext>
              </a:extLst>
            </p:cNvPr>
            <p:cNvCxnSpPr>
              <a:cxnSpLocks/>
            </p:cNvCxnSpPr>
            <p:nvPr/>
          </p:nvCxnSpPr>
          <p:spPr>
            <a:xfrm>
              <a:off x="7129889" y="3777963"/>
              <a:ext cx="190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0051C75F-30FA-5A96-9580-49EF24F0C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5489" y="3777963"/>
              <a:ext cx="2063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20C5CF7-89B0-3336-386C-9824E4C3192D}"/>
                    </a:ext>
                  </a:extLst>
                </p:cNvPr>
                <p:cNvSpPr txBox="1"/>
                <p:nvPr/>
              </p:nvSpPr>
              <p:spPr>
                <a:xfrm>
                  <a:off x="7140970" y="3891307"/>
                  <a:ext cx="18299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20C5CF7-89B0-3336-386C-9824E4C31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0970" y="3891307"/>
                  <a:ext cx="1829959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AA5B571-98FC-8ADD-3091-383717D3E46B}"/>
                    </a:ext>
                  </a:extLst>
                </p:cNvPr>
                <p:cNvSpPr txBox="1"/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AA5B571-98FC-8ADD-3091-383717D3E4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0067F046-91DB-777D-C2D9-A8BEDA3F1554}"/>
                </a:ext>
              </a:extLst>
            </p:cNvPr>
            <p:cNvSpPr/>
            <p:nvPr/>
          </p:nvSpPr>
          <p:spPr>
            <a:xfrm>
              <a:off x="1332492" y="3375702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0738C26-A02D-3BF8-E094-D10C17EE5AE0}"/>
                </a:ext>
              </a:extLst>
            </p:cNvPr>
            <p:cNvSpPr/>
            <p:nvPr/>
          </p:nvSpPr>
          <p:spPr>
            <a:xfrm>
              <a:off x="253329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81D00C4-70D9-DD2F-8639-ED6500BC05B6}"/>
                </a:ext>
              </a:extLst>
            </p:cNvPr>
            <p:cNvSpPr/>
            <p:nvPr/>
          </p:nvSpPr>
          <p:spPr>
            <a:xfrm>
              <a:off x="373195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31FABEB3-0574-C9A3-82A2-0852A6DD03DF}"/>
                </a:ext>
              </a:extLst>
            </p:cNvPr>
            <p:cNvSpPr/>
            <p:nvPr/>
          </p:nvSpPr>
          <p:spPr>
            <a:xfrm>
              <a:off x="4922216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9BBA715A-048D-4749-D483-BD9543E9AC72}"/>
                </a:ext>
              </a:extLst>
            </p:cNvPr>
            <p:cNvSpPr/>
            <p:nvPr/>
          </p:nvSpPr>
          <p:spPr>
            <a:xfrm>
              <a:off x="6126788" y="337569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C373B925-73A1-E48D-7655-219443F08698}"/>
                </a:ext>
              </a:extLst>
            </p:cNvPr>
            <p:cNvSpPr/>
            <p:nvPr/>
          </p:nvSpPr>
          <p:spPr>
            <a:xfrm>
              <a:off x="8473702" y="3375699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ECA7D6DA-09F6-0E10-F55B-29F5011C52A0}"/>
                </a:ext>
              </a:extLst>
            </p:cNvPr>
            <p:cNvSpPr/>
            <p:nvPr/>
          </p:nvSpPr>
          <p:spPr>
            <a:xfrm>
              <a:off x="9623841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E4515F7C-0828-6337-E4CD-E732CCDE872A}"/>
                </a:ext>
              </a:extLst>
            </p:cNvPr>
            <p:cNvSpPr/>
            <p:nvPr/>
          </p:nvSpPr>
          <p:spPr>
            <a:xfrm>
              <a:off x="10786548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E9BA808-F1F5-98FA-88B5-0FDDCF5D3A70}"/>
                    </a:ext>
                  </a:extLst>
                </p:cNvPr>
                <p:cNvSpPr txBox="1"/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E9BA808-F1F5-98FA-88B5-0FDDCF5D3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509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04B0669-6770-542A-9035-0326AFEDB0D6}"/>
                    </a:ext>
                  </a:extLst>
                </p:cNvPr>
                <p:cNvSpPr txBox="1"/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04B0669-6770-542A-9035-0326AFEDB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0227" r="-3409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0993F8C-CDB8-0A71-7A16-55705EC481A7}"/>
                  </a:ext>
                </a:extLst>
              </p:cNvPr>
              <p:cNvSpPr txBox="1"/>
              <p:nvPr/>
            </p:nvSpPr>
            <p:spPr>
              <a:xfrm>
                <a:off x="6230414" y="3078722"/>
                <a:ext cx="386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0993F8C-CDB8-0A71-7A16-55705EC48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414" y="3078722"/>
                <a:ext cx="386847" cy="369332"/>
              </a:xfrm>
              <a:prstGeom prst="rect">
                <a:avLst/>
              </a:prstGeom>
              <a:blipFill>
                <a:blip r:embed="rId15"/>
                <a:stretch>
                  <a:fillRect r="-5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C708AF4-6FFE-C055-CCC0-A7B4E19206BE}"/>
                  </a:ext>
                </a:extLst>
              </p:cNvPr>
              <p:cNvSpPr txBox="1"/>
              <p:nvPr/>
            </p:nvSpPr>
            <p:spPr>
              <a:xfrm>
                <a:off x="8530045" y="3091283"/>
                <a:ext cx="386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C708AF4-6FFE-C055-CCC0-A7B4E192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045" y="3091283"/>
                <a:ext cx="386847" cy="369332"/>
              </a:xfrm>
              <a:prstGeom prst="rect">
                <a:avLst/>
              </a:prstGeom>
              <a:blipFill>
                <a:blip r:embed="rId16"/>
                <a:stretch>
                  <a:fillRect r="-5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1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内容占位符 4">
            <a:extLst>
              <a:ext uri="{FF2B5EF4-FFF2-40B4-BE49-F238E27FC236}">
                <a16:creationId xmlns:a16="http://schemas.microsoft.com/office/drawing/2014/main" id="{D45B4846-5424-AA82-2469-7679A9D82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8"/>
          <a:stretch/>
        </p:blipFill>
        <p:spPr>
          <a:xfrm>
            <a:off x="185896" y="4362768"/>
            <a:ext cx="3857914" cy="24778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1C82C04-2E33-6540-7869-37FA3EC6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从一维开始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359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+mn-ea"/>
                      </a:rPr>
                      <m:t>相邻原子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间距</a:t>
                </a: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000" dirty="0">
                    <a:latin typeface="+mn-ea"/>
                  </a:rPr>
                  <a:t>把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附近展开</a:t>
                </a:r>
                <a:endParaRPr lang="en-US" altLang="zh-CN" sz="2000" i="1" dirty="0">
                  <a:solidFill>
                    <a:srgbClr val="000000"/>
                  </a:solidFill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+mn-ea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+mn-ea"/>
                        </a:rPr>
                        <m:t>=</m:t>
                      </m:r>
                      <m:r>
                        <a:rPr lang="zh-CN" altLang="en-US" sz="2000" i="1" smtClean="0">
                          <a:solidFill>
                            <a:schemeClr val="accent1"/>
                          </a:solidFill>
                          <a:latin typeface="+mn-ea"/>
                        </a:rPr>
                        <m:t>𝑈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+mn-ea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+mn-ea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000" i="1">
                                  <a:solidFill>
                                    <a:srgbClr val="00B050"/>
                                  </a:solidFill>
                                  <a:latin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00B050"/>
                                      </a:solidFill>
                                      <a:latin typeface="+mn-ea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+mn-ea"/>
                                        </a:rPr>
                                        <m:t>𝑑𝑈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+mn-ea"/>
                                        </a:rPr>
                                        <m:t>𝑑𝑟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+mn-ea"/>
                            </a:rPr>
                            <m:t>𝑟</m:t>
                          </m:r>
                          <m: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+mn-ea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+mn-ea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latin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+mn-ea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+mn-ea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+mn-ea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+mn-ea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+mn-ea"/>
                                        </a:rPr>
                                        <m:t>𝑈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+mn-ea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+mn-ea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+mn-ea"/>
                            </a:rPr>
                            <m:t>𝑟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+mn-ea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+mn-ea"/>
                        </a:rPr>
                        <m:t>+⋯</m:t>
                      </m:r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zh-CN" altLang="en-US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sz="2000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3592"/>
              </a:xfrm>
              <a:blipFill>
                <a:blip r:embed="rId4"/>
                <a:stretch>
                  <a:fillRect l="-638" t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6F3C7A29-237C-A400-C70F-001CF19AA4CE}"/>
              </a:ext>
            </a:extLst>
          </p:cNvPr>
          <p:cNvSpPr txBox="1"/>
          <p:nvPr/>
        </p:nvSpPr>
        <p:spPr>
          <a:xfrm>
            <a:off x="4401198" y="5252856"/>
            <a:ext cx="697627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</a:rPr>
              <a:t>常数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E56DA4B-CF98-9F6C-3F28-3F713DDB9362}"/>
                  </a:ext>
                </a:extLst>
              </p:cNvPr>
              <p:cNvSpPr txBox="1"/>
              <p:nvPr/>
            </p:nvSpPr>
            <p:spPr>
              <a:xfrm>
                <a:off x="5293506" y="5252856"/>
                <a:ext cx="2886219" cy="124001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𝑑𝑈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𝑑𝑟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dirty="0"/>
              </a:p>
              <a:p>
                <a:pPr algn="ctr"/>
                <a:r>
                  <a:rPr lang="zh-CN" altLang="en-US" sz="2000" dirty="0"/>
                  <a:t>一阶项为</a:t>
                </a:r>
                <a:r>
                  <a:rPr lang="en-US" altLang="zh-CN" sz="2000" dirty="0"/>
                  <a:t>0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E56DA4B-CF98-9F6C-3F28-3F713DDB9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06" y="5252856"/>
                <a:ext cx="2886219" cy="1240019"/>
              </a:xfrm>
              <a:prstGeom prst="rect">
                <a:avLst/>
              </a:prstGeom>
              <a:blipFill>
                <a:blip r:embed="rId5"/>
                <a:stretch>
                  <a:fillRect b="-673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ED86656-604C-5695-C54C-1DD45DC3541E}"/>
                  </a:ext>
                </a:extLst>
              </p:cNvPr>
              <p:cNvSpPr txBox="1"/>
              <p:nvPr/>
            </p:nvSpPr>
            <p:spPr>
              <a:xfrm>
                <a:off x="590672" y="4963803"/>
                <a:ext cx="13649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ED86656-604C-5695-C54C-1DD45DC3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72" y="4963803"/>
                <a:ext cx="13649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456F6F5-2778-FC14-5CDB-3BCFDF1B59CD}"/>
              </a:ext>
            </a:extLst>
          </p:cNvPr>
          <p:cNvCxnSpPr/>
          <p:nvPr/>
        </p:nvCxnSpPr>
        <p:spPr>
          <a:xfrm>
            <a:off x="1236151" y="5426765"/>
            <a:ext cx="0" cy="11794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83320F1-51E6-8953-652D-9B07ED2C8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grpSp>
        <p:nvGrpSpPr>
          <p:cNvPr id="93" name="组合 92">
            <a:extLst>
              <a:ext uri="{FF2B5EF4-FFF2-40B4-BE49-F238E27FC236}">
                <a16:creationId xmlns:a16="http://schemas.microsoft.com/office/drawing/2014/main" id="{030562DA-5711-28EA-8F7A-BDEE393C3FD8}"/>
              </a:ext>
            </a:extLst>
          </p:cNvPr>
          <p:cNvGrpSpPr/>
          <p:nvPr/>
        </p:nvGrpSpPr>
        <p:grpSpPr>
          <a:xfrm>
            <a:off x="1218726" y="2769550"/>
            <a:ext cx="9892811" cy="1308100"/>
            <a:chOff x="1218726" y="2769550"/>
            <a:chExt cx="9892811" cy="1308100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8023014-F8CB-B8B0-92E5-B238B0F32FEC}"/>
                </a:ext>
              </a:extLst>
            </p:cNvPr>
            <p:cNvCxnSpPr>
              <a:cxnSpLocks/>
            </p:cNvCxnSpPr>
            <p:nvPr/>
          </p:nvCxnSpPr>
          <p:spPr>
            <a:xfrm>
              <a:off x="2655412" y="3187264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547F617-F8F0-B5A7-EEA3-2F788BFF8730}"/>
                    </a:ext>
                  </a:extLst>
                </p:cNvPr>
                <p:cNvSpPr txBox="1"/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547F617-F8F0-B5A7-EEA3-2F788BFF8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E5194A3-11BD-170C-459D-418ECC9E75FB}"/>
                </a:ext>
              </a:extLst>
            </p:cNvPr>
            <p:cNvCxnSpPr>
              <a:cxnSpLocks/>
            </p:cNvCxnSpPr>
            <p:nvPr/>
          </p:nvCxnSpPr>
          <p:spPr>
            <a:xfrm>
              <a:off x="1223404" y="3474719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6FED534-D559-BD55-99F2-BF10E217BB1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09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BF7ADDE2-111D-2E11-AC8E-3D6595B6BFED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565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8CEF6D8-BE48-103C-46A7-91A0B1F961D4}"/>
                </a:ext>
              </a:extLst>
            </p:cNvPr>
            <p:cNvCxnSpPr>
              <a:cxnSpLocks/>
            </p:cNvCxnSpPr>
            <p:nvPr/>
          </p:nvCxnSpPr>
          <p:spPr>
            <a:xfrm>
              <a:off x="2613266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EA60E29-336B-9A68-C753-0E7AEA599DEB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23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66710AD4-4A5E-1A43-51B6-F8485414591A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80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E58CF20-495C-AA3B-1F51-985CBA31DD50}"/>
                </a:ext>
              </a:extLst>
            </p:cNvPr>
            <p:cNvCxnSpPr>
              <a:cxnSpLocks/>
            </p:cNvCxnSpPr>
            <p:nvPr/>
          </p:nvCxnSpPr>
          <p:spPr>
            <a:xfrm>
              <a:off x="6158537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5B3ACF5-F974-5423-40DD-673E404F406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294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2218207B-05FB-CF2A-31AC-4578BC3FE2DA}"/>
                </a:ext>
              </a:extLst>
            </p:cNvPr>
            <p:cNvCxnSpPr>
              <a:cxnSpLocks/>
            </p:cNvCxnSpPr>
            <p:nvPr/>
          </p:nvCxnSpPr>
          <p:spPr>
            <a:xfrm>
              <a:off x="8522051" y="3100024"/>
              <a:ext cx="0" cy="37025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D6424F6-50B7-C9F8-C08F-E2FE33849F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3808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69B7D4E-37F2-DC45-5D77-CCE899E6595F}"/>
                    </a:ext>
                  </a:extLst>
                </p:cNvPr>
                <p:cNvSpPr txBox="1"/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69B7D4E-37F2-DC45-5D77-CCE899E65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04FF838-941E-6D33-F7EF-41BD7158E592}"/>
                    </a:ext>
                  </a:extLst>
                </p:cNvPr>
                <p:cNvSpPr txBox="1"/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04FF838-941E-6D33-F7EF-41BD7158E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857" r="-428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D25B3C0-9E11-E30D-1BE8-C91B2279559D}"/>
                    </a:ext>
                  </a:extLst>
                </p:cNvPr>
                <p:cNvSpPr txBox="1"/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D25B3C0-9E11-E30D-1BE8-C91B22795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408" r="-408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1413EB7-8E85-B468-78AD-4EB92D28BDE8}"/>
                    </a:ext>
                  </a:extLst>
                </p:cNvPr>
                <p:cNvSpPr txBox="1"/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1413EB7-8E85-B468-78AD-4EB92D28BD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9D696D-5339-E0CF-D39B-CBA01984CC76}"/>
                    </a:ext>
                  </a:extLst>
                </p:cNvPr>
                <p:cNvSpPr txBox="1"/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9D696D-5339-E0CF-D39B-CBA01984C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4861C742-9F3A-5D30-58FA-6479444923ED}"/>
                    </a:ext>
                  </a:extLst>
                </p:cNvPr>
                <p:cNvSpPr txBox="1"/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4861C742-9F3A-5D30-58FA-647944492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23587B3-DE38-FE05-46FD-AB4B589477C3}"/>
                    </a:ext>
                  </a:extLst>
                </p:cNvPr>
                <p:cNvSpPr txBox="1"/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23587B3-DE38-FE05-46FD-AB4B58947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0BA71C51-DD56-D78A-7D28-5071812A9954}"/>
                </a:ext>
              </a:extLst>
            </p:cNvPr>
            <p:cNvSpPr/>
            <p:nvPr/>
          </p:nvSpPr>
          <p:spPr>
            <a:xfrm>
              <a:off x="7360109" y="3373574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4CF0FC1-616D-EC68-173F-E84D45DD613F}"/>
                </a:ext>
              </a:extLst>
            </p:cNvPr>
            <p:cNvCxnSpPr>
              <a:cxnSpLocks/>
            </p:cNvCxnSpPr>
            <p:nvPr/>
          </p:nvCxnSpPr>
          <p:spPr>
            <a:xfrm>
              <a:off x="7459125" y="3585319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533ACF2A-6815-168A-521A-B1F028CA5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4269" y="3777963"/>
              <a:ext cx="1069531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C0D46CF-4E71-7FC9-47DF-6741C3B2C08A}"/>
                    </a:ext>
                  </a:extLst>
                </p:cNvPr>
                <p:cNvSpPr txBox="1"/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C0D46CF-4E71-7FC9-47DF-6741C3B2C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E732085-F200-AB3F-41DD-DFC85F45221C}"/>
                    </a:ext>
                  </a:extLst>
                </p:cNvPr>
                <p:cNvSpPr txBox="1"/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E732085-F200-AB3F-41DD-DFC85F452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658B5CF-1374-3D1D-5E32-753EA3EEEE25}"/>
                </a:ext>
              </a:extLst>
            </p:cNvPr>
            <p:cNvSpPr/>
            <p:nvPr/>
          </p:nvSpPr>
          <p:spPr>
            <a:xfrm>
              <a:off x="1332492" y="3375702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008B2BFA-ECDA-C91E-8F5A-42E884548249}"/>
                </a:ext>
              </a:extLst>
            </p:cNvPr>
            <p:cNvSpPr/>
            <p:nvPr/>
          </p:nvSpPr>
          <p:spPr>
            <a:xfrm>
              <a:off x="253329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D655741B-A8F7-DA3F-F9E1-6B0E7BB1CE75}"/>
                </a:ext>
              </a:extLst>
            </p:cNvPr>
            <p:cNvSpPr/>
            <p:nvPr/>
          </p:nvSpPr>
          <p:spPr>
            <a:xfrm>
              <a:off x="373195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503D262-E92E-7AEB-CB52-855E1E77AF10}"/>
                </a:ext>
              </a:extLst>
            </p:cNvPr>
            <p:cNvSpPr/>
            <p:nvPr/>
          </p:nvSpPr>
          <p:spPr>
            <a:xfrm>
              <a:off x="4922216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8245167-CB45-F09C-8702-78BC36FED538}"/>
                </a:ext>
              </a:extLst>
            </p:cNvPr>
            <p:cNvSpPr/>
            <p:nvPr/>
          </p:nvSpPr>
          <p:spPr>
            <a:xfrm>
              <a:off x="6126788" y="337569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088C53DD-2A9A-4192-6A5F-56E97769AA2B}"/>
                </a:ext>
              </a:extLst>
            </p:cNvPr>
            <p:cNvSpPr/>
            <p:nvPr/>
          </p:nvSpPr>
          <p:spPr>
            <a:xfrm>
              <a:off x="8473834" y="3375699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BD5683E-8C61-5DC6-17C4-4D9DEFC6EB95}"/>
                </a:ext>
              </a:extLst>
            </p:cNvPr>
            <p:cNvSpPr/>
            <p:nvPr/>
          </p:nvSpPr>
          <p:spPr>
            <a:xfrm>
              <a:off x="9623841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68F860B1-C6E6-1E6F-039B-8FAD0C98BEEA}"/>
                </a:ext>
              </a:extLst>
            </p:cNvPr>
            <p:cNvSpPr/>
            <p:nvPr/>
          </p:nvSpPr>
          <p:spPr>
            <a:xfrm>
              <a:off x="10786548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8AB70F0B-41AA-A5C8-AEAD-69F80441B8D7}"/>
                    </a:ext>
                  </a:extLst>
                </p:cNvPr>
                <p:cNvSpPr txBox="1"/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8AB70F0B-41AA-A5C8-AEAD-69F80441B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509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ABE8FB6E-17E8-CE78-4C2E-30234588E873}"/>
                    </a:ext>
                  </a:extLst>
                </p:cNvPr>
                <p:cNvSpPr txBox="1"/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ABE8FB6E-17E8-CE78-4C2E-30234588E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0227" r="-3409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A3298ED-1F35-511A-B899-7661B97D9667}"/>
              </a:ext>
            </a:extLst>
          </p:cNvPr>
          <p:cNvCxnSpPr>
            <a:cxnSpLocks/>
          </p:cNvCxnSpPr>
          <p:nvPr/>
        </p:nvCxnSpPr>
        <p:spPr>
          <a:xfrm>
            <a:off x="8571963" y="3587700"/>
            <a:ext cx="0" cy="29227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3024750-75C2-3CDC-07B4-BFC47F9E27BC}"/>
                  </a:ext>
                </a:extLst>
              </p:cNvPr>
              <p:cNvSpPr txBox="1"/>
              <p:nvPr/>
            </p:nvSpPr>
            <p:spPr>
              <a:xfrm>
                <a:off x="8580699" y="3079361"/>
                <a:ext cx="386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3024750-75C2-3CDC-07B4-BFC47F9E2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699" y="3079361"/>
                <a:ext cx="386847" cy="369332"/>
              </a:xfrm>
              <a:prstGeom prst="rect">
                <a:avLst/>
              </a:prstGeom>
              <a:blipFill>
                <a:blip r:embed="rId19"/>
                <a:stretch>
                  <a:fillRect r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6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82C04-2E33-6540-7869-37FA3EC6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从一维开始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6921"/>
                <a:ext cx="10515600" cy="51709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忽略高阶项，只剩下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二阶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二次项</m:t>
                        </m:r>
                      </m:e>
                    </m:d>
                  </m:oMath>
                </a14:m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其中</a:t>
                </a:r>
                <a:endParaRPr lang="en-US" altLang="zh-CN" sz="2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此时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两原子间作用力为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𝑑𝑈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简谐近似：</a:t>
                </a:r>
                <a:r>
                  <a:rPr lang="zh-CN" altLang="en-US" sz="2000" dirty="0"/>
                  <a:t>将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原子之间的相互作用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在平衡位置附近展开，保留到二阶项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；此时，原子间的相互作用可近似使用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劲度系数</a:t>
                </a:r>
                <a:r>
                  <a:rPr lang="en-US" altLang="zh-CN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β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描述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zh-CN" alt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6921"/>
                <a:ext cx="10515600" cy="5170952"/>
              </a:xfrm>
              <a:blipFill>
                <a:blip r:embed="rId3"/>
                <a:stretch>
                  <a:fillRect l="-638" t="-824" b="-6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381FE68-355D-9B21-402F-E2043B2092E0}"/>
              </a:ext>
            </a:extLst>
          </p:cNvPr>
          <p:cNvSpPr txBox="1"/>
          <p:nvPr/>
        </p:nvSpPr>
        <p:spPr>
          <a:xfrm>
            <a:off x="7262210" y="4278166"/>
            <a:ext cx="2621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最近邻等效力常数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常简称力常数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197285-C822-4D1D-9267-997B2C35C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62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D824A93A-73A4-BFB0-5E10-BF63D0C2F921}"/>
              </a:ext>
            </a:extLst>
          </p:cNvPr>
          <p:cNvGrpSpPr/>
          <p:nvPr/>
        </p:nvGrpSpPr>
        <p:grpSpPr>
          <a:xfrm>
            <a:off x="1218726" y="2769550"/>
            <a:ext cx="9892811" cy="1308100"/>
            <a:chOff x="1218726" y="2769550"/>
            <a:chExt cx="9892811" cy="130810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5CD86ADD-E3B6-C617-29C3-F55E4EE815F9}"/>
                </a:ext>
              </a:extLst>
            </p:cNvPr>
            <p:cNvCxnSpPr>
              <a:cxnSpLocks/>
            </p:cNvCxnSpPr>
            <p:nvPr/>
          </p:nvCxnSpPr>
          <p:spPr>
            <a:xfrm>
              <a:off x="2655412" y="3187264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064DB32-935D-BDCB-164C-4E52D2BF3008}"/>
                    </a:ext>
                  </a:extLst>
                </p:cNvPr>
                <p:cNvSpPr txBox="1"/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064DB32-935D-BDCB-164C-4E52D2BF3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CF16B0A-C82E-CECD-41D6-C9AF52D5D564}"/>
                </a:ext>
              </a:extLst>
            </p:cNvPr>
            <p:cNvCxnSpPr>
              <a:cxnSpLocks/>
            </p:cNvCxnSpPr>
            <p:nvPr/>
          </p:nvCxnSpPr>
          <p:spPr>
            <a:xfrm>
              <a:off x="1223404" y="3474719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493042D-D8D0-7503-169C-B01D3FF76A5B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09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87F9CEA-0115-4A98-8CBC-A1372E7D5B19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565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B77C883-4A00-D24E-59BA-003F0739AD9C}"/>
                </a:ext>
              </a:extLst>
            </p:cNvPr>
            <p:cNvCxnSpPr>
              <a:cxnSpLocks/>
            </p:cNvCxnSpPr>
            <p:nvPr/>
          </p:nvCxnSpPr>
          <p:spPr>
            <a:xfrm>
              <a:off x="2613266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171C24C-1680-088A-33BA-B50DEBEA3438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23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6051796-A840-4B00-8480-E6956C374C43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80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A5ABA56-E947-CA73-356E-C3F4F92F0B01}"/>
                </a:ext>
              </a:extLst>
            </p:cNvPr>
            <p:cNvCxnSpPr>
              <a:cxnSpLocks/>
            </p:cNvCxnSpPr>
            <p:nvPr/>
          </p:nvCxnSpPr>
          <p:spPr>
            <a:xfrm>
              <a:off x="6158537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7469E24-25FF-6CB2-AF03-FEAC4CB4701A}"/>
                </a:ext>
              </a:extLst>
            </p:cNvPr>
            <p:cNvCxnSpPr>
              <a:cxnSpLocks/>
            </p:cNvCxnSpPr>
            <p:nvPr/>
          </p:nvCxnSpPr>
          <p:spPr>
            <a:xfrm>
              <a:off x="7340294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C9C2429-F12D-3485-C5D5-776F3FE3A75F}"/>
                </a:ext>
              </a:extLst>
            </p:cNvPr>
            <p:cNvCxnSpPr>
              <a:cxnSpLocks/>
            </p:cNvCxnSpPr>
            <p:nvPr/>
          </p:nvCxnSpPr>
          <p:spPr>
            <a:xfrm>
              <a:off x="8522051" y="3100024"/>
              <a:ext cx="0" cy="37025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E1F60FB3-DD78-8866-C072-5A6DE97C4CDF}"/>
                </a:ext>
              </a:extLst>
            </p:cNvPr>
            <p:cNvCxnSpPr>
              <a:cxnSpLocks/>
            </p:cNvCxnSpPr>
            <p:nvPr/>
          </p:nvCxnSpPr>
          <p:spPr>
            <a:xfrm>
              <a:off x="9703808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58AEB4E-423E-CAC4-4F88-BD516717DE3C}"/>
                    </a:ext>
                  </a:extLst>
                </p:cNvPr>
                <p:cNvSpPr txBox="1"/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58AEB4E-423E-CAC4-4F88-BD516717D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BE90B5B-244D-80DF-F0BB-DDE7D4FB57D3}"/>
                    </a:ext>
                  </a:extLst>
                </p:cNvPr>
                <p:cNvSpPr txBox="1"/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BE90B5B-244D-80DF-F0BB-DDE7D4FB5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857" r="-428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CE45FED-E4D0-AC91-0666-36B30EFC5ED9}"/>
                    </a:ext>
                  </a:extLst>
                </p:cNvPr>
                <p:cNvSpPr txBox="1"/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CE45FED-E4D0-AC91-0666-36B30EFC5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408" r="-408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3228AD6-08A8-D099-3E98-43530C3D841A}"/>
                    </a:ext>
                  </a:extLst>
                </p:cNvPr>
                <p:cNvSpPr txBox="1"/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3228AD6-08A8-D099-3E98-43530C3D8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CD8D47F-0AF1-F4A1-535E-5A4E3A180A0D}"/>
                    </a:ext>
                  </a:extLst>
                </p:cNvPr>
                <p:cNvSpPr txBox="1"/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CD8D47F-0AF1-F4A1-535E-5A4E3A180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809A849-A0FA-706C-EDC2-8658222420CB}"/>
                    </a:ext>
                  </a:extLst>
                </p:cNvPr>
                <p:cNvSpPr txBox="1"/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809A849-A0FA-706C-EDC2-865822242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19F0B5D-760E-5B9B-F52D-6926776F761D}"/>
                    </a:ext>
                  </a:extLst>
                </p:cNvPr>
                <p:cNvSpPr txBox="1"/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19F0B5D-760E-5B9B-F52D-6926776F7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944E44F-149C-F30A-4F67-9A7DAE19A7F4}"/>
                </a:ext>
              </a:extLst>
            </p:cNvPr>
            <p:cNvSpPr/>
            <p:nvPr/>
          </p:nvSpPr>
          <p:spPr>
            <a:xfrm>
              <a:off x="7360109" y="3373574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CE22AE3-D649-A1CD-7EFC-E83AC9EBD8CC}"/>
                </a:ext>
              </a:extLst>
            </p:cNvPr>
            <p:cNvCxnSpPr>
              <a:cxnSpLocks/>
            </p:cNvCxnSpPr>
            <p:nvPr/>
          </p:nvCxnSpPr>
          <p:spPr>
            <a:xfrm>
              <a:off x="7459125" y="3585319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5900682-3C13-5E2C-3AAC-FB80F74B9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4269" y="3777963"/>
              <a:ext cx="1069531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A0EBE4A-20D5-B0BE-3D49-4F424E299D7F}"/>
                    </a:ext>
                  </a:extLst>
                </p:cNvPr>
                <p:cNvSpPr txBox="1"/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A0EBE4A-20D5-B0BE-3D49-4F424E299D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A3BA1B9-AE76-908E-9948-52D1E43A4FAE}"/>
                    </a:ext>
                  </a:extLst>
                </p:cNvPr>
                <p:cNvSpPr txBox="1"/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A3BA1B9-AE76-908E-9948-52D1E43A4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E1419413-B406-56F5-B9B0-78561D52DD98}"/>
                </a:ext>
              </a:extLst>
            </p:cNvPr>
            <p:cNvSpPr/>
            <p:nvPr/>
          </p:nvSpPr>
          <p:spPr>
            <a:xfrm>
              <a:off x="1332492" y="3375702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C56E3ECD-72E5-5A84-10FC-312165F0291D}"/>
                </a:ext>
              </a:extLst>
            </p:cNvPr>
            <p:cNvSpPr/>
            <p:nvPr/>
          </p:nvSpPr>
          <p:spPr>
            <a:xfrm>
              <a:off x="253329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CF6F9FBF-FC94-B1C9-469B-F92947DC069C}"/>
                </a:ext>
              </a:extLst>
            </p:cNvPr>
            <p:cNvSpPr/>
            <p:nvPr/>
          </p:nvSpPr>
          <p:spPr>
            <a:xfrm>
              <a:off x="373195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72D00F3-5439-0077-2123-3E58317FD7CA}"/>
                </a:ext>
              </a:extLst>
            </p:cNvPr>
            <p:cNvSpPr/>
            <p:nvPr/>
          </p:nvSpPr>
          <p:spPr>
            <a:xfrm>
              <a:off x="4922216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5E5E491-1AF0-0346-2E38-89E07F99A2F5}"/>
                </a:ext>
              </a:extLst>
            </p:cNvPr>
            <p:cNvSpPr/>
            <p:nvPr/>
          </p:nvSpPr>
          <p:spPr>
            <a:xfrm>
              <a:off x="6126788" y="337569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D89707C-26EF-3305-868E-9CF6B0FCC997}"/>
                </a:ext>
              </a:extLst>
            </p:cNvPr>
            <p:cNvSpPr/>
            <p:nvPr/>
          </p:nvSpPr>
          <p:spPr>
            <a:xfrm>
              <a:off x="8473834" y="3375699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E15E842-6AB3-CB2B-685C-70F2A811337F}"/>
                </a:ext>
              </a:extLst>
            </p:cNvPr>
            <p:cNvSpPr/>
            <p:nvPr/>
          </p:nvSpPr>
          <p:spPr>
            <a:xfrm>
              <a:off x="9623841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76B78B9-A959-183F-7075-8F4B74ED45AD}"/>
                </a:ext>
              </a:extLst>
            </p:cNvPr>
            <p:cNvSpPr/>
            <p:nvPr/>
          </p:nvSpPr>
          <p:spPr>
            <a:xfrm>
              <a:off x="10786548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1952F3B-8BC7-251A-3E2D-F0027BB2241C}"/>
                    </a:ext>
                  </a:extLst>
                </p:cNvPr>
                <p:cNvSpPr txBox="1"/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1952F3B-8BC7-251A-3E2D-F0027BB22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509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3CCFFE8-BEEA-E26F-BF00-E687C80D7D70}"/>
                    </a:ext>
                  </a:extLst>
                </p:cNvPr>
                <p:cNvSpPr txBox="1"/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63CCFFE8-BEEA-E26F-BF00-E687C80D7D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0227" r="-3409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008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AD0A3FD-7F58-3241-683E-CBD99C31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从一维开始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84B874E-C64F-905C-C01D-7817E6FF76EA}"/>
                  </a:ext>
                </a:extLst>
              </p:cNvPr>
              <p:cNvSpPr txBox="1"/>
              <p:nvPr/>
            </p:nvSpPr>
            <p:spPr>
              <a:xfrm>
                <a:off x="4333631" y="4258353"/>
                <a:ext cx="3877985" cy="2234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用上节课讲过的离子晶体内能试一下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84B874E-C64F-905C-C01D-7817E6FF7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631" y="4258353"/>
                <a:ext cx="3877985" cy="2234522"/>
              </a:xfrm>
              <a:prstGeom prst="rect">
                <a:avLst/>
              </a:prstGeom>
              <a:blipFill>
                <a:blip r:embed="rId2"/>
                <a:stretch>
                  <a:fillRect l="-1415" t="-2459" r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9CCE2F5-9F84-4188-3B12-40ACC9128696}"/>
              </a:ext>
            </a:extLst>
          </p:cNvPr>
          <p:cNvGrpSpPr/>
          <p:nvPr/>
        </p:nvGrpSpPr>
        <p:grpSpPr>
          <a:xfrm>
            <a:off x="1218726" y="2769550"/>
            <a:ext cx="9892811" cy="1308100"/>
            <a:chOff x="1218726" y="2769550"/>
            <a:chExt cx="9892811" cy="1308100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17541C7-7FF7-6A3E-311F-51DAE5D4ECC9}"/>
                </a:ext>
              </a:extLst>
            </p:cNvPr>
            <p:cNvCxnSpPr>
              <a:cxnSpLocks/>
            </p:cNvCxnSpPr>
            <p:nvPr/>
          </p:nvCxnSpPr>
          <p:spPr>
            <a:xfrm>
              <a:off x="2655412" y="3187264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780E3A4-74D6-70A4-A65F-28E672286116}"/>
                    </a:ext>
                  </a:extLst>
                </p:cNvPr>
                <p:cNvSpPr txBox="1"/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780E3A4-74D6-70A4-A65F-28E672286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226" y="2802362"/>
                  <a:ext cx="463506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B746710-7F54-6DE4-FC8B-EF1930D96324}"/>
                </a:ext>
              </a:extLst>
            </p:cNvPr>
            <p:cNvCxnSpPr>
              <a:cxnSpLocks/>
            </p:cNvCxnSpPr>
            <p:nvPr/>
          </p:nvCxnSpPr>
          <p:spPr>
            <a:xfrm>
              <a:off x="1223404" y="3474719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D0F147E-A72E-B10D-D1A7-4409DB0ED888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09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FD7AEAE-BDED-4223-DC1C-B6DBD013B054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565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8BE3C93-9FBD-1DA8-5999-5397465D798C}"/>
                </a:ext>
              </a:extLst>
            </p:cNvPr>
            <p:cNvCxnSpPr>
              <a:cxnSpLocks/>
            </p:cNvCxnSpPr>
            <p:nvPr/>
          </p:nvCxnSpPr>
          <p:spPr>
            <a:xfrm>
              <a:off x="2613266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0909FC6-4E2A-B1E8-D2E0-2778550EC008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23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606EEEF-88F8-536D-F85F-4D99A92D3F79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80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C77BC61-D8D8-E6EA-ED9B-51B4AF38BBCA}"/>
                </a:ext>
              </a:extLst>
            </p:cNvPr>
            <p:cNvCxnSpPr>
              <a:cxnSpLocks/>
            </p:cNvCxnSpPr>
            <p:nvPr/>
          </p:nvCxnSpPr>
          <p:spPr>
            <a:xfrm>
              <a:off x="6158537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02DD4E4-C80F-BB12-BA08-A9B49DE6981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294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F79EF3D-CC1F-F061-1534-6680647E175F}"/>
                </a:ext>
              </a:extLst>
            </p:cNvPr>
            <p:cNvCxnSpPr>
              <a:cxnSpLocks/>
            </p:cNvCxnSpPr>
            <p:nvPr/>
          </p:nvCxnSpPr>
          <p:spPr>
            <a:xfrm>
              <a:off x="8522051" y="3100024"/>
              <a:ext cx="0" cy="37025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76796C3-E238-3E83-9D60-F22130FB6D5C}"/>
                </a:ext>
              </a:extLst>
            </p:cNvPr>
            <p:cNvCxnSpPr>
              <a:cxnSpLocks/>
            </p:cNvCxnSpPr>
            <p:nvPr/>
          </p:nvCxnSpPr>
          <p:spPr>
            <a:xfrm>
              <a:off x="9703808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766494-CB60-1513-EB24-D3B62BBE405F}"/>
                    </a:ext>
                  </a:extLst>
                </p:cNvPr>
                <p:cNvSpPr txBox="1"/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3766494-CB60-1513-EB24-D3B62BBE4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06C4C14-1A46-A733-E977-B5B399510C55}"/>
                    </a:ext>
                  </a:extLst>
                </p:cNvPr>
                <p:cNvSpPr txBox="1"/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06C4C14-1A46-A733-E977-B5B399510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857" r="-428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8E0BA-F400-B668-6D03-27120273BDF6}"/>
                    </a:ext>
                  </a:extLst>
                </p:cNvPr>
                <p:cNvSpPr txBox="1"/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8E0BA-F400-B668-6D03-27120273B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408" r="-408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724915E-2E29-ED89-C1F5-18803DD734F0}"/>
                    </a:ext>
                  </a:extLst>
                </p:cNvPr>
                <p:cNvSpPr txBox="1"/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724915E-2E29-ED89-C1F5-18803DD73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CE6CED3-F051-9F87-C733-87AC0701A039}"/>
                    </a:ext>
                  </a:extLst>
                </p:cNvPr>
                <p:cNvSpPr txBox="1"/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CE6CED3-F051-9F87-C733-87AC0701A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B2CE80E-9AAA-1A0F-C496-25D6208C6C78}"/>
                    </a:ext>
                  </a:extLst>
                </p:cNvPr>
                <p:cNvSpPr txBox="1"/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B2CE80E-9AAA-1A0F-C496-25D6208C6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26EB47A-BEB6-9618-DBA8-2CCF2BB86358}"/>
                    </a:ext>
                  </a:extLst>
                </p:cNvPr>
                <p:cNvSpPr txBox="1"/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26EB47A-BEB6-9618-DBA8-2CCF2BB86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932A85E7-FABD-7197-54A9-790973809B10}"/>
                </a:ext>
              </a:extLst>
            </p:cNvPr>
            <p:cNvSpPr/>
            <p:nvPr/>
          </p:nvSpPr>
          <p:spPr>
            <a:xfrm>
              <a:off x="7360109" y="3373574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DF356A4-4525-EF2E-1AA8-3EA4B65DEFB8}"/>
                </a:ext>
              </a:extLst>
            </p:cNvPr>
            <p:cNvCxnSpPr>
              <a:cxnSpLocks/>
            </p:cNvCxnSpPr>
            <p:nvPr/>
          </p:nvCxnSpPr>
          <p:spPr>
            <a:xfrm>
              <a:off x="7459125" y="3585319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28CB305-E1EA-0655-F613-9F5C14F284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4269" y="3777963"/>
              <a:ext cx="1069531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0D5F288-AAA9-6564-3B87-AB04D3361CD0}"/>
                    </a:ext>
                  </a:extLst>
                </p:cNvPr>
                <p:cNvSpPr txBox="1"/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0D5F288-AAA9-6564-3B87-AB04D3361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925" y="3677540"/>
                  <a:ext cx="36047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935F752-AF9B-B2C2-934C-C200E43F4C22}"/>
                    </a:ext>
                  </a:extLst>
                </p:cNvPr>
                <p:cNvSpPr txBox="1"/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935F752-AF9B-B2C2-934C-C200E43F4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A11BCDC-9F04-43CA-E7CC-8CF64E9638B3}"/>
                </a:ext>
              </a:extLst>
            </p:cNvPr>
            <p:cNvSpPr/>
            <p:nvPr/>
          </p:nvSpPr>
          <p:spPr>
            <a:xfrm>
              <a:off x="1332492" y="3375702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050F7B8-3351-F737-2500-F56CE5EAD38D}"/>
                </a:ext>
              </a:extLst>
            </p:cNvPr>
            <p:cNvSpPr/>
            <p:nvPr/>
          </p:nvSpPr>
          <p:spPr>
            <a:xfrm>
              <a:off x="253329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1992F7A-BAD1-C3BB-88C4-4FEF9941B603}"/>
                </a:ext>
              </a:extLst>
            </p:cNvPr>
            <p:cNvSpPr/>
            <p:nvPr/>
          </p:nvSpPr>
          <p:spPr>
            <a:xfrm>
              <a:off x="373195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F58260E4-91A4-8141-2C70-28E481C532F1}"/>
                </a:ext>
              </a:extLst>
            </p:cNvPr>
            <p:cNvSpPr/>
            <p:nvPr/>
          </p:nvSpPr>
          <p:spPr>
            <a:xfrm>
              <a:off x="4922216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6FBF9DC-44B7-2447-F627-F8BDB494B452}"/>
                </a:ext>
              </a:extLst>
            </p:cNvPr>
            <p:cNvSpPr/>
            <p:nvPr/>
          </p:nvSpPr>
          <p:spPr>
            <a:xfrm>
              <a:off x="6126788" y="337569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117A792-7C28-A956-589F-EFF04EDC0914}"/>
                </a:ext>
              </a:extLst>
            </p:cNvPr>
            <p:cNvSpPr/>
            <p:nvPr/>
          </p:nvSpPr>
          <p:spPr>
            <a:xfrm>
              <a:off x="8473834" y="3375699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3FCB7B2-32A7-D7DB-839A-5B8F9999C975}"/>
                </a:ext>
              </a:extLst>
            </p:cNvPr>
            <p:cNvSpPr/>
            <p:nvPr/>
          </p:nvSpPr>
          <p:spPr>
            <a:xfrm>
              <a:off x="9623841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76C0090-CF51-62AB-3627-EE38EE6C2C37}"/>
                </a:ext>
              </a:extLst>
            </p:cNvPr>
            <p:cNvSpPr/>
            <p:nvPr/>
          </p:nvSpPr>
          <p:spPr>
            <a:xfrm>
              <a:off x="10786548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1FB6ED3-A6D8-29A9-607E-01E0F6B6A0DD}"/>
                    </a:ext>
                  </a:extLst>
                </p:cNvPr>
                <p:cNvSpPr txBox="1"/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1FB6ED3-A6D8-29A9-607E-01E0F6B6A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509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0817515-2872-2BE4-6297-63CCE74C90AF}"/>
                    </a:ext>
                  </a:extLst>
                </p:cNvPr>
                <p:cNvSpPr txBox="1"/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0817515-2872-2BE4-6297-63CCE74C9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0227" r="-3409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592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82C04-2E33-6540-7869-37FA3EC6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从一维开始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46791"/>
                <a:ext cx="10515600" cy="401242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每个原子有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左右两个弹簧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来自左边力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来自右边力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合力</a:t>
                </a:r>
                <a:endParaRPr lang="en-US" altLang="zh-CN" sz="2000" dirty="0"/>
              </a:p>
              <a:p>
                <a:pPr marL="457200" lvl="1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牛顿第二方程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zh-CN" alt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CF62E4-8876-39B5-D244-F6F6D9D88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46791"/>
                <a:ext cx="10515600" cy="401242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36E4BEE-0491-17F3-5286-D69EDB9A4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F61A9D9C-CA1F-7E15-1621-6A083F23D9C5}"/>
              </a:ext>
            </a:extLst>
          </p:cNvPr>
          <p:cNvGrpSpPr/>
          <p:nvPr/>
        </p:nvGrpSpPr>
        <p:grpSpPr>
          <a:xfrm>
            <a:off x="1218726" y="1363269"/>
            <a:ext cx="9892811" cy="1521867"/>
            <a:chOff x="1218726" y="2769550"/>
            <a:chExt cx="9892811" cy="1521867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FF41CEF-315A-18B8-C79A-C5CF55DBB39B}"/>
                </a:ext>
              </a:extLst>
            </p:cNvPr>
            <p:cNvCxnSpPr>
              <a:cxnSpLocks/>
            </p:cNvCxnSpPr>
            <p:nvPr/>
          </p:nvCxnSpPr>
          <p:spPr>
            <a:xfrm>
              <a:off x="2674662" y="3218794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51A9F0B-369F-699D-9798-BBA41EB16996}"/>
                    </a:ext>
                  </a:extLst>
                </p:cNvPr>
                <p:cNvSpPr txBox="1"/>
                <p:nvPr/>
              </p:nvSpPr>
              <p:spPr>
                <a:xfrm>
                  <a:off x="2993799" y="2830666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51A9F0B-369F-699D-9798-BBA41EB16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799" y="2830666"/>
                  <a:ext cx="463506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4374DE-9E3C-487C-6CC0-58BA16950056}"/>
                </a:ext>
              </a:extLst>
            </p:cNvPr>
            <p:cNvCxnSpPr>
              <a:cxnSpLocks/>
            </p:cNvCxnSpPr>
            <p:nvPr/>
          </p:nvCxnSpPr>
          <p:spPr>
            <a:xfrm>
              <a:off x="1223404" y="3474719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1C23197-115B-78B6-2E19-BF9224FD77F7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09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EED3D33-3383-9EBA-26D9-2A17F6C765D6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565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58F43F4-2959-1153-5A51-93EEE84D5E2A}"/>
                </a:ext>
              </a:extLst>
            </p:cNvPr>
            <p:cNvCxnSpPr>
              <a:cxnSpLocks/>
            </p:cNvCxnSpPr>
            <p:nvPr/>
          </p:nvCxnSpPr>
          <p:spPr>
            <a:xfrm>
              <a:off x="2613266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2217676-73F2-BF97-4BB7-CF50DEFC7E63}"/>
                </a:ext>
              </a:extLst>
            </p:cNvPr>
            <p:cNvCxnSpPr>
              <a:cxnSpLocks/>
            </p:cNvCxnSpPr>
            <p:nvPr/>
          </p:nvCxnSpPr>
          <p:spPr>
            <a:xfrm>
              <a:off x="3795023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43B8F42-1AEF-CF4F-8E1B-C030CD4F429A}"/>
                </a:ext>
              </a:extLst>
            </p:cNvPr>
            <p:cNvCxnSpPr>
              <a:cxnSpLocks/>
            </p:cNvCxnSpPr>
            <p:nvPr/>
          </p:nvCxnSpPr>
          <p:spPr>
            <a:xfrm>
              <a:off x="4976780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DA9E257-2174-2CDD-04DD-5EBD2CB55D98}"/>
                </a:ext>
              </a:extLst>
            </p:cNvPr>
            <p:cNvCxnSpPr>
              <a:cxnSpLocks/>
            </p:cNvCxnSpPr>
            <p:nvPr/>
          </p:nvCxnSpPr>
          <p:spPr>
            <a:xfrm>
              <a:off x="6158537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726C40B-67E1-8D08-89E2-9BBF1CA41A32}"/>
                </a:ext>
              </a:extLst>
            </p:cNvPr>
            <p:cNvCxnSpPr>
              <a:cxnSpLocks/>
            </p:cNvCxnSpPr>
            <p:nvPr/>
          </p:nvCxnSpPr>
          <p:spPr>
            <a:xfrm>
              <a:off x="7340294" y="3100024"/>
              <a:ext cx="0" cy="755693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3882391-2DC2-6C31-245F-01E484432A72}"/>
                </a:ext>
              </a:extLst>
            </p:cNvPr>
            <p:cNvCxnSpPr>
              <a:cxnSpLocks/>
            </p:cNvCxnSpPr>
            <p:nvPr/>
          </p:nvCxnSpPr>
          <p:spPr>
            <a:xfrm>
              <a:off x="8522051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92C6A16C-EE02-75B9-04BA-18EB907CC073}"/>
                </a:ext>
              </a:extLst>
            </p:cNvPr>
            <p:cNvCxnSpPr>
              <a:cxnSpLocks/>
            </p:cNvCxnSpPr>
            <p:nvPr/>
          </p:nvCxnSpPr>
          <p:spPr>
            <a:xfrm>
              <a:off x="9703808" y="3100024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B50138D-0FFB-0DE6-9042-7B72B2097EA7}"/>
                    </a:ext>
                  </a:extLst>
                </p:cNvPr>
                <p:cNvSpPr txBox="1"/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B50138D-0FFB-0DE6-9042-7B72B209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301" y="2774177"/>
                  <a:ext cx="30373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2D69493-B0E2-D76E-9B50-EAD2D3569653}"/>
                    </a:ext>
                  </a:extLst>
                </p:cNvPr>
                <p:cNvSpPr txBox="1"/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2D69493-B0E2-D76E-9B50-EAD2D3569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726" y="2774177"/>
                  <a:ext cx="42556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857" r="-428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0CA7391-18BB-3F99-3233-BE52B416E23D}"/>
                    </a:ext>
                  </a:extLst>
                </p:cNvPr>
                <p:cNvSpPr txBox="1"/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0CA7391-18BB-3F99-3233-BE52B416E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921" y="2774177"/>
                  <a:ext cx="29841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408" r="-4082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5BA086F-43ED-8E11-8A01-979718CBD3F1}"/>
                    </a:ext>
                  </a:extLst>
                </p:cNvPr>
                <p:cNvSpPr txBox="1"/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85BA086F-43ED-8E11-8A01-979718CBD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9571" y="2774177"/>
                  <a:ext cx="30373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8000" r="-4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3D1697E-650B-2996-98FC-42F487B3B029}"/>
                    </a:ext>
                  </a:extLst>
                </p:cNvPr>
                <p:cNvSpPr txBox="1"/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3D1697E-650B-2996-98FC-42F487B3B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897" y="2774177"/>
                  <a:ext cx="5374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B26E716-2BCE-9501-9AC6-956696EC68A3}"/>
                    </a:ext>
                  </a:extLst>
                </p:cNvPr>
                <p:cNvSpPr txBox="1"/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B26E716-2BCE-9501-9AC6-956696EC6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818" y="2769550"/>
                  <a:ext cx="2500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73C624C-F118-F088-A2B9-053E609DE056}"/>
                    </a:ext>
                  </a:extLst>
                </p:cNvPr>
                <p:cNvSpPr txBox="1"/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73C624C-F118-F088-A2B9-053E609DE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929" y="2774449"/>
                  <a:ext cx="25006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ED269EC-5435-D9AB-E11B-E7D59B17F9A6}"/>
                </a:ext>
              </a:extLst>
            </p:cNvPr>
            <p:cNvSpPr/>
            <p:nvPr/>
          </p:nvSpPr>
          <p:spPr>
            <a:xfrm>
              <a:off x="7360109" y="3373574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5CE3465F-BB76-97A6-65AB-262513363C7A}"/>
                </a:ext>
              </a:extLst>
            </p:cNvPr>
            <p:cNvCxnSpPr>
              <a:cxnSpLocks/>
            </p:cNvCxnSpPr>
            <p:nvPr/>
          </p:nvCxnSpPr>
          <p:spPr>
            <a:xfrm>
              <a:off x="7459125" y="3585319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8F20CFD0-94C9-6EAB-9AAB-00D1989E23D6}"/>
                </a:ext>
              </a:extLst>
            </p:cNvPr>
            <p:cNvCxnSpPr>
              <a:cxnSpLocks/>
            </p:cNvCxnSpPr>
            <p:nvPr/>
          </p:nvCxnSpPr>
          <p:spPr>
            <a:xfrm>
              <a:off x="7129889" y="3777963"/>
              <a:ext cx="190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591343E-C59E-A254-7E9C-A071E0396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5489" y="3777963"/>
              <a:ext cx="20637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B9A611B-7CCE-D2E1-4FE7-9983A175AE53}"/>
                    </a:ext>
                  </a:extLst>
                </p:cNvPr>
                <p:cNvSpPr txBox="1"/>
                <p:nvPr/>
              </p:nvSpPr>
              <p:spPr>
                <a:xfrm>
                  <a:off x="7140970" y="3891307"/>
                  <a:ext cx="18299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B9A611B-7CCE-D2E1-4FE7-9983A175A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0970" y="3891307"/>
                  <a:ext cx="1829959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2B0A23E-B7B3-09AB-7989-2E4FA34A88A5}"/>
                    </a:ext>
                  </a:extLst>
                </p:cNvPr>
                <p:cNvSpPr txBox="1"/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2B0A23E-B7B3-09AB-7989-2E4FA34A8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753" y="3060690"/>
                  <a:ext cx="3868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BD1A4734-9974-7EF9-DAC3-A27FD3FC0785}"/>
                </a:ext>
              </a:extLst>
            </p:cNvPr>
            <p:cNvSpPr/>
            <p:nvPr/>
          </p:nvSpPr>
          <p:spPr>
            <a:xfrm>
              <a:off x="1332492" y="3375702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0B29541-D614-E4E7-769F-D73421010029}"/>
                </a:ext>
              </a:extLst>
            </p:cNvPr>
            <p:cNvSpPr/>
            <p:nvPr/>
          </p:nvSpPr>
          <p:spPr>
            <a:xfrm>
              <a:off x="253329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928AC6ED-FEE1-89A5-10DF-A3193DCE90E3}"/>
                </a:ext>
              </a:extLst>
            </p:cNvPr>
            <p:cNvSpPr/>
            <p:nvPr/>
          </p:nvSpPr>
          <p:spPr>
            <a:xfrm>
              <a:off x="3731958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2FA9E7E1-A058-E369-43E9-5ED9B0C7C5E1}"/>
                </a:ext>
              </a:extLst>
            </p:cNvPr>
            <p:cNvSpPr/>
            <p:nvPr/>
          </p:nvSpPr>
          <p:spPr>
            <a:xfrm>
              <a:off x="4922216" y="337570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B85BB34-8647-4A75-CC4F-95B16923ABAE}"/>
                </a:ext>
              </a:extLst>
            </p:cNvPr>
            <p:cNvSpPr/>
            <p:nvPr/>
          </p:nvSpPr>
          <p:spPr>
            <a:xfrm>
              <a:off x="6126788" y="337569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F4A718D4-FAB5-1AF0-7A65-3B28934899FF}"/>
                </a:ext>
              </a:extLst>
            </p:cNvPr>
            <p:cNvSpPr/>
            <p:nvPr/>
          </p:nvSpPr>
          <p:spPr>
            <a:xfrm>
              <a:off x="8473702" y="3375699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07FA2B0-7EF4-97F1-5E45-3AB12581C88E}"/>
                </a:ext>
              </a:extLst>
            </p:cNvPr>
            <p:cNvSpPr/>
            <p:nvPr/>
          </p:nvSpPr>
          <p:spPr>
            <a:xfrm>
              <a:off x="9623841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B4C4D09-9E4B-B632-A918-8A1EDD384D07}"/>
                </a:ext>
              </a:extLst>
            </p:cNvPr>
            <p:cNvSpPr/>
            <p:nvPr/>
          </p:nvSpPr>
          <p:spPr>
            <a:xfrm>
              <a:off x="10786548" y="337569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F47CFD9-C2F9-4223-4954-787CEC59ABAF}"/>
                    </a:ext>
                  </a:extLst>
                </p:cNvPr>
                <p:cNvSpPr txBox="1"/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F47CFD9-C2F9-4223-4954-787CEC59A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598" y="2773514"/>
                  <a:ext cx="31784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5094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2E45CC8-6516-3AF8-A970-5DEFFFF4F518}"/>
                    </a:ext>
                  </a:extLst>
                </p:cNvPr>
                <p:cNvSpPr txBox="1"/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2E45CC8-6516-3AF8-A970-5DEFFFF4F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115" y="2790863"/>
                  <a:ext cx="53745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04740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0406D-C610-4126-5883-4A5EB5BC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波恩</a:t>
            </a:r>
            <a:r>
              <a:rPr lang="en-US" altLang="zh-CN" dirty="0"/>
              <a:t>-</a:t>
            </a:r>
            <a:r>
              <a:rPr lang="zh-CN" altLang="en-US" dirty="0"/>
              <a:t>冯</a:t>
            </a:r>
            <a:r>
              <a:rPr lang="en-US" altLang="zh-CN" dirty="0"/>
              <a:t>·</a:t>
            </a:r>
            <a:r>
              <a:rPr lang="zh-CN" altLang="en-US" dirty="0"/>
              <a:t>卡门 </a:t>
            </a:r>
            <a:r>
              <a:rPr lang="en-US" altLang="zh-CN" dirty="0"/>
              <a:t>(Born-von Kármán)</a:t>
            </a:r>
            <a:br>
              <a:rPr lang="en-US" altLang="zh-CN" dirty="0"/>
            </a:br>
            <a:r>
              <a:rPr lang="zh-CN" altLang="en-US" dirty="0"/>
              <a:t>周期性边界条件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BCD69-A160-CAD0-B050-8F70A7D8A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5528" y="2301456"/>
            <a:ext cx="4699216" cy="361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046AAE18-7958-7A5C-5D26-6B4C856B775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5420139" y="2301456"/>
                <a:ext cx="5933661" cy="4377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0+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原子运动方程满足通式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周期性边界条件既保证了原子数的有限，又消除了边界的影响，简化了方程的求解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046AAE18-7958-7A5C-5D26-6B4C856B775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420139" y="2301456"/>
                <a:ext cx="5933661" cy="4377639"/>
              </a:xfrm>
              <a:prstGeom prst="rect">
                <a:avLst/>
              </a:prstGeom>
              <a:blipFill>
                <a:blip r:embed="rId3"/>
                <a:stretch>
                  <a:fillRect l="-924" t="-2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7908CCF-4997-EDAA-7088-FA9B0C0F1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316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211DC-141F-DFEC-CE45-3CD9CC94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一维单原子链的格波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8A0287-7368-009B-A4B8-C06A83B3B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形式解</a:t>
                </a: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平面波</a:t>
                </a:r>
                <a:r>
                  <a:rPr lang="zh-CN" altLang="en-US" sz="2000" dirty="0"/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/>
                  <a:t>为原子振动的振幅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000" dirty="0"/>
                  <a:t>为圆频率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/>
                  <a:t>为波矢，对应波长为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8A0287-7368-009B-A4B8-C06A83B3B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  <a:blipFill>
                <a:blip r:embed="rId2"/>
                <a:stretch>
                  <a:fillRect l="-987" t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5">
            <a:extLst>
              <a:ext uri="{FF2B5EF4-FFF2-40B4-BE49-F238E27FC236}">
                <a16:creationId xmlns:a16="http://schemas.microsoft.com/office/drawing/2014/main" id="{FEDBA06C-04B4-92D3-1BDF-768B300D2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41" y="1472042"/>
            <a:ext cx="4352925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6A83100-C444-B542-9E29-56619A5906A6}"/>
              </a:ext>
            </a:extLst>
          </p:cNvPr>
          <p:cNvSpPr/>
          <p:nvPr/>
        </p:nvSpPr>
        <p:spPr>
          <a:xfrm>
            <a:off x="675861" y="4997045"/>
            <a:ext cx="4296806" cy="1518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/>
              <a:t>注意：格波为纵波，图中为了清晰画成横波样式；向上的箭头表示原子沿</a:t>
            </a:r>
            <a:r>
              <a:rPr lang="en-US" altLang="zh-CN" dirty="0"/>
              <a:t>x</a:t>
            </a:r>
            <a:r>
              <a:rPr lang="zh-CN" altLang="en-US" dirty="0"/>
              <a:t>轴向右振动，向下的箭头表示原子沿</a:t>
            </a:r>
            <a:r>
              <a:rPr lang="en-US" altLang="zh-CN" dirty="0"/>
              <a:t>x</a:t>
            </a:r>
            <a:r>
              <a:rPr lang="zh-CN" altLang="en-US" dirty="0"/>
              <a:t>轴向左振动，箭头的长度表示原子离开平衡位置的位移大小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4A9D2CB-95B5-C7E4-2F11-9C961B809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89E16C-1B30-1E54-E7AE-B43E3C65CCA8}"/>
                  </a:ext>
                </a:extLst>
              </p:cNvPr>
              <p:cNvSpPr txBox="1"/>
              <p:nvPr/>
            </p:nvSpPr>
            <p:spPr>
              <a:xfrm>
                <a:off x="5886450" y="4689504"/>
                <a:ext cx="4423589" cy="106674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复指数只是求解线性微分方程的数学工具</a:t>
                </a:r>
                <a:endParaRPr lang="en-US" altLang="zh-CN" dirty="0"/>
              </a:p>
              <a:p>
                <a:r>
                  <a:rPr lang="en-US" dirty="0"/>
                  <a:t>真正的原子位移永远取实部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𝑛𝑎𝑞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89E16C-1B30-1E54-E7AE-B43E3C65C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689504"/>
                <a:ext cx="4423589" cy="106674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165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8B0E-5A2B-DC5F-AF78-36D3ECCD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53D0D-92BB-02F2-33A2-C28968CF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一维单原子链的格波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30E023-EFEC-22F8-C5AD-E6853FD7C1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形式解</a:t>
                </a: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平面波</a:t>
                </a:r>
                <a:r>
                  <a:rPr lang="zh-CN" altLang="en-US" sz="2000" dirty="0"/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代回运动方程，有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ra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zh-CN" altLang="en-US" sz="2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𝑎𝑞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𝑖𝑎𝑞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𝑖𝑎𝑞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格波是集体振荡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有多种格波，频率与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相关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相邻格点振荡相位差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𝑎𝑞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格波波长为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30E023-EFEC-22F8-C5AD-E6853FD7C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  <a:blipFill>
                <a:blip r:embed="rId2"/>
                <a:stretch>
                  <a:fillRect l="-987" t="-945" b="-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B040B6E-5606-A2FD-8FAD-9ED8C8855B0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14" name="内容占位符 3" descr="1D_normal_modes.gif">
            <a:extLst>
              <a:ext uri="{FF2B5EF4-FFF2-40B4-BE49-F238E27FC236}">
                <a16:creationId xmlns:a16="http://schemas.microsoft.com/office/drawing/2014/main" id="{885DE44B-2788-88F8-D6E0-B1888FEBA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50402"/>
            <a:ext cx="3990046" cy="399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9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7ED4-CC0E-ADDF-77BC-F4F10AEB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A77D2-A3D2-3AB7-DD09-1879FC3F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一维单原子链的格波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BAB1B9-3999-15A1-D71E-73F4CB1F3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形式解</a:t>
                </a: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平面波</a:t>
                </a:r>
                <a:r>
                  <a:rPr lang="zh-CN" altLang="en-US" sz="2000" dirty="0"/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代回运动方程，有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ra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zh-CN" altLang="en-US" sz="2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𝑎𝑞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𝑖𝑎𝑞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𝑖𝑎𝑞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1.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格波是集体振荡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2.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有多种格波，频率与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相关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相邻格点振荡相位差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𝑎𝑞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4.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格波波长为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BAB1B9-3999-15A1-D71E-73F4CB1F3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7982" y="1444487"/>
                <a:ext cx="6791740" cy="5161722"/>
              </a:xfrm>
              <a:blipFill>
                <a:blip r:embed="rId2"/>
                <a:stretch>
                  <a:fillRect l="-987" t="-945" b="-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D4FC21-CDD5-4746-D4B2-77CD89073A9D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6" name="Picture 2" descr="http://upload.wikimedia.org/wikipedia/commons/thumb/2/27/Lattice_wave.svg/506px-Lattice_wave.svg.png">
            <a:extLst>
              <a:ext uri="{FF2B5EF4-FFF2-40B4-BE49-F238E27FC236}">
                <a16:creationId xmlns:a16="http://schemas.microsoft.com/office/drawing/2014/main" id="{51C68245-BA32-DAC8-53B6-4F23F79F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10" y="2017084"/>
            <a:ext cx="4124853" cy="384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17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BC9F5-C8D8-388B-5DF0-EEF8BDAA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色散关系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4A1FF9-8437-ABBE-43F6-646EEB24B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91800" cy="488660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对于某个确定的一维单原子链，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格波频率仅与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相关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|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𝑎𝑞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b="1" dirty="0"/>
                  <a:t>1. </a:t>
                </a:r>
                <a:r>
                  <a:rPr lang="zh-CN" altLang="en-US" sz="2000" b="1" dirty="0"/>
                  <a:t>格波存在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截止频率</a:t>
                </a:r>
                <a:endParaRPr lang="en-US" altLang="zh-CN" sz="2000" b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</a:rPr>
                  <a:t>高频截止：</a:t>
                </a:r>
                <a:r>
                  <a:rPr lang="zh-CN" altLang="en-US" sz="2000" dirty="0"/>
                  <a:t>一维单原子链中，只有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  <m:rad>
                      <m:radPr>
                        <m:degHide m:val="on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en-US" sz="2000" dirty="0"/>
                  <a:t>的波才能传播，高频波会强烈衰减</a:t>
                </a:r>
                <a:endParaRPr lang="en-US" altLang="zh-CN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4A1FF9-8437-ABBE-43F6-646EEB24B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91800" cy="4886601"/>
              </a:xfrm>
              <a:blipFill>
                <a:blip r:embed="rId2"/>
                <a:stretch>
                  <a:fillRect l="-633" t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8">
            <a:extLst>
              <a:ext uri="{FF2B5EF4-FFF2-40B4-BE49-F238E27FC236}">
                <a16:creationId xmlns:a16="http://schemas.microsoft.com/office/drawing/2014/main" id="{228C1015-3919-35DC-8492-1B2317238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050" y="1520187"/>
            <a:ext cx="4105117" cy="307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D92227-836E-28FD-5154-673948FB4D73}"/>
              </a:ext>
            </a:extLst>
          </p:cNvPr>
          <p:cNvSpPr txBox="1"/>
          <p:nvPr/>
        </p:nvSpPr>
        <p:spPr>
          <a:xfrm>
            <a:off x="7934018" y="936642"/>
            <a:ext cx="3419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色散关系 </a:t>
            </a:r>
            <a:r>
              <a:rPr lang="en-US" altLang="zh-CN" sz="2800" dirty="0">
                <a:highlight>
                  <a:srgbClr val="FFFF00"/>
                </a:highlight>
              </a:rPr>
              <a:t>(dispersion)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456045-9ABB-34F6-B471-85D604B3D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956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9C34F-97E7-B037-1E94-9F2E966A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A5FCF-EA6C-6E88-1950-1325056F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色散关系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7DA8A9-AA92-296B-2EE3-8FF6B1F61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对于某个确定的一维单原子链，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格波频率仅与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相关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|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𝑎𝑞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b="1" dirty="0"/>
                  <a:t>2. </a:t>
                </a:r>
                <a:r>
                  <a:rPr lang="zh-CN" altLang="en-US" sz="2000" b="1" dirty="0"/>
                  <a:t>格波频率</a:t>
                </a:r>
                <a:r>
                  <a:rPr lang="zh-CN" altLang="el-GR" sz="2000" b="1" dirty="0"/>
                  <a:t>具有</a:t>
                </a:r>
                <a:r>
                  <a:rPr lang="zh-CN" altLang="el-GR" sz="2000" b="1" dirty="0">
                    <a:solidFill>
                      <a:srgbClr val="FF0000"/>
                    </a:solidFill>
                  </a:rPr>
                  <a:t>周期性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𝑎𝑞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𝑎𝑞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7DA8A9-AA92-296B-2EE3-8FF6B1F61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FD667158-1405-BB08-39E2-B953481157D5}"/>
              </a:ext>
            </a:extLst>
          </p:cNvPr>
          <p:cNvSpPr txBox="1"/>
          <p:nvPr/>
        </p:nvSpPr>
        <p:spPr>
          <a:xfrm>
            <a:off x="838200" y="53917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正好是晶格的第一布里渊区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F96921-8DA0-7F08-8EFD-F6E5050A706E}"/>
              </a:ext>
            </a:extLst>
          </p:cNvPr>
          <p:cNvSpPr txBox="1"/>
          <p:nvPr/>
        </p:nvSpPr>
        <p:spPr>
          <a:xfrm>
            <a:off x="838200" y="5859303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第一布里渊区中的色散关系包含了全部的色散关系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F842639-1914-4848-E2FB-E8265B615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10" name="Picture 28">
            <a:extLst>
              <a:ext uri="{FF2B5EF4-FFF2-40B4-BE49-F238E27FC236}">
                <a16:creationId xmlns:a16="http://schemas.microsoft.com/office/drawing/2014/main" id="{E89F1D2B-98D3-7B88-C86C-1331DEC79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050" y="1520187"/>
            <a:ext cx="4105117" cy="307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B07F23A-89A3-1682-35BF-38BE6D45F269}"/>
              </a:ext>
            </a:extLst>
          </p:cNvPr>
          <p:cNvSpPr txBox="1"/>
          <p:nvPr/>
        </p:nvSpPr>
        <p:spPr>
          <a:xfrm>
            <a:off x="7934018" y="936642"/>
            <a:ext cx="3419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色散关系 </a:t>
            </a:r>
            <a:r>
              <a:rPr lang="en-US" altLang="zh-CN" sz="2800" dirty="0">
                <a:highlight>
                  <a:srgbClr val="FFFF00"/>
                </a:highlight>
              </a:rPr>
              <a:t>(dispersion)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2288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90AB6-78BD-DA9E-FEF4-7A6E806F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不同波长（波矢）格波的等价性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C3348F-A599-71DB-7D8D-433710510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7086"/>
                <a:ext cx="5695122" cy="4351338"/>
              </a:xfrm>
            </p:spPr>
            <p:txBody>
              <a:bodyPr>
                <a:noAutofit/>
              </a:bodyPr>
              <a:lstStyle/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晶格格点在空间中是分立、不连续的</a:t>
                </a:r>
                <a:endParaRPr lang="en-US" altLang="zh-CN" sz="2000" dirty="0"/>
              </a:p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当波矢相差为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倒格矢整数倍</a:t>
                </a:r>
                <a:r>
                  <a:rPr lang="zh-CN" altLang="en-US" sz="2000" dirty="0"/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000" dirty="0"/>
                  <a:t>时，波矢</a:t>
                </a:r>
                <a:r>
                  <a:rPr lang="en-US" altLang="zh-CN" sz="2000" dirty="0"/>
                  <a:t>q’</a:t>
                </a:r>
                <a:r>
                  <a:rPr lang="zh-CN" altLang="en-US" sz="2000" dirty="0"/>
                  <a:t>和波矢</a:t>
                </a:r>
                <a:r>
                  <a:rPr lang="en-US" altLang="zh-CN" sz="2000" dirty="0"/>
                  <a:t>q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描述的是完全相同的格波运动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红色格波波矢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zh-CN" altLang="en-US" sz="2000" dirty="0"/>
              </a:p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2000" dirty="0"/>
                  <a:t>绿色格波波矢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altLang="zh-CN" sz="2000" dirty="0"/>
              </a:p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zh-CN" sz="2000" dirty="0"/>
              </a:p>
              <a:p>
                <a:pPr marL="216000">
                  <a:lnSpc>
                    <a:spcPct val="100000"/>
                  </a:lnSpc>
                  <a:spcBef>
                    <a:spcPts val="0"/>
                  </a:spcBef>
                </a:pP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C3348F-A599-71DB-7D8D-433710510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7086"/>
                <a:ext cx="5695122" cy="4351338"/>
              </a:xfrm>
              <a:blipFill>
                <a:blip r:embed="rId2"/>
                <a:stretch>
                  <a:fillRect l="-964" t="-1120" r="-5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>
            <a:extLst>
              <a:ext uri="{FF2B5EF4-FFF2-40B4-BE49-F238E27FC236}">
                <a16:creationId xmlns:a16="http://schemas.microsoft.com/office/drawing/2014/main" id="{CE84E407-BE4D-DB55-0493-9C4D31CA1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8136" y="1690688"/>
            <a:ext cx="4010849" cy="2507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图片 4" descr="Phonon_k_3k.gif">
            <a:extLst>
              <a:ext uri="{FF2B5EF4-FFF2-40B4-BE49-F238E27FC236}">
                <a16:creationId xmlns:a16="http://schemas.microsoft.com/office/drawing/2014/main" id="{D2E899D5-BCE4-1227-18A6-E61EDC49D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330" y="4587907"/>
            <a:ext cx="6516663" cy="21158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A6C1485-7F4B-B768-180C-7051DEF7F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07D46F6-C270-58AC-EE72-086B096E1A63}"/>
                  </a:ext>
                </a:extLst>
              </p:cNvPr>
              <p:cNvSpPr txBox="1"/>
              <p:nvPr/>
            </p:nvSpPr>
            <p:spPr>
              <a:xfrm>
                <a:off x="1385129" y="3822624"/>
                <a:ext cx="4710871" cy="525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f>
                              <m:fPr>
                                <m:ctrlP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zh-CN" alt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𝑞𝑎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07D46F6-C270-58AC-EE72-086B096E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129" y="3822624"/>
                <a:ext cx="4710871" cy="5256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4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F26C-D534-FDCB-AF5F-7849B4E3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27525-920C-0CB9-5477-476FEECD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色散关系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A7C474-C818-3FAB-C98B-CA2CC23C9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32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对于某个确定的一维单原子链，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格波频率仅与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相关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|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𝑎𝑞</m:t>
                                  </m:r>
                                </m:num>
                                <m:den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b="1" dirty="0"/>
                  <a:t>3. </a:t>
                </a:r>
                <a:r>
                  <a:rPr lang="zh-CN" altLang="en-US" sz="2000" b="1" dirty="0"/>
                  <a:t>格波有两个速度</a:t>
                </a:r>
                <a:endParaRPr lang="en-US" altLang="zh-CN" sz="2000" b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b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相速度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000" dirty="0"/>
                  <a:t>群速度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zh-CN" altLang="en-US" sz="2000" dirty="0"/>
                  <a:t>（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nor/>
                      </m:rPr>
                      <a:rPr lang="zh-CN" altLang="en-US" sz="2000" dirty="0"/>
                      <m:t>的斜率</m:t>
                    </m:r>
                    <m:r>
                      <a:rPr lang="zh-CN" alt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zh-CN" altLang="en-US" sz="20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zh-CN" altLang="en-US" sz="2000" dirty="0"/>
                  <a:t>的区域，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（晶体中的声速）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zh-CN" altLang="en-US" sz="20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≈±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sz="2000" dirty="0"/>
                  <a:t>的区域，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CN" alt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zh-CN" alt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en-US" sz="2000" dirty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0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A7C474-C818-3FAB-C98B-CA2CC23C9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3227"/>
              </a:xfrm>
              <a:blipFill>
                <a:blip r:embed="rId3"/>
                <a:stretch>
                  <a:fillRect l="-638" t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7DF08D1-95B6-C5CC-8458-7ECAFBB12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9" name="Picture 28">
            <a:extLst>
              <a:ext uri="{FF2B5EF4-FFF2-40B4-BE49-F238E27FC236}">
                <a16:creationId xmlns:a16="http://schemas.microsoft.com/office/drawing/2014/main" id="{DF5FD44B-68B2-E297-061D-636CAE23F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050" y="1520187"/>
            <a:ext cx="4105117" cy="307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1D33DAA-5A38-DA97-E776-E33F61AD7DCC}"/>
              </a:ext>
            </a:extLst>
          </p:cNvPr>
          <p:cNvSpPr txBox="1"/>
          <p:nvPr/>
        </p:nvSpPr>
        <p:spPr>
          <a:xfrm>
            <a:off x="7934018" y="936642"/>
            <a:ext cx="3419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色散关系 </a:t>
            </a:r>
            <a:r>
              <a:rPr lang="en-US" altLang="zh-CN" sz="2800" dirty="0">
                <a:highlight>
                  <a:srgbClr val="FFFF00"/>
                </a:highlight>
              </a:rPr>
              <a:t>(dispersion)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ED3728F-87D5-C658-51C3-A12B36F953ED}"/>
              </a:ext>
            </a:extLst>
          </p:cNvPr>
          <p:cNvCxnSpPr/>
          <p:nvPr/>
        </p:nvCxnSpPr>
        <p:spPr>
          <a:xfrm flipV="1">
            <a:off x="9643909" y="2223494"/>
            <a:ext cx="1358348" cy="1669774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3593173-1A2C-A990-8509-20B1D214B1DA}"/>
              </a:ext>
            </a:extLst>
          </p:cNvPr>
          <p:cNvCxnSpPr>
            <a:cxnSpLocks/>
          </p:cNvCxnSpPr>
          <p:nvPr/>
        </p:nvCxnSpPr>
        <p:spPr>
          <a:xfrm flipV="1">
            <a:off x="9621684" y="2372518"/>
            <a:ext cx="824066" cy="150805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6DEA591-D577-D231-1302-B41F4B39A9E5}"/>
              </a:ext>
            </a:extLst>
          </p:cNvPr>
          <p:cNvCxnSpPr>
            <a:cxnSpLocks/>
          </p:cNvCxnSpPr>
          <p:nvPr/>
        </p:nvCxnSpPr>
        <p:spPr>
          <a:xfrm>
            <a:off x="10429875" y="2217144"/>
            <a:ext cx="1154266" cy="0"/>
          </a:xfrm>
          <a:prstGeom prst="line">
            <a:avLst/>
          </a:prstGeom>
          <a:ln w="285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9072459-3C17-91E6-2962-6AD2ADAACE7C}"/>
                  </a:ext>
                </a:extLst>
              </p:cNvPr>
              <p:cNvSpPr txBox="1"/>
              <p:nvPr/>
            </p:nvSpPr>
            <p:spPr>
              <a:xfrm>
                <a:off x="8768835" y="3911667"/>
                <a:ext cx="1852766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1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zh-CN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9072459-3C17-91E6-2962-6AD2ADAAC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835" y="3911667"/>
                <a:ext cx="1852766" cy="819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D80815-ADA5-BACE-F873-C214D1B0DE10}"/>
                  </a:ext>
                </a:extLst>
              </p:cNvPr>
              <p:cNvSpPr txBox="1"/>
              <p:nvPr/>
            </p:nvSpPr>
            <p:spPr>
              <a:xfrm>
                <a:off x="10429875" y="2354119"/>
                <a:ext cx="1841500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D80815-ADA5-BACE-F873-C214D1B0D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75" y="2354119"/>
                <a:ext cx="1841500" cy="8198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44A84E7-21EF-C7B5-CEF5-0B5ED6C4D5F9}"/>
                  </a:ext>
                </a:extLst>
              </p:cNvPr>
              <p:cNvSpPr txBox="1"/>
              <p:nvPr/>
            </p:nvSpPr>
            <p:spPr>
              <a:xfrm>
                <a:off x="10932319" y="1825624"/>
                <a:ext cx="836612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16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44A84E7-21EF-C7B5-CEF5-0B5ED6C4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2319" y="1825624"/>
                <a:ext cx="836612" cy="358560"/>
              </a:xfrm>
              <a:prstGeom prst="rect">
                <a:avLst/>
              </a:prstGeom>
              <a:blipFill>
                <a:blip r:embed="rId8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099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385C-8519-0A49-8748-363735D6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格波的数量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061C47-157E-51AE-6F5C-64F2EA17A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4021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考虑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周期性边界条件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/>
                  <a:t>，代入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𝑛𝑎𝑞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/>
                  <a:t>，最后得到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𝑁𝑎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 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因此，一维单原子链中允许的波矢</a:t>
                </a:r>
                <a:r>
                  <a:rPr lang="en-US" altLang="zh-CN" sz="2000" dirty="0"/>
                  <a:t>q</a:t>
                </a:r>
                <a:r>
                  <a:rPr lang="zh-CN" altLang="en-US" sz="2000" dirty="0"/>
                  <a:t>数目为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总原子数</a:t>
                </a:r>
                <a:r>
                  <a:rPr lang="zh-CN" altLang="en-US" sz="2000" dirty="0"/>
                  <a:t>，这也正好是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系统自由度的数目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当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为有限大时，</a:t>
                </a:r>
                <a:r>
                  <a:rPr lang="en-US" altLang="zh-CN" sz="2000" dirty="0"/>
                  <a:t>q</a:t>
                </a:r>
                <a:r>
                  <a:rPr lang="zh-CN" altLang="en-US" sz="2000" dirty="0"/>
                  <a:t>的取值是分立的，其对应的格波频率也是分立的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zh-CN" sz="2000" dirty="0"/>
                  <a:t>q</a:t>
                </a:r>
                <a:r>
                  <a:rPr lang="zh-CN" altLang="en-US" sz="2000" dirty="0"/>
                  <a:t>和</a:t>
                </a:r>
                <a:r>
                  <a:rPr lang="en-US" altLang="zh-CN" sz="2000" dirty="0"/>
                  <a:t>ω</a:t>
                </a:r>
                <a:r>
                  <a:rPr lang="zh-CN" altLang="en-US" sz="2000" dirty="0"/>
                  <a:t>的分立取值是经典力学结论，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并不是量子化！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chemeClr val="accent1"/>
                    </a:solidFill>
                  </a:rPr>
                  <a:t>注意，到目前为止，尚未确定格波频率</a:t>
                </a:r>
                <a:r>
                  <a:rPr lang="en-US" altLang="zh-CN" sz="2000" dirty="0">
                    <a:solidFill>
                      <a:schemeClr val="accent1"/>
                    </a:solidFill>
                  </a:rPr>
                  <a:t>ω</a:t>
                </a:r>
                <a:r>
                  <a:rPr lang="zh-CN" altLang="en-US" sz="2000" dirty="0">
                    <a:solidFill>
                      <a:schemeClr val="accent1"/>
                    </a:solidFill>
                  </a:rPr>
                  <a:t>和能量</a:t>
                </a:r>
                <a:r>
                  <a:rPr lang="en-US" altLang="zh-CN" sz="2000" dirty="0">
                    <a:solidFill>
                      <a:schemeClr val="accent1"/>
                    </a:solidFill>
                  </a:rPr>
                  <a:t>E</a:t>
                </a:r>
                <a:r>
                  <a:rPr lang="zh-CN" altLang="en-US" sz="2000" dirty="0">
                    <a:solidFill>
                      <a:schemeClr val="accent1"/>
                    </a:solidFill>
                  </a:rPr>
                  <a:t>之间的关系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061C47-157E-51AE-6F5C-64F2EA17A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40219"/>
              </a:xfrm>
              <a:blipFill>
                <a:blip r:embed="rId3"/>
                <a:stretch>
                  <a:fillRect l="-522" t="-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41AA156-8EE4-42A9-6D4F-88D98142F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7" name="Picture 28">
            <a:extLst>
              <a:ext uri="{FF2B5EF4-FFF2-40B4-BE49-F238E27FC236}">
                <a16:creationId xmlns:a16="http://schemas.microsoft.com/office/drawing/2014/main" id="{C952630B-C755-0A4A-38A0-50AD84C99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233" y="4091937"/>
            <a:ext cx="3131567" cy="2346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4930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4ED78-ABA5-5132-DE14-2B32F406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长波极限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FA171B-5280-10EB-0852-AB24CA562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000" dirty="0"/>
                  <a:t>当波长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000" dirty="0"/>
                  <a:t>时，原子链可以看作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连续介质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→∞，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altLang="zh-CN" sz="2000" dirty="0"/>
              </a:p>
              <a:p>
                <a:r>
                  <a:rPr lang="zh-CN" altLang="en-US" sz="2000" dirty="0"/>
                  <a:t>此时格波的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相速度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=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群速度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常数（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q=0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处的斜率）</a:t>
                </a:r>
                <a:r>
                  <a:rPr lang="zh-CN" altLang="en-US" sz="2000" dirty="0"/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长波极限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dirty="0"/>
                  <a:t>长波极限下，格波为连续介质弹性波</a:t>
                </a:r>
                <a:endParaRPr lang="en-US" altLang="zh-CN" sz="2000" dirty="0"/>
              </a:p>
              <a:p>
                <a:r>
                  <a:rPr lang="zh-CN" altLang="en-US" sz="2000" dirty="0"/>
                  <a:t>又称为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弹性波近似</a:t>
                </a: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FA171B-5280-10EB-0852-AB24CA562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7FB171F1-B700-A7E4-5FEB-6AF5686FD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08413" y="1050256"/>
            <a:ext cx="3739652" cy="1979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DE7987B1-B99E-135B-EE20-F0E95AED7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60146" y="3292475"/>
            <a:ext cx="416242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50D3744-02B3-9A85-A00E-86AE8005E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74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187D8-061F-C509-D5D1-46169752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短波极限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33D6C-FFB6-7DAD-DB06-5794381B33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000" dirty="0"/>
                  <a:t>波长的最小值呢？</a:t>
                </a:r>
                <a:endParaRPr lang="en-US" altLang="zh-CN" sz="2000" dirty="0"/>
              </a:p>
              <a:p>
                <a:r>
                  <a:rPr lang="zh-CN" altLang="en-US" sz="2000" dirty="0"/>
                  <a:t>因为</a:t>
                </a:r>
                <a:r>
                  <a:rPr lang="en-US" altLang="zh-CN" sz="2000" dirty="0"/>
                  <a:t>q</a:t>
                </a:r>
                <a:r>
                  <a:rPr lang="zh-CN" altLang="en-US" sz="2000" dirty="0"/>
                  <a:t>有极大值</a:t>
                </a:r>
                <a:r>
                  <a:rPr lang="el-GR" altLang="zh-CN" sz="2000" dirty="0"/>
                  <a:t>π</a:t>
                </a:r>
                <a:r>
                  <a:rPr lang="en-US" altLang="zh-CN" sz="2000" dirty="0"/>
                  <a:t>/a</a:t>
                </a:r>
                <a:r>
                  <a:rPr lang="zh-CN" altLang="en-US" sz="2000" dirty="0"/>
                  <a:t>，对应的波长为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极小值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dirty="0"/>
                  <a:t>此时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000" dirty="0"/>
                  <a:t>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截止频率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en-US" sz="2000" dirty="0"/>
                  <a:t>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群速度为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（驻波！）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dirty="0"/>
                  <a:t>相邻两个原子的振动相位差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𝑎𝑞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zh-CN" sz="2000" b="0" dirty="0">
                  <a:solidFill>
                    <a:srgbClr val="FF0000"/>
                  </a:solidFill>
                </a:endParaRPr>
              </a:p>
              <a:p>
                <a:r>
                  <a:rPr lang="zh-CN" altLang="en-US" sz="2000" dirty="0">
                    <a:solidFill>
                      <a:srgbClr val="FF0000"/>
                    </a:solidFill>
                  </a:rPr>
                  <a:t>相邻原子振动方向相反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533D6C-FFB6-7DAD-DB06-5794381B33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8">
            <a:extLst>
              <a:ext uri="{FF2B5EF4-FFF2-40B4-BE49-F238E27FC236}">
                <a16:creationId xmlns:a16="http://schemas.microsoft.com/office/drawing/2014/main" id="{D27D8322-C60A-1CBA-24A3-EE420040E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034" y="3281154"/>
            <a:ext cx="4044212" cy="3030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E6AD72F-8719-3E6C-72BF-FBFD787BE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9" name="Picture 3">
            <a:extLst>
              <a:ext uri="{FF2B5EF4-FFF2-40B4-BE49-F238E27FC236}">
                <a16:creationId xmlns:a16="http://schemas.microsoft.com/office/drawing/2014/main" id="{21514F53-625F-80B6-724D-DD20D77A0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29056" y="834928"/>
            <a:ext cx="3171764" cy="198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6000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9321355-B684-0BDA-8AE4-883F3334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380" y="1777807"/>
            <a:ext cx="4891116" cy="3055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0F2C220-50A8-A512-ED61-2DAFC85D3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47904" y="1777807"/>
            <a:ext cx="4891116" cy="3055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522E0C2-FD2B-E84B-BDEF-0410CDCB0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A38FCE3-CEFD-1EC0-8CD2-366260C257A1}"/>
              </a:ext>
            </a:extLst>
          </p:cNvPr>
          <p:cNvSpPr txBox="1"/>
          <p:nvPr/>
        </p:nvSpPr>
        <p:spPr>
          <a:xfrm>
            <a:off x="2003859" y="12954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长波极限（弹性波）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6D943F-8393-4DD8-0EFE-13FF42A19ABF}"/>
              </a:ext>
            </a:extLst>
          </p:cNvPr>
          <p:cNvSpPr txBox="1"/>
          <p:nvPr/>
        </p:nvSpPr>
        <p:spPr>
          <a:xfrm>
            <a:off x="8439464" y="1295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短波极限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845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FF7C1-75E3-8CF6-3D1D-F55059C0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事情变得复杂一些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EFF686-F5FE-5D18-1C52-C2E4F4598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一维双原子链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）两种原子相间排列，质量分别为</a:t>
            </a:r>
            <a:r>
              <a:rPr lang="en-US" altLang="zh-CN" sz="2000" dirty="0"/>
              <a:t>M</a:t>
            </a:r>
            <a:r>
              <a:rPr lang="zh-CN" altLang="en-US" sz="2000" dirty="0"/>
              <a:t>和</a:t>
            </a:r>
            <a:r>
              <a:rPr lang="en-US" altLang="zh-CN" sz="2000" dirty="0"/>
              <a:t>m</a:t>
            </a:r>
            <a:r>
              <a:rPr lang="zh-CN" altLang="en-US" sz="2000" dirty="0"/>
              <a:t>，</a:t>
            </a:r>
            <a:r>
              <a:rPr lang="en-US" altLang="zh-CN" sz="2000" dirty="0"/>
              <a:t>M&gt;m</a:t>
            </a:r>
            <a:r>
              <a:rPr lang="zh-CN" altLang="en-US" sz="2000" dirty="0"/>
              <a:t>；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）最近邻原子平衡距离为</a:t>
            </a:r>
            <a:r>
              <a:rPr lang="en-US" altLang="zh-CN" sz="2000" dirty="0"/>
              <a:t>a</a:t>
            </a:r>
            <a:r>
              <a:rPr lang="zh-CN" altLang="en-US" sz="2000" dirty="0"/>
              <a:t>（此时晶格常数为</a:t>
            </a:r>
            <a:r>
              <a:rPr lang="en-US" altLang="zh-CN" sz="2000" dirty="0"/>
              <a:t>2a</a:t>
            </a:r>
            <a:r>
              <a:rPr lang="zh-CN" altLang="en-US" sz="2000" dirty="0"/>
              <a:t>）；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）最近邻等效力常数为</a:t>
            </a:r>
            <a:r>
              <a:rPr lang="en-US" altLang="zh-CN" sz="2000" dirty="0"/>
              <a:t>β</a:t>
            </a:r>
            <a:r>
              <a:rPr lang="zh-CN" altLang="en-US" sz="2000" dirty="0"/>
              <a:t>；</a:t>
            </a:r>
          </a:p>
          <a:p>
            <a:endParaRPr lang="zh-CN" altLang="en-US" sz="20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5F768DB-25EA-1D5A-EC22-48C7D58F4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0643" y="3868888"/>
            <a:ext cx="5870714" cy="2706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8F0972-FC65-FEDD-1555-EEE7ABFE3035}"/>
              </a:ext>
            </a:extLst>
          </p:cNvPr>
          <p:cNvSpPr txBox="1"/>
          <p:nvPr/>
        </p:nvSpPr>
        <p:spPr>
          <a:xfrm>
            <a:off x="7427158" y="1825625"/>
            <a:ext cx="28761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与一维单原子链相比：</a:t>
            </a:r>
            <a:endParaRPr lang="en-US" altLang="zh-CN" sz="2000" dirty="0">
              <a:highlight>
                <a:srgbClr val="FFFF00"/>
              </a:highlight>
            </a:endParaRPr>
          </a:p>
          <a:p>
            <a:r>
              <a:rPr lang="zh-CN" altLang="en-US" sz="2000" dirty="0">
                <a:highlight>
                  <a:srgbClr val="FFFF00"/>
                </a:highlight>
              </a:rPr>
              <a:t>晶格常数：</a:t>
            </a:r>
            <a:r>
              <a:rPr lang="en-US" altLang="zh-CN" sz="2000" dirty="0">
                <a:highlight>
                  <a:srgbClr val="FFFF00"/>
                </a:highlight>
              </a:rPr>
              <a:t>a </a:t>
            </a:r>
            <a:r>
              <a:rPr lang="en-US" altLang="zh-CN" sz="2000" dirty="0">
                <a:highlight>
                  <a:srgbClr val="FFFF00"/>
                </a:highlight>
                <a:sym typeface="Wingdings" panose="05000000000000000000" pitchFamily="2" charset="2"/>
              </a:rPr>
              <a:t> 2a</a:t>
            </a:r>
          </a:p>
          <a:p>
            <a:r>
              <a:rPr lang="zh-CN" altLang="en-US" sz="2000" dirty="0">
                <a:highlight>
                  <a:srgbClr val="FFFF00"/>
                </a:highlight>
                <a:sym typeface="Wingdings" panose="05000000000000000000" pitchFamily="2" charset="2"/>
              </a:rPr>
              <a:t>质量：</a:t>
            </a:r>
            <a:r>
              <a:rPr lang="en-US" altLang="zh-CN" sz="2000" dirty="0">
                <a:highlight>
                  <a:srgbClr val="FFFF00"/>
                </a:highlight>
                <a:sym typeface="Wingdings" panose="05000000000000000000" pitchFamily="2" charset="2"/>
              </a:rPr>
              <a:t>m  M</a:t>
            </a:r>
            <a:r>
              <a:rPr lang="zh-CN" altLang="en-US" sz="2000" dirty="0">
                <a:highlight>
                  <a:srgbClr val="FFFF00"/>
                </a:highlight>
                <a:sym typeface="Wingdings" panose="05000000000000000000" pitchFamily="2" charset="2"/>
              </a:rPr>
              <a:t>和</a:t>
            </a:r>
            <a:r>
              <a:rPr lang="en-US" altLang="zh-CN" sz="2000" dirty="0">
                <a:highlight>
                  <a:srgbClr val="FFFF00"/>
                </a:highlight>
                <a:sym typeface="Wingdings" panose="05000000000000000000" pitchFamily="2" charset="2"/>
              </a:rPr>
              <a:t>m</a:t>
            </a:r>
          </a:p>
          <a:p>
            <a:r>
              <a:rPr lang="zh-CN" altLang="en-US" sz="2000" dirty="0">
                <a:highlight>
                  <a:srgbClr val="FFFF00"/>
                </a:highlight>
              </a:rPr>
              <a:t>力常数形式不变：</a:t>
            </a:r>
            <a:r>
              <a:rPr lang="en-US" altLang="zh-CN" sz="2000" dirty="0">
                <a:highlight>
                  <a:srgbClr val="FFFF00"/>
                </a:highlight>
              </a:rPr>
              <a:t>β </a:t>
            </a:r>
            <a:r>
              <a:rPr lang="en-US" altLang="zh-CN" sz="2000" dirty="0">
                <a:highlight>
                  <a:srgbClr val="FFFF00"/>
                </a:highlight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highlight>
                  <a:srgbClr val="FFFF00"/>
                </a:highlight>
              </a:rPr>
              <a:t>β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8A79E7C-4EEA-A2AF-7040-0B7F91C6F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241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6D3EA-F887-5516-1744-65B43B2A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一维双原子链运动方程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1EA644-9219-4674-F7CC-B405F3CBF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/>
              </a:p>
              <a:p>
                <a:r>
                  <a:rPr lang="zh-CN" altLang="en-US" sz="2000" dirty="0"/>
                  <a:t>形式解</a:t>
                </a:r>
                <a:endParaRPr lang="en-US" altLang="zh-CN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𝑎𝑞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𝑎𝑞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1EA644-9219-4674-F7CC-B405F3CBF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>
            <a:extLst>
              <a:ext uri="{FF2B5EF4-FFF2-40B4-BE49-F238E27FC236}">
                <a16:creationId xmlns:a16="http://schemas.microsoft.com/office/drawing/2014/main" id="{AB257737-A0A5-4965-92B2-9AD7E5407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5913" y="3615088"/>
            <a:ext cx="6241775" cy="287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608D65-03A6-D793-F0FB-0A94698FA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139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B448A-2CFB-F277-404E-595CC88A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一维双原子链色散关系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E1F1E-DE8D-88F9-48FE-CC6F4E10D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099313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216000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𝑀𝑚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1±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𝑀𝑚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e>
                    </m:d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𝑀𝑚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chemeClr val="accent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chemeClr val="accent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chemeClr val="accent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chemeClr val="accent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func>
                                        <m:funcPr>
                                          <m:ctrlPr>
                                            <a:rPr lang="zh-CN" alt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zh-CN" altLang="en-US" i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altLang="en-US" i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func>
                                      <m:r>
                                        <a:rPr lang="zh-CN" alt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rad>
                                </m:e>
                              </m:d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𝑀𝑚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FF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func>
                                        <m:func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zh-CN" altLang="en-US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altLang="en-US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func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rad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E1F1E-DE8D-88F9-48FE-CC6F4E10D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099313" cy="4351338"/>
              </a:xfrm>
              <a:blipFill>
                <a:blip r:embed="rId2"/>
                <a:stretch>
                  <a:fillRect r="-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919159E5-7967-7B46-0309-9D2B1129F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850" y="2100268"/>
            <a:ext cx="4087284" cy="314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ED5EFFF-9315-A58F-7712-5B3E9B27FE40}"/>
              </a:ext>
            </a:extLst>
          </p:cNvPr>
          <p:cNvSpPr/>
          <p:nvPr/>
        </p:nvSpPr>
        <p:spPr>
          <a:xfrm>
            <a:off x="7734300" y="4658968"/>
            <a:ext cx="579120" cy="7086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C39D466-02F4-E672-9B75-0AD0668659FB}"/>
              </a:ext>
            </a:extLst>
          </p:cNvPr>
          <p:cNvSpPr/>
          <p:nvPr/>
        </p:nvSpPr>
        <p:spPr>
          <a:xfrm>
            <a:off x="10271760" y="4658968"/>
            <a:ext cx="579120" cy="70866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E5C042-D765-7544-1AA0-6B8ADACB754A}"/>
              </a:ext>
            </a:extLst>
          </p:cNvPr>
          <p:cNvSpPr txBox="1"/>
          <p:nvPr/>
        </p:nvSpPr>
        <p:spPr>
          <a:xfrm>
            <a:off x="8023860" y="5530632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highlight>
                  <a:srgbClr val="FFFF00"/>
                </a:highlight>
              </a:rPr>
              <a:t>与一维单原子链相比：</a:t>
            </a:r>
            <a:endParaRPr lang="en-US" altLang="zh-CN" sz="1800" dirty="0">
              <a:highlight>
                <a:srgbClr val="FFFF00"/>
              </a:highlight>
            </a:endParaRPr>
          </a:p>
          <a:p>
            <a:r>
              <a:rPr lang="zh-CN" altLang="en-US" sz="1800" dirty="0">
                <a:highlight>
                  <a:srgbClr val="FFFF00"/>
                </a:highlight>
              </a:rPr>
              <a:t>晶格常数翻倍，布里渊区减半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7A8ADDC-05F5-6B47-930F-B084BF589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211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6DC2-B3E6-A0E1-26B0-51644489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F492A-A51C-0269-2099-E9545E49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一维双原子链色散关系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88D06F-21C0-857F-5C92-996B6B356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00269"/>
                <a:ext cx="6553651" cy="4224332"/>
              </a:xfrm>
            </p:spPr>
            <p:txBody>
              <a:bodyPr>
                <a:noAutofit/>
              </a:bodyPr>
              <a:lstStyle/>
              <a:p>
                <a:pPr marL="2160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“声学支”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(acoustic, 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A</a:t>
                </a:r>
                <a:r>
                  <a:rPr lang="en-US" altLang="zh-CN" sz="2000" dirty="0"/>
                  <a:t>) </a:t>
                </a:r>
                <a:r>
                  <a:rPr lang="zh-CN" altLang="en-US" sz="2000" dirty="0"/>
                  <a:t>频率范围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0000FF"/>
                    </a:solidFill>
                  </a:rPr>
                  <a:t>“光学支”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(optic, </a:t>
                </a:r>
                <a:r>
                  <a:rPr lang="en-US" altLang="zh-CN" sz="2000" b="1" dirty="0">
                    <a:solidFill>
                      <a:srgbClr val="0000FF"/>
                    </a:solidFill>
                  </a:rPr>
                  <a:t>O</a:t>
                </a:r>
                <a:r>
                  <a:rPr lang="en-US" altLang="zh-CN" sz="2000" dirty="0"/>
                  <a:t>) </a:t>
                </a:r>
                <a:r>
                  <a:rPr lang="zh-CN" altLang="en-US" sz="2000" dirty="0"/>
                  <a:t>频率范围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rad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光学支频率恒大于声学支，两支频率间存在</a:t>
                </a:r>
                <a:r>
                  <a:rPr lang="zh-CN" altLang="en-US" sz="2000" b="1" dirty="0"/>
                  <a:t>带隙</a:t>
                </a:r>
                <a:r>
                  <a:rPr lang="zh-CN" altLang="en-US" sz="2000" dirty="0"/>
                  <a:t>或称</a:t>
                </a:r>
                <a:r>
                  <a:rPr lang="zh-CN" altLang="en-US" sz="2000" b="1" dirty="0"/>
                  <a:t>禁带</a:t>
                </a:r>
                <a:r>
                  <a:rPr lang="zh-CN" altLang="en-US" sz="2000" dirty="0"/>
                  <a:t>，</a:t>
                </a:r>
                <a:r>
                  <a:rPr lang="zh-CN" altLang="en-US" sz="2000" dirty="0">
                    <a:solidFill>
                      <a:srgbClr val="00B050"/>
                    </a:solidFill>
                  </a:rPr>
                  <a:t>频率落在禁带内的格波无法传播</a:t>
                </a:r>
                <a:endParaRPr lang="en-US" altLang="zh-CN" sz="2000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注意：不是所有晶体都存在禁带</a:t>
                </a:r>
                <a:endParaRPr lang="en-US" altLang="zh-CN" sz="2000" dirty="0">
                  <a:highlight>
                    <a:srgbClr val="FFFF00"/>
                  </a:highlight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88D06F-21C0-857F-5C92-996B6B356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00269"/>
                <a:ext cx="6553651" cy="4224332"/>
              </a:xfrm>
              <a:blipFill>
                <a:blip r:embed="rId2"/>
                <a:stretch>
                  <a:fillRect l="-837" t="-1299" r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2848323F-50C8-A8EA-022B-9FC2850F5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850" y="2100268"/>
            <a:ext cx="4087284" cy="314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48DD8F-6C96-5E44-FFE6-02FD6332111F}"/>
                  </a:ext>
                </a:extLst>
              </p:cNvPr>
              <p:cNvSpPr txBox="1"/>
              <p:nvPr/>
            </p:nvSpPr>
            <p:spPr>
              <a:xfrm>
                <a:off x="10462589" y="3549257"/>
                <a:ext cx="695739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zh-CN" alt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48DD8F-6C96-5E44-FFE6-02FD6332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589" y="3549257"/>
                <a:ext cx="695739" cy="728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A6B3B38-0398-AF08-2710-6B065799A2E2}"/>
                  </a:ext>
                </a:extLst>
              </p:cNvPr>
              <p:cNvSpPr txBox="1"/>
              <p:nvPr/>
            </p:nvSpPr>
            <p:spPr>
              <a:xfrm>
                <a:off x="10462590" y="2820403"/>
                <a:ext cx="695739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zh-CN" altLang="en-US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A6B3B38-0398-AF08-2710-6B065799A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590" y="2820403"/>
                <a:ext cx="695739" cy="728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DCC34A-DDF9-20C4-2661-0E77C07F2890}"/>
                  </a:ext>
                </a:extLst>
              </p:cNvPr>
              <p:cNvSpPr txBox="1"/>
              <p:nvPr/>
            </p:nvSpPr>
            <p:spPr>
              <a:xfrm>
                <a:off x="7944622" y="2229817"/>
                <a:ext cx="1490870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zh-CN" altLang="en-US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𝑀𝑚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EDCC34A-DDF9-20C4-2661-0E77C07F2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622" y="2229817"/>
                <a:ext cx="1490870" cy="728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39203F2-C3EC-CE33-60F5-8CE480BCB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48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E54A2-41AA-6E2B-5C27-133666B4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一维双原子链色散关系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49A634C-FF65-2541-7642-F46202A6A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557" y="1488219"/>
          <a:ext cx="6952017" cy="5369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2252095" imgH="1740264" progId="Photoshop.Image.6">
                  <p:embed/>
                </p:oleObj>
              </mc:Choice>
              <mc:Fallback>
                <p:oleObj name="Image" r:id="rId2" imgW="2252095" imgH="1740264" progId="Photoshop.Image.6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49A634C-FF65-2541-7642-F46202A6A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57" y="1488219"/>
                        <a:ext cx="6952017" cy="5369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7">
                <a:extLst>
                  <a:ext uri="{FF2B5EF4-FFF2-40B4-BE49-F238E27FC236}">
                    <a16:creationId xmlns:a16="http://schemas.microsoft.com/office/drawing/2014/main" id="{9275EB29-9BE7-E2D8-0CBA-38851433AFB0}"/>
                  </a:ext>
                </a:extLst>
              </p:cNvPr>
              <p:cNvSpPr txBox="1"/>
              <p:nvPr/>
            </p:nvSpPr>
            <p:spPr bwMode="auto">
              <a:xfrm>
                <a:off x="4725876" y="1622650"/>
                <a:ext cx="2860994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对象 7">
                <a:extLst>
                  <a:ext uri="{FF2B5EF4-FFF2-40B4-BE49-F238E27FC236}">
                    <a16:creationId xmlns:a16="http://schemas.microsoft.com/office/drawing/2014/main" id="{9275EB29-9BE7-E2D8-0CBA-38851433A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5876" y="1622650"/>
                <a:ext cx="2860994" cy="76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9D83FBC-5366-6AD6-D501-A0E980DF7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16" y="1825625"/>
            <a:ext cx="4499114" cy="4351338"/>
          </a:xfrm>
        </p:spPr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思考：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布里渊区边界？</a:t>
            </a:r>
            <a:r>
              <a:rPr lang="el-GR" altLang="zh-CN" dirty="0"/>
              <a:t> π</a:t>
            </a:r>
            <a:r>
              <a:rPr lang="en-US" altLang="zh-CN" dirty="0"/>
              <a:t>/2a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格波数目？</a:t>
            </a:r>
            <a:r>
              <a:rPr lang="en-US" altLang="zh-CN" dirty="0"/>
              <a:t>2N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长波极限的振动方式？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短波极限的振动方式？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E79C96-2B67-91E8-2A7E-A06FBD35ECE3}"/>
              </a:ext>
            </a:extLst>
          </p:cNvPr>
          <p:cNvSpPr txBox="1"/>
          <p:nvPr/>
        </p:nvSpPr>
        <p:spPr>
          <a:xfrm>
            <a:off x="6467061" y="5765560"/>
            <a:ext cx="1033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2400" dirty="0"/>
              <a:t>π</a:t>
            </a:r>
            <a:r>
              <a:rPr lang="en-US" altLang="zh-CN" sz="2400" dirty="0"/>
              <a:t>/2a</a:t>
            </a:r>
            <a:endParaRPr lang="zh-CN" alt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D5A2DB8-75DF-5206-2B96-E1D1B402A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062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E54A2-41AA-6E2B-5C27-133666B4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一维双原子链色散关系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7133C859-8F84-6CB3-CABA-C6ACDD4EA3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长波极限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&gt;&gt;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）声学支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𝑎𝑞</m:t>
                      </m:r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）光学支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7133C859-8F84-6CB3-CABA-C6ACDD4EA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>
            <a:extLst>
              <a:ext uri="{FF2B5EF4-FFF2-40B4-BE49-F238E27FC236}">
                <a16:creationId xmlns:a16="http://schemas.microsoft.com/office/drawing/2014/main" id="{D08503F0-2A53-A9F5-9CC1-F3BF52537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8065" y="1722956"/>
            <a:ext cx="3704541" cy="22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33A57073-D692-65E0-16CF-012CD5535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8064" y="4214537"/>
            <a:ext cx="3704541" cy="22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B7D32FC-BDFC-12E7-40F7-FABFAE9087A2}"/>
              </a:ext>
            </a:extLst>
          </p:cNvPr>
          <p:cNvSpPr txBox="1"/>
          <p:nvPr/>
        </p:nvSpPr>
        <p:spPr>
          <a:xfrm>
            <a:off x="3803936" y="1690688"/>
            <a:ext cx="48304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原胞中两原子振幅相同，</a:t>
            </a:r>
            <a:r>
              <a:rPr lang="zh-CN" altLang="en-US" sz="2000" b="1" dirty="0">
                <a:highlight>
                  <a:srgbClr val="FFFF00"/>
                </a:highlight>
              </a:rPr>
              <a:t>振动方向也相同</a:t>
            </a:r>
            <a:endParaRPr lang="en-US" altLang="zh-CN" sz="2000" b="1" dirty="0">
              <a:highlight>
                <a:srgbClr val="FFFF00"/>
              </a:highlight>
            </a:endParaRPr>
          </a:p>
          <a:p>
            <a:r>
              <a:rPr lang="zh-CN" altLang="en-US" sz="2000" b="1" dirty="0">
                <a:highlight>
                  <a:srgbClr val="FFFF00"/>
                </a:highlight>
              </a:rPr>
              <a:t>原胞质心振动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9051E9-AFA1-043B-4E55-FDD80E2251DD}"/>
              </a:ext>
            </a:extLst>
          </p:cNvPr>
          <p:cNvSpPr txBox="1"/>
          <p:nvPr/>
        </p:nvSpPr>
        <p:spPr>
          <a:xfrm>
            <a:off x="3352798" y="4105484"/>
            <a:ext cx="5996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原胞中两原子振幅与质量成反比，</a:t>
            </a:r>
            <a:r>
              <a:rPr lang="zh-CN" altLang="en-US" sz="2000" b="1" dirty="0">
                <a:highlight>
                  <a:srgbClr val="FFFF00"/>
                </a:highlight>
              </a:rPr>
              <a:t>振动方向相反</a:t>
            </a:r>
            <a:endParaRPr lang="en-US" altLang="zh-CN" sz="2000" b="1" dirty="0">
              <a:highlight>
                <a:srgbClr val="FFFF00"/>
              </a:highlight>
            </a:endParaRPr>
          </a:p>
          <a:p>
            <a:r>
              <a:rPr lang="zh-CN" altLang="en-US" sz="2000" b="1" dirty="0">
                <a:highlight>
                  <a:srgbClr val="FFFF00"/>
                </a:highlight>
              </a:rPr>
              <a:t>原胞质心不动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D7BF20-FEB9-6B7F-5AF5-52CBB5ED4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85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D27FA-AC27-7285-A77D-61A42FB8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一维双原子链色散关系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71BF35-EC60-69A2-20AB-7956AE46A4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短波极限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en-US" altLang="zh-CN" dirty="0"/>
                  <a:t>q=</a:t>
                </a:r>
                <a:r>
                  <a:rPr lang="el-GR" altLang="zh-CN" dirty="0"/>
                  <a:t>π</a:t>
                </a:r>
                <a:r>
                  <a:rPr lang="en-US" altLang="zh-CN" dirty="0"/>
                  <a:t>/2a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）声学支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）光学支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71BF35-EC60-69A2-20AB-7956AE46A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ACD9CAA9-560B-2834-0DA0-E5C5E2C33474}"/>
              </a:ext>
            </a:extLst>
          </p:cNvPr>
          <p:cNvSpPr txBox="1"/>
          <p:nvPr/>
        </p:nvSpPr>
        <p:spPr>
          <a:xfrm>
            <a:off x="3551581" y="2290177"/>
            <a:ext cx="6964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00"/>
                </a:highlight>
              </a:rPr>
              <a:t>质量为</a:t>
            </a:r>
            <a:r>
              <a:rPr lang="en-US" altLang="zh-CN" sz="2400" dirty="0">
                <a:highlight>
                  <a:srgbClr val="FFFF00"/>
                </a:highlight>
              </a:rPr>
              <a:t>m</a:t>
            </a:r>
            <a:r>
              <a:rPr lang="zh-CN" altLang="en-US" sz="2400" dirty="0">
                <a:highlight>
                  <a:srgbClr val="FFFF00"/>
                </a:highlight>
              </a:rPr>
              <a:t>的原子几乎不动，质量为</a:t>
            </a:r>
            <a:r>
              <a:rPr lang="en-US" altLang="zh-CN" sz="2400" dirty="0">
                <a:highlight>
                  <a:srgbClr val="FFFF00"/>
                </a:highlight>
              </a:rPr>
              <a:t>M</a:t>
            </a:r>
            <a:r>
              <a:rPr lang="zh-CN" altLang="en-US" sz="2400" dirty="0">
                <a:highlight>
                  <a:srgbClr val="FFFF00"/>
                </a:highlight>
              </a:rPr>
              <a:t>的原子振动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07671B-99F0-35FC-5B8C-5380B6645AFE}"/>
              </a:ext>
            </a:extLst>
          </p:cNvPr>
          <p:cNvSpPr txBox="1"/>
          <p:nvPr/>
        </p:nvSpPr>
        <p:spPr>
          <a:xfrm>
            <a:off x="3551581" y="4233570"/>
            <a:ext cx="6785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00"/>
                </a:highlight>
              </a:rPr>
              <a:t>质量为</a:t>
            </a:r>
            <a:r>
              <a:rPr lang="en-US" altLang="zh-CN" sz="2400" dirty="0">
                <a:highlight>
                  <a:srgbClr val="FFFF00"/>
                </a:highlight>
              </a:rPr>
              <a:t>M</a:t>
            </a:r>
            <a:r>
              <a:rPr lang="zh-CN" altLang="en-US" sz="2400" dirty="0">
                <a:highlight>
                  <a:srgbClr val="FFFF00"/>
                </a:highlight>
              </a:rPr>
              <a:t>的原子几乎不动，质量为</a:t>
            </a:r>
            <a:r>
              <a:rPr lang="en-US" altLang="zh-CN" sz="2400" dirty="0">
                <a:highlight>
                  <a:srgbClr val="FFFF00"/>
                </a:highlight>
              </a:rPr>
              <a:t>m</a:t>
            </a:r>
            <a:r>
              <a:rPr lang="zh-CN" altLang="en-US" sz="2400" dirty="0">
                <a:highlight>
                  <a:srgbClr val="FFFF00"/>
                </a:highlight>
              </a:rPr>
              <a:t>的原子振动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106F3A4-EF67-58D0-BBF1-3B474F143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892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C0030-FB10-03BB-3726-AA0FBC52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光学支为何得名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987B5A-BC29-6451-7224-6C959E5A9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光学支的长波极限：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同一晶胞内不同原子之间</a:t>
                </a:r>
                <a:r>
                  <a:rPr lang="zh-CN" altLang="en-US" sz="2000" dirty="0"/>
                  <a:t>的相互运动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如果是阴阳离子，则伴随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电偶极矩</a:t>
                </a:r>
                <a:r>
                  <a:rPr lang="zh-CN" altLang="en-US" sz="2000" dirty="0"/>
                  <a:t>的振荡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故可以与光子发生相互作用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极性晶体中，光学支在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zh-CN" altLang="en-US" sz="2000" dirty="0"/>
                  <a:t>时能与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红外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/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太赫兹段</a:t>
                </a:r>
                <a:r>
                  <a:rPr lang="zh-CN" altLang="en-US" sz="2000" dirty="0"/>
                  <a:t>光子发生强耦合，并产生</a:t>
                </a:r>
                <a:r>
                  <a:rPr lang="en-US" altLang="zh-CN" sz="2000" dirty="0"/>
                  <a:t>IR</a:t>
                </a:r>
                <a:r>
                  <a:rPr lang="zh-CN" altLang="en-US" sz="2000" dirty="0"/>
                  <a:t>吸收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故得名光学支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987B5A-BC29-6451-7224-6C959E5A9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C78247-BD85-042E-B38D-9B0EAE1B0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190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PHONON DISPERSION RELATIONS.gif">
            <a:extLst>
              <a:ext uri="{FF2B5EF4-FFF2-40B4-BE49-F238E27FC236}">
                <a16:creationId xmlns:a16="http://schemas.microsoft.com/office/drawing/2014/main" id="{B7DFC3E5-F238-DD08-D56B-FA055335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5" b="54464"/>
          <a:stretch>
            <a:fillRect/>
          </a:stretch>
        </p:blipFill>
        <p:spPr>
          <a:xfrm>
            <a:off x="621264" y="531546"/>
            <a:ext cx="10949472" cy="561155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9B1389A-F06E-C690-6BB2-794C91EF5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121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E3A3A-F485-4B59-4D3C-723BFA7C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三维晶格振动的色散关系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55380-F83F-C948-526A-26841978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1" dirty="0"/>
              <a:t>原胞中有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个原子</a:t>
            </a:r>
            <a:endParaRPr lang="en-US" altLang="zh-CN" sz="2000" b="1" dirty="0"/>
          </a:p>
          <a:p>
            <a:r>
              <a:rPr lang="zh-CN" altLang="en-US" sz="2000" b="1" dirty="0"/>
              <a:t>格波共</a:t>
            </a:r>
            <a:r>
              <a:rPr lang="en-US" altLang="zh-CN" sz="2000" b="1" dirty="0"/>
              <a:t>3n</a:t>
            </a:r>
            <a:r>
              <a:rPr lang="zh-CN" altLang="en-US" sz="2000" b="1" dirty="0"/>
              <a:t>支，其中</a:t>
            </a:r>
            <a:r>
              <a:rPr lang="zh-CN" altLang="en-US" sz="2000" b="1" dirty="0">
                <a:solidFill>
                  <a:srgbClr val="FF0000"/>
                </a:solidFill>
              </a:rPr>
              <a:t>声学支</a:t>
            </a:r>
            <a:r>
              <a:rPr lang="en-US" altLang="zh-CN" sz="2000" b="1" dirty="0">
                <a:solidFill>
                  <a:srgbClr val="FF0000"/>
                </a:solidFill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rgbClr val="0000FF"/>
                </a:solidFill>
              </a:rPr>
              <a:t>光学支</a:t>
            </a:r>
            <a:r>
              <a:rPr lang="en-US" altLang="zh-CN" sz="2000" b="1" dirty="0">
                <a:solidFill>
                  <a:srgbClr val="0000FF"/>
                </a:solidFill>
              </a:rPr>
              <a:t>3n-3</a:t>
            </a:r>
            <a:r>
              <a:rPr lang="zh-CN" altLang="en-US" sz="2000" b="1" dirty="0">
                <a:solidFill>
                  <a:srgbClr val="0000FF"/>
                </a:solidFill>
              </a:rPr>
              <a:t>个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dirty="0"/>
              <a:t>三个声学支可分为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个横波（</a:t>
            </a:r>
            <a:r>
              <a:rPr lang="en-US" altLang="zh-CN" sz="2000" dirty="0">
                <a:solidFill>
                  <a:srgbClr val="FF0000"/>
                </a:solidFill>
              </a:rPr>
              <a:t>TA</a:t>
            </a:r>
            <a:r>
              <a:rPr lang="zh-CN" altLang="en-US" sz="2000" dirty="0">
                <a:solidFill>
                  <a:srgbClr val="FF0000"/>
                </a:solidFill>
              </a:rPr>
              <a:t>）和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个纵波（</a:t>
            </a:r>
            <a:r>
              <a:rPr lang="en-US" altLang="zh-CN" sz="2000" dirty="0">
                <a:solidFill>
                  <a:srgbClr val="FF0000"/>
                </a:solidFill>
              </a:rPr>
              <a:t>LA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0000FF"/>
                </a:solidFill>
              </a:rPr>
              <a:t>光学支也可分为横波（</a:t>
            </a:r>
            <a:r>
              <a:rPr lang="en-US" altLang="zh-CN" sz="2000" dirty="0">
                <a:solidFill>
                  <a:srgbClr val="0000FF"/>
                </a:solidFill>
              </a:rPr>
              <a:t>TO</a:t>
            </a:r>
            <a:r>
              <a:rPr lang="zh-CN" altLang="en-US" sz="2000" dirty="0">
                <a:solidFill>
                  <a:srgbClr val="0000FF"/>
                </a:solidFill>
              </a:rPr>
              <a:t>）和纵波（</a:t>
            </a:r>
            <a:r>
              <a:rPr lang="en-US" altLang="zh-CN" sz="2000" dirty="0">
                <a:solidFill>
                  <a:srgbClr val="0000FF"/>
                </a:solidFill>
              </a:rPr>
              <a:t>LO</a:t>
            </a:r>
            <a:r>
              <a:rPr lang="zh-CN" altLang="en-US" sz="2000" dirty="0">
                <a:solidFill>
                  <a:srgbClr val="0000FF"/>
                </a:solidFill>
              </a:rPr>
              <a:t>）</a:t>
            </a:r>
            <a:endParaRPr lang="en-US" altLang="zh-CN" sz="2000" dirty="0">
              <a:solidFill>
                <a:srgbClr val="0000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26C539-80C0-B226-B7B6-E86C5C3E5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4" y="3429000"/>
            <a:ext cx="839787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244F9D9-A6C9-E69D-28B5-878DCC16A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396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5FFF628-2F67-CA8C-3B31-9E733BD53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31" y="1042939"/>
            <a:ext cx="7759944" cy="24733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FAA740E-9639-FD45-69C1-7388898E2F96}"/>
              </a:ext>
            </a:extLst>
          </p:cNvPr>
          <p:cNvSpPr txBox="1"/>
          <p:nvPr/>
        </p:nvSpPr>
        <p:spPr>
          <a:xfrm>
            <a:off x="2280929" y="440860"/>
            <a:ext cx="9389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6355"/>
              </a:buClr>
            </a:pPr>
            <a:r>
              <a:rPr lang="zh-CN" altLang="en-US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声学模：原子以相同的振幅同向振动（长波极限，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0F8536-F936-B34F-27D5-969664DD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431" y="4197241"/>
            <a:ext cx="7759944" cy="25594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CE971CF-B7B7-965D-A734-62BDE90F9034}"/>
              </a:ext>
            </a:extLst>
          </p:cNvPr>
          <p:cNvSpPr txBox="1"/>
          <p:nvPr/>
        </p:nvSpPr>
        <p:spPr>
          <a:xfrm>
            <a:off x="2280929" y="3674021"/>
            <a:ext cx="7407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6355"/>
              </a:buClr>
            </a:pPr>
            <a:r>
              <a:rPr lang="zh-CN" altLang="en-US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光学模：不同的原子沿不同方向振动（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30645D6-5D4E-FABE-1501-97056755D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008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16D3224-874F-A27E-3DE1-F88314DE4B00}"/>
              </a:ext>
            </a:extLst>
          </p:cNvPr>
          <p:cNvSpPr txBox="1"/>
          <p:nvPr/>
        </p:nvSpPr>
        <p:spPr>
          <a:xfrm>
            <a:off x="917239" y="773967"/>
            <a:ext cx="7488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6355"/>
              </a:buClr>
            </a:pPr>
            <a:r>
              <a:rPr lang="zh-CN" altLang="en-US" sz="2800" b="1" dirty="0">
                <a:solidFill>
                  <a:srgbClr val="0063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声学模、光学模（短波极限，布里渊区边界处）</a:t>
            </a:r>
            <a:endParaRPr lang="en-US" altLang="zh-CN" sz="2800" b="1" dirty="0">
              <a:solidFill>
                <a:srgbClr val="0063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36EA6C-CB98-007B-534B-2982B1B94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76" y="1639299"/>
            <a:ext cx="10155808" cy="4917288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271FCE-9A7F-626D-2D50-CE366041A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278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856" y="538139"/>
            <a:ext cx="8754144" cy="5687231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55F6D28-B908-1423-9889-4A042131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5" name="图片 2" descr="Diamond and zincblende structure.jpg">
            <a:extLst>
              <a:ext uri="{FF2B5EF4-FFF2-40B4-BE49-F238E27FC236}">
                <a16:creationId xmlns:a16="http://schemas.microsoft.com/office/drawing/2014/main" id="{28DB429D-68B2-589F-5975-F855CB4AF8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464"/>
          <a:stretch>
            <a:fillRect/>
          </a:stretch>
        </p:blipFill>
        <p:spPr bwMode="auto">
          <a:xfrm>
            <a:off x="461997" y="1826096"/>
            <a:ext cx="2713004" cy="26765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091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910" y="493564"/>
            <a:ext cx="8537869" cy="574213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D500F0-3A00-D0C6-3739-1F4DFEDFD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5" name="图片 2" descr="Diamond and zincblende structure.jpg">
            <a:extLst>
              <a:ext uri="{FF2B5EF4-FFF2-40B4-BE49-F238E27FC236}">
                <a16:creationId xmlns:a16="http://schemas.microsoft.com/office/drawing/2014/main" id="{DB88B220-3BA1-60AF-5CA8-774E27746B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318"/>
          <a:stretch>
            <a:fillRect/>
          </a:stretch>
        </p:blipFill>
        <p:spPr bwMode="auto">
          <a:xfrm>
            <a:off x="514350" y="1800696"/>
            <a:ext cx="2611472" cy="26765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6567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一维单原子链</a:t>
            </a:r>
            <a:endParaRPr lang="en-US" altLang="zh-CN" dirty="0"/>
          </a:p>
          <a:p>
            <a:r>
              <a:rPr lang="zh-CN" altLang="en-US" dirty="0"/>
              <a:t>简谐近似</a:t>
            </a:r>
            <a:endParaRPr lang="en-US" altLang="zh-CN" dirty="0"/>
          </a:p>
          <a:p>
            <a:r>
              <a:rPr lang="en-US" altLang="zh-CN" dirty="0"/>
              <a:t>Born-von Kármán</a:t>
            </a:r>
            <a:r>
              <a:rPr lang="zh-CN" altLang="en-US" dirty="0"/>
              <a:t>周期性边界条件</a:t>
            </a:r>
            <a:endParaRPr lang="en-US" altLang="zh-CN" dirty="0"/>
          </a:p>
          <a:p>
            <a:r>
              <a:rPr lang="zh-CN" altLang="en-US" dirty="0"/>
              <a:t>格波解，色散关系，长波极限，短波极限</a:t>
            </a:r>
            <a:endParaRPr lang="en-US" altLang="zh-CN" dirty="0"/>
          </a:p>
          <a:p>
            <a:r>
              <a:rPr lang="zh-CN" altLang="en-US" dirty="0"/>
              <a:t>一维双原子链</a:t>
            </a:r>
            <a:endParaRPr lang="en-US" altLang="zh-CN" dirty="0"/>
          </a:p>
          <a:p>
            <a:r>
              <a:rPr lang="zh-CN" altLang="en-US" dirty="0"/>
              <a:t>格波解，色散关系，声学支，光学支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F8C82E-9B98-2661-7C91-3C69BEC3D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一维单原子链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形式解</a:t>
            </a:r>
            <a:endParaRPr lang="en-US" altLang="zh-CN" sz="2400" dirty="0"/>
          </a:p>
          <a:p>
            <a:r>
              <a:rPr lang="zh-CN" altLang="en-US" sz="2400" dirty="0"/>
              <a:t>代回微分方程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4533900" y="1628775"/>
                <a:ext cx="3887788" cy="877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900" y="1628775"/>
                <a:ext cx="3887788" cy="87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 bwMode="auto">
              <a:xfrm>
                <a:off x="3513138" y="1196975"/>
                <a:ext cx="24511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3138" y="1196975"/>
                <a:ext cx="2451100" cy="647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 bwMode="auto">
              <a:xfrm>
                <a:off x="3302000" y="2352676"/>
                <a:ext cx="5588000" cy="1914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e>
                          </m:d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𝑖𝑎𝑞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𝑖𝑎𝑞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e>
                          </m:d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𝑛𝑎𝑞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𝑖𝑎𝑞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𝑖𝑎𝑞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000" y="2352676"/>
                <a:ext cx="5588000" cy="1914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3405189" y="4267200"/>
                <a:ext cx="5045075" cy="2128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𝑖𝑎𝑞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𝑖𝑎𝑞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  <m:oMath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𝑎𝑞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5189" y="4267200"/>
                <a:ext cx="5045075" cy="21288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544272" y="5793234"/>
            <a:ext cx="1415772" cy="4616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色散关系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74B90E0-06B9-E024-F115-08348166A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502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分析第</a:t>
            </a:r>
            <a:r>
              <a:rPr lang="en-US" altLang="zh-CN" sz="2400" dirty="0"/>
              <a:t>2n</a:t>
            </a:r>
            <a:r>
              <a:rPr lang="zh-CN" altLang="en-US" sz="2400" dirty="0"/>
              <a:t>个原子受力</a:t>
            </a:r>
            <a:endParaRPr lang="en-US" altLang="zh-CN" sz="2400" dirty="0"/>
          </a:p>
          <a:p>
            <a:r>
              <a:rPr lang="zh-CN" altLang="en-US" sz="2400" dirty="0"/>
              <a:t>受到第</a:t>
            </a:r>
            <a:r>
              <a:rPr lang="en-US" altLang="zh-CN" sz="2400" dirty="0"/>
              <a:t>2n+1</a:t>
            </a:r>
            <a:r>
              <a:rPr lang="zh-CN" altLang="en-US" sz="2400" dirty="0"/>
              <a:t>个原子的作用力大小为 </a:t>
            </a:r>
            <a:r>
              <a:rPr lang="en-US" altLang="zh-CN" sz="2400" dirty="0"/>
              <a:t>+</a:t>
            </a:r>
            <a:r>
              <a:rPr lang="el-GR" altLang="zh-CN" sz="2400" dirty="0"/>
              <a:t>β</a:t>
            </a:r>
            <a:r>
              <a:rPr lang="en-US" altLang="zh-CN" sz="2400" dirty="0"/>
              <a:t>(</a:t>
            </a:r>
            <a:r>
              <a:rPr lang="el-GR" altLang="zh-CN" sz="2400" dirty="0"/>
              <a:t>μ</a:t>
            </a:r>
            <a:r>
              <a:rPr lang="en-US" altLang="zh-CN" sz="2400" baseline="-25000" dirty="0"/>
              <a:t>2n+1</a:t>
            </a:r>
            <a:r>
              <a:rPr lang="en-US" altLang="zh-CN" sz="2400" dirty="0"/>
              <a:t>-</a:t>
            </a:r>
            <a:r>
              <a:rPr lang="el-GR" altLang="zh-CN" sz="2400" dirty="0"/>
              <a:t> μ</a:t>
            </a:r>
            <a:r>
              <a:rPr lang="en-US" altLang="zh-CN" sz="2400" baseline="-25000" dirty="0"/>
              <a:t>2n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受到第</a:t>
            </a:r>
            <a:r>
              <a:rPr lang="en-US" altLang="zh-CN" sz="2400" dirty="0"/>
              <a:t>2n-1</a:t>
            </a:r>
            <a:r>
              <a:rPr lang="zh-CN" altLang="en-US" sz="2400" dirty="0"/>
              <a:t>个原子的作用力大小为</a:t>
            </a:r>
            <a:r>
              <a:rPr lang="en-US" altLang="zh-CN" sz="2400" dirty="0"/>
              <a:t>-</a:t>
            </a:r>
            <a:r>
              <a:rPr lang="zh-CN" altLang="en-US" sz="2400" dirty="0"/>
              <a:t> </a:t>
            </a:r>
            <a:r>
              <a:rPr lang="el-GR" altLang="zh-CN" sz="2400" dirty="0"/>
              <a:t>β</a:t>
            </a:r>
            <a:r>
              <a:rPr lang="en-US" altLang="zh-CN" sz="2400" dirty="0"/>
              <a:t>(</a:t>
            </a:r>
            <a:r>
              <a:rPr lang="el-GR" altLang="zh-CN" sz="2400" dirty="0"/>
              <a:t>μ</a:t>
            </a:r>
            <a:r>
              <a:rPr lang="en-US" altLang="zh-CN" sz="2400" baseline="-25000" dirty="0"/>
              <a:t>2n</a:t>
            </a:r>
            <a:r>
              <a:rPr lang="en-US" altLang="zh-CN" sz="2400" dirty="0"/>
              <a:t>-</a:t>
            </a:r>
            <a:r>
              <a:rPr lang="el-GR" altLang="zh-CN" sz="2400" dirty="0"/>
              <a:t> μ</a:t>
            </a:r>
            <a:r>
              <a:rPr lang="en-US" altLang="zh-CN" sz="2400" baseline="-25000" dirty="0"/>
              <a:t>2n-1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2n</a:t>
            </a:r>
            <a:r>
              <a:rPr lang="zh-CN" altLang="en-US" sz="2400" dirty="0"/>
              <a:t>个原子受合力为</a:t>
            </a:r>
            <a:r>
              <a:rPr lang="el-GR" altLang="zh-CN" sz="2400" dirty="0"/>
              <a:t>β</a:t>
            </a:r>
            <a:r>
              <a:rPr lang="en-US" altLang="zh-CN" sz="2400" dirty="0"/>
              <a:t>(</a:t>
            </a:r>
            <a:r>
              <a:rPr lang="el-GR" altLang="zh-CN" sz="2400" dirty="0"/>
              <a:t>μ</a:t>
            </a:r>
            <a:r>
              <a:rPr lang="en-US" altLang="zh-CN" sz="2400" baseline="-25000" dirty="0"/>
              <a:t>2n+1</a:t>
            </a:r>
            <a:r>
              <a:rPr lang="en-US" altLang="zh-CN" sz="2400" dirty="0"/>
              <a:t>+</a:t>
            </a:r>
            <a:r>
              <a:rPr lang="el-GR" altLang="zh-CN" sz="2400" dirty="0"/>
              <a:t>μ</a:t>
            </a:r>
            <a:r>
              <a:rPr lang="en-US" altLang="zh-CN" sz="2400" baseline="-25000" dirty="0"/>
              <a:t>2n-1</a:t>
            </a:r>
            <a:r>
              <a:rPr lang="el-GR" altLang="zh-CN" sz="2400" dirty="0"/>
              <a:t> </a:t>
            </a:r>
            <a:r>
              <a:rPr lang="en-US" altLang="zh-CN" sz="2400" dirty="0"/>
              <a:t>-2</a:t>
            </a:r>
            <a:r>
              <a:rPr lang="el-GR" altLang="zh-CN" sz="2400" dirty="0"/>
              <a:t>μ</a:t>
            </a:r>
            <a:r>
              <a:rPr lang="en-US" altLang="zh-CN" sz="2400" baseline="-25000" dirty="0"/>
              <a:t>2n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根据牛顿第二定律，可得到第</a:t>
            </a:r>
            <a:r>
              <a:rPr lang="en-US" altLang="zh-CN" sz="2400" dirty="0"/>
              <a:t>2n</a:t>
            </a:r>
            <a:r>
              <a:rPr lang="zh-CN" altLang="en-US" sz="2400" dirty="0"/>
              <a:t>个原子的运动方程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类似可得到第</a:t>
            </a:r>
            <a:r>
              <a:rPr lang="en-US" altLang="zh-CN" sz="2400" dirty="0"/>
              <a:t>2n+1</a:t>
            </a:r>
            <a:r>
              <a:rPr lang="zh-CN" altLang="en-US" sz="2400" dirty="0"/>
              <a:t>个原子的运动方程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系统共有</a:t>
            </a:r>
            <a:r>
              <a:rPr lang="en-US" altLang="zh-CN" sz="2400" dirty="0"/>
              <a:t>2N</a:t>
            </a:r>
            <a:r>
              <a:rPr lang="zh-CN" altLang="en-US" sz="2400" dirty="0"/>
              <a:t>个原子，因此有</a:t>
            </a:r>
            <a:r>
              <a:rPr lang="en-US" altLang="zh-CN" sz="2400" dirty="0"/>
              <a:t>2N</a:t>
            </a:r>
            <a:r>
              <a:rPr lang="zh-CN" altLang="en-US" sz="2400" dirty="0"/>
              <a:t>个方程</a:t>
            </a:r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4223792" y="3284984"/>
                <a:ext cx="4311650" cy="8778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3284984"/>
                <a:ext cx="4311650" cy="87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4223793" y="4581129"/>
                <a:ext cx="4630737" cy="877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3793" y="4581129"/>
                <a:ext cx="4630737" cy="877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AAFCE5-2F74-98DF-47C5-76911E90A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10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方程具有形式解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由于</a:t>
            </a:r>
            <a:r>
              <a:rPr lang="en-US" altLang="zh-CN" sz="2400" dirty="0"/>
              <a:t>M&gt;m</a:t>
            </a:r>
            <a:r>
              <a:rPr lang="zh-CN" altLang="en-US" sz="2400" dirty="0"/>
              <a:t>，不同质量原子振动振幅一般是不相等的；</a:t>
            </a:r>
            <a:endParaRPr lang="en-US" altLang="zh-CN" sz="2400" dirty="0"/>
          </a:p>
          <a:p>
            <a:r>
              <a:rPr lang="zh-CN" altLang="en-US" sz="2400" dirty="0"/>
              <a:t>上述形式解代入运动方程可得到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575721" y="5157193"/>
                <a:ext cx="4683125" cy="10112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1" y="5157193"/>
                <a:ext cx="4683125" cy="1011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1690688" y="3357563"/>
                <a:ext cx="8939212" cy="17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+2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zh-CN" altLang="en-US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e>
                                            </m:d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𝑎𝑞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688" y="3357563"/>
                <a:ext cx="8939212" cy="1701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4694845" y="1268761"/>
                <a:ext cx="3090342" cy="1119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𝑎𝑞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𝑎𝑞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4845" y="1268761"/>
                <a:ext cx="3090342" cy="1119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89825C9-772A-0954-19D8-DBEBA43B5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347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形式解代入运动方程可得到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若要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B</a:t>
            </a:r>
            <a:r>
              <a:rPr lang="zh-CN" altLang="en-US" sz="2400" dirty="0"/>
              <a:t>有非零解，则要求系数行列式满足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168651" y="1628776"/>
                <a:ext cx="4949825" cy="20748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altLang="en-US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𝑖𝑎𝑞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func>
                                      <m:funcPr>
                                        <m:ctrl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func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func>
                                      <m:funcPr>
                                        <m:ctrl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func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51" y="1628776"/>
                <a:ext cx="4949825" cy="2074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 bwMode="auto">
              <a:xfrm>
                <a:off x="3719736" y="4149081"/>
                <a:ext cx="5824538" cy="213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unc>
                                  <m:funcPr>
                                    <m:ctrl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unc>
                                  <m:funcPr>
                                    <m:ctrl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736" y="4149081"/>
                <a:ext cx="5824538" cy="2130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FD7182-1419-6C25-9574-A033A8924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367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考虑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可得到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3143673" y="1412777"/>
                <a:ext cx="4602163" cy="1011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func>
                                      <m:funcPr>
                                        <m:ctrl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func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func>
                                      <m:funcPr>
                                        <m:ctrl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func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673" y="1412777"/>
                <a:ext cx="4602163" cy="1011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 bwMode="auto">
              <a:xfrm>
                <a:off x="3071664" y="2924944"/>
                <a:ext cx="5532438" cy="191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1664" y="2924944"/>
                <a:ext cx="5532438" cy="1917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9BB989-AD5F-D5E2-31C1-756390F7E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54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一维双原子链的色散关系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）长波极限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(a) </a:t>
            </a:r>
            <a:r>
              <a:rPr lang="zh-CN" altLang="en-US" sz="2400" dirty="0"/>
              <a:t>声学支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4151785" y="2492896"/>
                <a:ext cx="1728787" cy="3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785" y="2492896"/>
                <a:ext cx="1728787" cy="393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1838052" y="3284985"/>
                <a:ext cx="5626100" cy="2706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𝑎𝑞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8052" y="3284985"/>
                <a:ext cx="5626100" cy="2706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8184231" y="3421450"/>
                <a:ext cx="1555750" cy="41751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84231" y="3421450"/>
                <a:ext cx="1555750" cy="4175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7536160" y="3843626"/>
                <a:ext cx="3096344" cy="94597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6160" y="3843626"/>
                <a:ext cx="3096344" cy="9459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 bwMode="auto">
              <a:xfrm>
                <a:off x="3021014" y="1484313"/>
                <a:ext cx="5451475" cy="1065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1014" y="1484313"/>
                <a:ext cx="5451475" cy="10652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536159" y="4789602"/>
            <a:ext cx="3096344" cy="10156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说明原胞中两原子振幅相同，振动方向也相同，代表原胞质心的振动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7D7110F-5600-472E-0EF6-B3067021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5695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6888088" y="4964801"/>
                <a:ext cx="3791396" cy="93752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8088" y="4964801"/>
                <a:ext cx="3791396" cy="93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一维双原子链的色散关系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）长波极限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(b) </a:t>
            </a:r>
            <a:r>
              <a:rPr lang="zh-CN" altLang="en-US" sz="2400" dirty="0"/>
              <a:t>光学支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4151785" y="2492896"/>
                <a:ext cx="1728787" cy="3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785" y="2492896"/>
                <a:ext cx="1728787" cy="393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1728788" y="3211514"/>
                <a:ext cx="5846762" cy="285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8788" y="3211514"/>
                <a:ext cx="5846762" cy="2854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7915585" y="4005064"/>
                <a:ext cx="2049463" cy="90963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5585" y="4005064"/>
                <a:ext cx="2049463" cy="9096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 bwMode="auto">
              <a:xfrm>
                <a:off x="3021014" y="1484313"/>
                <a:ext cx="5451475" cy="1065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1014" y="1484313"/>
                <a:ext cx="5451475" cy="10652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88088" y="5869722"/>
            <a:ext cx="3779912" cy="10156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说明相邻原子振动方向相反，代表原胞质心保持不变的振动，也即原胞中原子之间的相对运动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92F7C83-836E-4D90-D70A-F41A296BD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101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一维双原子链的色散关系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）短波极限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(a) </a:t>
            </a:r>
            <a:r>
              <a:rPr lang="zh-CN" altLang="en-US" sz="2400" dirty="0"/>
              <a:t>声学支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2132014" y="3222626"/>
                <a:ext cx="5037137" cy="2830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014" y="3222626"/>
                <a:ext cx="5037137" cy="2830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7825110" y="3057499"/>
                <a:ext cx="2519363" cy="85883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5110" y="3057499"/>
                <a:ext cx="2519363" cy="858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7464153" y="3916338"/>
                <a:ext cx="3203575" cy="131286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=∞</m:t>
                      </m:r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4153" y="3916338"/>
                <a:ext cx="3203575" cy="1312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 bwMode="auto">
              <a:xfrm>
                <a:off x="3308822" y="1412776"/>
                <a:ext cx="5451475" cy="1065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8822" y="1412776"/>
                <a:ext cx="5451475" cy="10652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515593" y="5229200"/>
            <a:ext cx="3096344" cy="7078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说明质量为</a:t>
            </a:r>
            <a:r>
              <a:rPr lang="en-US" altLang="zh-CN" sz="2000" dirty="0"/>
              <a:t>m</a:t>
            </a:r>
            <a:r>
              <a:rPr lang="zh-CN" altLang="en-US" sz="2000" dirty="0"/>
              <a:t>的原子不动，质量为</a:t>
            </a:r>
            <a:r>
              <a:rPr lang="en-US" altLang="zh-CN" sz="2000" dirty="0"/>
              <a:t>M</a:t>
            </a:r>
            <a:r>
              <a:rPr lang="zh-CN" altLang="en-US" sz="2000" dirty="0"/>
              <a:t>的原子振动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 bwMode="auto">
              <a:xfrm>
                <a:off x="4120654" y="2276872"/>
                <a:ext cx="1111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0654" y="2276872"/>
                <a:ext cx="1111250" cy="76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B07A220-2DAA-DF32-3FFC-D540ADCAD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571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7529512" y="4132362"/>
                <a:ext cx="3175000" cy="131286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9512" y="4132362"/>
                <a:ext cx="3175000" cy="1312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一维双原子链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91544" y="1124744"/>
            <a:ext cx="8496944" cy="525658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一维双原子链的色散关系</a:t>
            </a:r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）短波极限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(b) </a:t>
            </a:r>
            <a:r>
              <a:rPr lang="zh-CN" altLang="en-US" sz="2400" dirty="0"/>
              <a:t>光学支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4120654" y="2276872"/>
                <a:ext cx="1111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0654" y="2276872"/>
                <a:ext cx="1111250" cy="76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7898706" y="3288656"/>
                <a:ext cx="2517775" cy="86042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98706" y="3288656"/>
                <a:ext cx="2517775" cy="860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 bwMode="auto">
              <a:xfrm>
                <a:off x="3308822" y="1427684"/>
                <a:ext cx="5451475" cy="1065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8822" y="1427684"/>
                <a:ext cx="5451475" cy="10652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744072" y="5445224"/>
            <a:ext cx="3923928" cy="7078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说明质量为</a:t>
            </a:r>
            <a:r>
              <a:rPr lang="en-US" altLang="zh-CN" sz="2000" dirty="0"/>
              <a:t>M</a:t>
            </a:r>
            <a:r>
              <a:rPr lang="zh-CN" altLang="en-US" sz="2000" dirty="0"/>
              <a:t>的原子不动，质量为</a:t>
            </a:r>
            <a:r>
              <a:rPr lang="en-US" altLang="zh-CN" sz="2000" dirty="0"/>
              <a:t>m</a:t>
            </a:r>
            <a:r>
              <a:rPr lang="zh-CN" altLang="en-US" sz="2000" dirty="0"/>
              <a:t>的原子振动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 bwMode="auto">
              <a:xfrm>
                <a:off x="2132014" y="3222626"/>
                <a:ext cx="5037137" cy="28305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rad>
                        </m:e>
                      </m:d>
                    </m:oMath>
                    <m:oMath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2014" y="3222626"/>
                <a:ext cx="5037137" cy="28305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B55A119-914A-8B73-4FCC-0A1ED1F03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7084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03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1563</TotalTime>
  <Words>4682</Words>
  <Application>Microsoft Office PowerPoint</Application>
  <PresentationFormat>宽屏</PresentationFormat>
  <Paragraphs>682</Paragraphs>
  <Slides>47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8" baseType="lpstr">
      <vt:lpstr>黑体</vt:lpstr>
      <vt:lpstr>宋体</vt:lpstr>
      <vt:lpstr>微软雅黑</vt:lpstr>
      <vt:lpstr>Aptos</vt:lpstr>
      <vt:lpstr>Arial</vt:lpstr>
      <vt:lpstr>Calibri</vt:lpstr>
      <vt:lpstr>Cambria Math</vt:lpstr>
      <vt:lpstr>Times New Roman</vt:lpstr>
      <vt:lpstr>Wingdings</vt:lpstr>
      <vt:lpstr>Office 2013 - 2022 主题</vt:lpstr>
      <vt:lpstr>Image</vt:lpstr>
      <vt:lpstr>固体物理（2班） Solid state physics</vt:lpstr>
      <vt:lpstr>第三章 晶格振动</vt:lpstr>
      <vt:lpstr>为什么研究晶格振动？</vt:lpstr>
      <vt:lpstr>复习：晶体中典型的两体相互作用</vt:lpstr>
      <vt:lpstr>晶体中的原子是如何运动的？</vt:lpstr>
      <vt:lpstr>晶体中的原子是如何运动的？</vt:lpstr>
      <vt:lpstr>从一维开始……</vt:lpstr>
      <vt:lpstr>从一维开始……</vt:lpstr>
      <vt:lpstr>从一维开始……</vt:lpstr>
      <vt:lpstr>从一维开始……</vt:lpstr>
      <vt:lpstr>从一维开始……</vt:lpstr>
      <vt:lpstr>波恩-冯·卡门 (Born-von Kármán) 周期性边界条件</vt:lpstr>
      <vt:lpstr>一维单原子链的格波</vt:lpstr>
      <vt:lpstr>一维单原子链的格波</vt:lpstr>
      <vt:lpstr>一维单原子链的格波</vt:lpstr>
      <vt:lpstr>色散关系</vt:lpstr>
      <vt:lpstr>色散关系</vt:lpstr>
      <vt:lpstr>不同波长（波矢）格波的等价性</vt:lpstr>
      <vt:lpstr>色散关系</vt:lpstr>
      <vt:lpstr>格波的数量</vt:lpstr>
      <vt:lpstr>长波极限</vt:lpstr>
      <vt:lpstr>短波极限</vt:lpstr>
      <vt:lpstr>PowerPoint 演示文稿</vt:lpstr>
      <vt:lpstr>事情变得复杂一些……</vt:lpstr>
      <vt:lpstr>一维双原子链运动方程</vt:lpstr>
      <vt:lpstr>一维双原子链色散关系</vt:lpstr>
      <vt:lpstr>一维双原子链色散关系</vt:lpstr>
      <vt:lpstr>一维双原子链色散关系</vt:lpstr>
      <vt:lpstr>一维双原子链色散关系</vt:lpstr>
      <vt:lpstr>一维双原子链色散关系</vt:lpstr>
      <vt:lpstr>光学支为何得名</vt:lpstr>
      <vt:lpstr>PowerPoint 演示文稿</vt:lpstr>
      <vt:lpstr>三维晶格振动的色散关系</vt:lpstr>
      <vt:lpstr>PowerPoint 演示文稿</vt:lpstr>
      <vt:lpstr>PowerPoint 演示文稿</vt:lpstr>
      <vt:lpstr>PowerPoint 演示文稿</vt:lpstr>
      <vt:lpstr>PowerPoint 演示文稿</vt:lpstr>
      <vt:lpstr>本课小结</vt:lpstr>
      <vt:lpstr>一维单原子链</vt:lpstr>
      <vt:lpstr>一维双原子链</vt:lpstr>
      <vt:lpstr>一维双原子链</vt:lpstr>
      <vt:lpstr>一维双原子链</vt:lpstr>
      <vt:lpstr>一维双原子链</vt:lpstr>
      <vt:lpstr>一维双原子链</vt:lpstr>
      <vt:lpstr>一维双原子链</vt:lpstr>
      <vt:lpstr>一维双原子链</vt:lpstr>
      <vt:lpstr>一维双原子链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3</cp:revision>
  <dcterms:created xsi:type="dcterms:W3CDTF">2024-09-10T08:37:43Z</dcterms:created>
  <dcterms:modified xsi:type="dcterms:W3CDTF">2026-09-20T14:06:39Z</dcterms:modified>
</cp:coreProperties>
</file>