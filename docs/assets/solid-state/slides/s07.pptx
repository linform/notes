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2"/>
  </p:notesMasterIdLst>
  <p:sldIdLst>
    <p:sldId id="257" r:id="rId2"/>
    <p:sldId id="261" r:id="rId3"/>
    <p:sldId id="262" r:id="rId4"/>
    <p:sldId id="263" r:id="rId5"/>
    <p:sldId id="264" r:id="rId6"/>
    <p:sldId id="544" r:id="rId7"/>
    <p:sldId id="545" r:id="rId8"/>
    <p:sldId id="546" r:id="rId9"/>
    <p:sldId id="547" r:id="rId10"/>
    <p:sldId id="464" r:id="rId11"/>
    <p:sldId id="551" r:id="rId12"/>
    <p:sldId id="519" r:id="rId13"/>
    <p:sldId id="268" r:id="rId14"/>
    <p:sldId id="534" r:id="rId15"/>
    <p:sldId id="542" r:id="rId16"/>
    <p:sldId id="270" r:id="rId17"/>
    <p:sldId id="535" r:id="rId18"/>
    <p:sldId id="536" r:id="rId19"/>
    <p:sldId id="273" r:id="rId20"/>
    <p:sldId id="274" r:id="rId21"/>
    <p:sldId id="277" r:id="rId22"/>
    <p:sldId id="537" r:id="rId23"/>
    <p:sldId id="293" r:id="rId24"/>
    <p:sldId id="552" r:id="rId25"/>
    <p:sldId id="275" r:id="rId26"/>
    <p:sldId id="278" r:id="rId27"/>
    <p:sldId id="528" r:id="rId28"/>
    <p:sldId id="553" r:id="rId29"/>
    <p:sldId id="554" r:id="rId30"/>
    <p:sldId id="532" r:id="rId31"/>
    <p:sldId id="492" r:id="rId32"/>
    <p:sldId id="495" r:id="rId33"/>
    <p:sldId id="494" r:id="rId34"/>
    <p:sldId id="538" r:id="rId35"/>
    <p:sldId id="539" r:id="rId36"/>
    <p:sldId id="540" r:id="rId37"/>
    <p:sldId id="408" r:id="rId38"/>
    <p:sldId id="548" r:id="rId39"/>
    <p:sldId id="549" r:id="rId40"/>
    <p:sldId id="55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2B2B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1E774-46F5-473A-9E17-1697E5C9AB70}" v="6901" dt="2026-09-26T05:34:00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undo custSel addSld delSld modSld sldOrd">
      <pc:chgData name="Zhi Wang" userId="7588ea56f58b19c7" providerId="LiveId" clId="{96B72205-E234-467C-A3DC-8BF4882781A8}" dt="2026-09-26T05:34:00.205" v="13066"/>
      <pc:docMkLst>
        <pc:docMk/>
      </pc:docMkLst>
      <pc:sldChg chg="modSp mod">
        <pc:chgData name="Zhi Wang" userId="7588ea56f58b19c7" providerId="LiveId" clId="{96B72205-E234-467C-A3DC-8BF4882781A8}" dt="2026-09-26T05:33:25.656" v="13065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09-26T05:33:25.656" v="13065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413324664" sldId="261"/>
        </pc:sldMkLst>
        <pc:spChg chg="mod">
          <ac:chgData name="Zhi Wang" userId="7588ea56f58b19c7" providerId="LiveId" clId="{96B72205-E234-467C-A3DC-8BF4882781A8}" dt="2026-09-25T23:54:10.204" v="262" actId="20577"/>
          <ac:spMkLst>
            <pc:docMk/>
            <pc:sldMk cId="413324664" sldId="261"/>
            <ac:spMk id="3" creationId="{12F131D8-D384-0D2D-62B3-D1781DD2ABC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413324664" sldId="261"/>
            <ac:graphicFrameMk id="5" creationId="{9F1D3C0E-35A1-F16E-64BE-F692AB8E5C86}"/>
          </ac:graphicFrameMkLst>
        </pc:graphicFrameChg>
      </pc:sldChg>
      <pc:sldChg chg="addSp delSp modSp mod">
        <pc:chgData name="Zhi Wang" userId="7588ea56f58b19c7" providerId="LiveId" clId="{96B72205-E234-467C-A3DC-8BF4882781A8}" dt="2026-09-26T05:34:00.205" v="13066"/>
        <pc:sldMkLst>
          <pc:docMk/>
          <pc:sldMk cId="2544457816" sldId="262"/>
        </pc:sldMkLst>
        <pc:spChg chg="mod">
          <ac:chgData name="Zhi Wang" userId="7588ea56f58b19c7" providerId="LiveId" clId="{96B72205-E234-467C-A3DC-8BF4882781A8}" dt="2026-09-25T23:55:02.552" v="409" actId="207"/>
          <ac:spMkLst>
            <pc:docMk/>
            <pc:sldMk cId="2544457816" sldId="262"/>
            <ac:spMk id="3" creationId="{33219E71-C830-D49B-5CFD-A4C7089F3B48}"/>
          </ac:spMkLst>
        </pc:spChg>
        <pc:spChg chg="mod">
          <ac:chgData name="Zhi Wang" userId="7588ea56f58b19c7" providerId="LiveId" clId="{96B72205-E234-467C-A3DC-8BF4882781A8}" dt="2026-09-25T23:46:24.086" v="112" actId="1037"/>
          <ac:spMkLst>
            <pc:docMk/>
            <pc:sldMk cId="2544457816" sldId="262"/>
            <ac:spMk id="6" creationId="{60BC4F6E-A4AA-ED54-4C83-01ABFD2FB82E}"/>
          </ac:spMkLst>
        </pc:spChg>
        <pc:spChg chg="mod">
          <ac:chgData name="Zhi Wang" userId="7588ea56f58b19c7" providerId="LiveId" clId="{96B72205-E234-467C-A3DC-8BF4882781A8}" dt="2026-09-25T23:55:06.558" v="410" actId="207"/>
          <ac:spMkLst>
            <pc:docMk/>
            <pc:sldMk cId="2544457816" sldId="262"/>
            <ac:spMk id="8" creationId="{3C218197-81EC-AF3C-D1F3-658DDACBBC2F}"/>
          </ac:spMkLst>
        </pc:spChg>
        <pc:spChg chg="mod ord">
          <ac:chgData name="Zhi Wang" userId="7588ea56f58b19c7" providerId="LiveId" clId="{96B72205-E234-467C-A3DC-8BF4882781A8}" dt="2026-09-25T23:47:03.915" v="125" actId="166"/>
          <ac:spMkLst>
            <pc:docMk/>
            <pc:sldMk cId="2544457816" sldId="262"/>
            <ac:spMk id="11" creationId="{00F43B7B-1E6A-D57B-1D2C-7D92B18E8BDF}"/>
          </ac:spMkLst>
        </pc:spChg>
        <pc:spChg chg="mod">
          <ac:chgData name="Zhi Wang" userId="7588ea56f58b19c7" providerId="LiveId" clId="{96B72205-E234-467C-A3DC-8BF4882781A8}" dt="2026-09-25T23:46:51.165" v="120" actId="1076"/>
          <ac:spMkLst>
            <pc:docMk/>
            <pc:sldMk cId="2544457816" sldId="262"/>
            <ac:spMk id="12" creationId="{563A2FEC-A4C0-FD25-B0C2-3762B1CAA8E4}"/>
          </ac:spMkLst>
        </pc:spChg>
        <pc:spChg chg="mod">
          <ac:chgData name="Zhi Wang" userId="7588ea56f58b19c7" providerId="LiveId" clId="{96B72205-E234-467C-A3DC-8BF4882781A8}" dt="2026-09-25T23:46:29.155" v="113" actId="1076"/>
          <ac:spMkLst>
            <pc:docMk/>
            <pc:sldMk cId="2544457816" sldId="262"/>
            <ac:spMk id="14" creationId="{012E39BB-F284-0127-D0FC-5BA35734902B}"/>
          </ac:spMkLst>
        </pc:spChg>
        <pc:spChg chg="mod">
          <ac:chgData name="Zhi Wang" userId="7588ea56f58b19c7" providerId="LiveId" clId="{96B72205-E234-467C-A3DC-8BF4882781A8}" dt="2026-09-25T23:46:42.580" v="117" actId="14100"/>
          <ac:spMkLst>
            <pc:docMk/>
            <pc:sldMk cId="2544457816" sldId="262"/>
            <ac:spMk id="15" creationId="{5FED2BB2-28A8-D564-3B4D-9B09AAB4D860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25" creationId="{8ED1BA97-0462-D66B-EB02-4F2083978283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26" creationId="{BC824D4B-D129-3ADA-ABE0-9665A95A15BE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28" creationId="{05AE1CC2-6970-1D96-DCA1-3A160D4B45E9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30" creationId="{5BCCF565-3ACF-CA02-946E-B90C6E57254B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31" creationId="{91A16FCA-9E2F-59F8-4DCA-8DA246A5A0DC}"/>
          </ac:spMkLst>
        </pc:spChg>
        <pc:spChg chg="mod">
          <ac:chgData name="Zhi Wang" userId="7588ea56f58b19c7" providerId="LiveId" clId="{96B72205-E234-467C-A3DC-8BF4882781A8}" dt="2026-09-25T23:51:17.052" v="158" actId="1076"/>
          <ac:spMkLst>
            <pc:docMk/>
            <pc:sldMk cId="2544457816" sldId="262"/>
            <ac:spMk id="35" creationId="{771CB1EE-2507-EA14-CBF8-D2D89EAEBCFC}"/>
          </ac:spMkLst>
        </pc:spChg>
        <pc:spChg chg="mod">
          <ac:chgData name="Zhi Wang" userId="7588ea56f58b19c7" providerId="LiveId" clId="{96B72205-E234-467C-A3DC-8BF4882781A8}" dt="2026-09-25T23:51:13.823" v="157" actId="1076"/>
          <ac:spMkLst>
            <pc:docMk/>
            <pc:sldMk cId="2544457816" sldId="262"/>
            <ac:spMk id="36" creationId="{9440D344-977E-E79A-97AD-ED0D920BF067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40" creationId="{E0E48D8A-D25A-9264-4361-25693F77C863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43" creationId="{4B221A4F-B9C1-FD82-AD7E-68E11B655A4E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44" creationId="{0531BB6D-F013-9988-8E28-7CC9011255F2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45" creationId="{7B748B0B-019E-A1F3-3652-583A54BC8DD7}"/>
          </ac:spMkLst>
        </pc:spChg>
        <pc:spChg chg="mod topLvl">
          <ac:chgData name="Zhi Wang" userId="7588ea56f58b19c7" providerId="LiveId" clId="{96B72205-E234-467C-A3DC-8BF4882781A8}" dt="2026-09-25T23:51:43.628" v="161" actId="164"/>
          <ac:spMkLst>
            <pc:docMk/>
            <pc:sldMk cId="2544457816" sldId="262"/>
            <ac:spMk id="46" creationId="{90E9A692-07EC-337C-168D-8D984F867B67}"/>
          </ac:spMkLst>
        </pc:spChg>
        <pc:spChg chg="add mod">
          <ac:chgData name="Zhi Wang" userId="7588ea56f58b19c7" providerId="LiveId" clId="{96B72205-E234-467C-A3DC-8BF4882781A8}" dt="2026-09-25T23:41:18.719" v="4" actId="571"/>
          <ac:spMkLst>
            <pc:docMk/>
            <pc:sldMk cId="2544457816" sldId="262"/>
            <ac:spMk id="47" creationId="{FDF577EA-EC90-C53D-D243-E0C6F3EEB939}"/>
          </ac:spMkLst>
        </pc:spChg>
        <pc:spChg chg="add mod">
          <ac:chgData name="Zhi Wang" userId="7588ea56f58b19c7" providerId="LiveId" clId="{96B72205-E234-467C-A3DC-8BF4882781A8}" dt="2026-09-25T23:51:22.732" v="159" actId="1076"/>
          <ac:spMkLst>
            <pc:docMk/>
            <pc:sldMk cId="2544457816" sldId="262"/>
            <ac:spMk id="51" creationId="{D422AFB7-03B9-6D2F-3C6B-C043DE2E0C44}"/>
          </ac:spMkLst>
        </pc:spChg>
        <pc:spChg chg="add mod">
          <ac:chgData name="Zhi Wang" userId="7588ea56f58b19c7" providerId="LiveId" clId="{96B72205-E234-467C-A3DC-8BF4882781A8}" dt="2026-09-25T23:56:39.405" v="604" actId="1076"/>
          <ac:spMkLst>
            <pc:docMk/>
            <pc:sldMk cId="2544457816" sldId="262"/>
            <ac:spMk id="57" creationId="{138BCCAA-A445-F048-0EF2-0AE0C8A61DE6}"/>
          </ac:spMkLst>
        </pc:spChg>
        <pc:grpChg chg="mod">
          <ac:chgData name="Zhi Wang" userId="7588ea56f58b19c7" providerId="LiveId" clId="{96B72205-E234-467C-A3DC-8BF4882781A8}" dt="2026-09-25T23:41:27.435" v="5" actId="1076"/>
          <ac:grpSpMkLst>
            <pc:docMk/>
            <pc:sldMk cId="2544457816" sldId="262"/>
            <ac:grpSpMk id="2" creationId="{1446629C-7EE5-7F9E-4158-ACA452CB8A66}"/>
          </ac:grpSpMkLst>
        </pc:gr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544457816" sldId="262"/>
            <ac:graphicFrameMk id="17" creationId="{815568BB-673E-0330-7CF7-BB59FA4994FF}"/>
          </ac:graphicFrameMkLst>
        </pc:graphicFrameChg>
        <pc:picChg chg="del">
          <ac:chgData name="Zhi Wang" userId="7588ea56f58b19c7" providerId="LiveId" clId="{96B72205-E234-467C-A3DC-8BF4882781A8}" dt="2026-09-25T23:41:04.520" v="1" actId="478"/>
          <ac:picMkLst>
            <pc:docMk/>
            <pc:sldMk cId="2544457816" sldId="262"/>
            <ac:picMk id="16" creationId="{ED16C5D3-FF19-5A07-D89F-77FD414FFAD6}"/>
          </ac:picMkLst>
        </pc:picChg>
        <pc:cxnChg chg="mod">
          <ac:chgData name="Zhi Wang" userId="7588ea56f58b19c7" providerId="LiveId" clId="{96B72205-E234-467C-A3DC-8BF4882781A8}" dt="2026-09-25T23:49:55.871" v="131" actId="14100"/>
          <ac:cxnSpMkLst>
            <pc:docMk/>
            <pc:sldMk cId="2544457816" sldId="262"/>
            <ac:cxnSpMk id="22" creationId="{E38C50C0-FBE1-13F9-6CED-DFB4C99850EF}"/>
          </ac:cxnSpMkLst>
        </pc:cxnChg>
        <pc:cxnChg chg="del">
          <ac:chgData name="Zhi Wang" userId="7588ea56f58b19c7" providerId="LiveId" clId="{96B72205-E234-467C-A3DC-8BF4882781A8}" dt="2026-09-25T23:50:37.885" v="142" actId="478"/>
          <ac:cxnSpMkLst>
            <pc:docMk/>
            <pc:sldMk cId="2544457816" sldId="262"/>
            <ac:cxnSpMk id="34" creationId="{8415F029-0FF9-6A80-AE0D-7C67AA44FD7A}"/>
          </ac:cxnSpMkLst>
        </pc:cxnChg>
        <pc:cxnChg chg="add mod">
          <ac:chgData name="Zhi Wang" userId="7588ea56f58b19c7" providerId="LiveId" clId="{96B72205-E234-467C-A3DC-8BF4882781A8}" dt="2026-09-25T23:50:50.344" v="146" actId="1076"/>
          <ac:cxnSpMkLst>
            <pc:docMk/>
            <pc:sldMk cId="2544457816" sldId="262"/>
            <ac:cxnSpMk id="49" creationId="{08AD1B8A-F98B-51B7-7F22-84B958ABE65D}"/>
          </ac:cxnSpMkLst>
        </pc:cxnChg>
        <pc:cxnChg chg="add mod">
          <ac:chgData name="Zhi Wang" userId="7588ea56f58b19c7" providerId="LiveId" clId="{96B72205-E234-467C-A3DC-8BF4882781A8}" dt="2026-09-25T23:51:04.746" v="154" actId="14100"/>
          <ac:cxnSpMkLst>
            <pc:docMk/>
            <pc:sldMk cId="2544457816" sldId="262"/>
            <ac:cxnSpMk id="52" creationId="{D4951882-FED1-A15D-4450-947A5545723E}"/>
          </ac:cxnSpMkLst>
        </pc:cxnChg>
        <pc:cxnChg chg="add mod">
          <ac:chgData name="Zhi Wang" userId="7588ea56f58b19c7" providerId="LiveId" clId="{96B72205-E234-467C-A3DC-8BF4882781A8}" dt="2026-09-25T23:50:47.836" v="145" actId="1076"/>
          <ac:cxnSpMkLst>
            <pc:docMk/>
            <pc:sldMk cId="2544457816" sldId="262"/>
            <ac:cxnSpMk id="53" creationId="{DE544B81-C795-C811-5E3D-5C3F02CB1B13}"/>
          </ac:cxnSpMkLst>
        </pc:cxnChg>
      </pc:sldChg>
      <pc:sldChg chg="addSp delSp modSp mod modAnim">
        <pc:chgData name="Zhi Wang" userId="7588ea56f58b19c7" providerId="LiveId" clId="{96B72205-E234-467C-A3DC-8BF4882781A8}" dt="2026-09-26T05:34:00.205" v="13066"/>
        <pc:sldMkLst>
          <pc:docMk/>
          <pc:sldMk cId="1582767072" sldId="263"/>
        </pc:sldMkLst>
        <pc:spChg chg="del mod">
          <ac:chgData name="Zhi Wang" userId="7588ea56f58b19c7" providerId="LiveId" clId="{96B72205-E234-467C-A3DC-8BF4882781A8}" dt="2026-09-25T23:52:56.788" v="255" actId="478"/>
          <ac:spMkLst>
            <pc:docMk/>
            <pc:sldMk cId="1582767072" sldId="263"/>
            <ac:spMk id="2" creationId="{94BC05B4-4147-7218-3EAF-03B021709A9C}"/>
          </ac:spMkLst>
        </pc:spChg>
        <pc:spChg chg="mod">
          <ac:chgData name="Zhi Wang" userId="7588ea56f58b19c7" providerId="LiveId" clId="{96B72205-E234-467C-A3DC-8BF4882781A8}" dt="2026-09-26T00:11:08.988" v="1047"/>
          <ac:spMkLst>
            <pc:docMk/>
            <pc:sldMk cId="1582767072" sldId="263"/>
            <ac:spMk id="3" creationId="{A3F0D998-F4C1-36A8-3286-B50357FB535B}"/>
          </ac:spMkLst>
        </pc:spChg>
        <pc:spChg chg="add mod">
          <ac:chgData name="Zhi Wang" userId="7588ea56f58b19c7" providerId="LiveId" clId="{96B72205-E234-467C-A3DC-8BF4882781A8}" dt="2026-09-25T23:52:52.517" v="254"/>
          <ac:spMkLst>
            <pc:docMk/>
            <pc:sldMk cId="1582767072" sldId="263"/>
            <ac:spMk id="4" creationId="{490C37BE-F644-FCB6-4616-1B29C8C437DD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582767072" sldId="263"/>
            <ac:graphicFrameMk id="5" creationId="{D599E020-40E7-61F9-C464-30A4FA722C55}"/>
          </ac:graphicFrameMkLst>
        </pc:graphicFrameChg>
      </pc:sldChg>
      <pc:sldChg chg="addSp delSp modSp mod delAnim modAnim">
        <pc:chgData name="Zhi Wang" userId="7588ea56f58b19c7" providerId="LiveId" clId="{96B72205-E234-467C-A3DC-8BF4882781A8}" dt="2026-09-26T05:34:00.205" v="13066"/>
        <pc:sldMkLst>
          <pc:docMk/>
          <pc:sldMk cId="664169683" sldId="264"/>
        </pc:sldMkLst>
        <pc:spChg chg="del">
          <ac:chgData name="Zhi Wang" userId="7588ea56f58b19c7" providerId="LiveId" clId="{96B72205-E234-467C-A3DC-8BF4882781A8}" dt="2026-09-25T23:59:25.392" v="751" actId="478"/>
          <ac:spMkLst>
            <pc:docMk/>
            <pc:sldMk cId="664169683" sldId="264"/>
            <ac:spMk id="2" creationId="{C6D62BCB-CB2D-94F4-9383-6B183535138F}"/>
          </ac:spMkLst>
        </pc:spChg>
        <pc:spChg chg="del">
          <ac:chgData name="Zhi Wang" userId="7588ea56f58b19c7" providerId="LiveId" clId="{96B72205-E234-467C-A3DC-8BF4882781A8}" dt="2026-09-25T23:58:51.287" v="744" actId="478"/>
          <ac:spMkLst>
            <pc:docMk/>
            <pc:sldMk cId="664169683" sldId="264"/>
            <ac:spMk id="3" creationId="{AE4B129E-952A-7C6E-6682-8FD667C46C4F}"/>
          </ac:spMkLst>
        </pc:spChg>
        <pc:spChg chg="mod">
          <ac:chgData name="Zhi Wang" userId="7588ea56f58b19c7" providerId="LiveId" clId="{96B72205-E234-467C-A3DC-8BF4882781A8}" dt="2026-09-26T00:25:47.341" v="1523" actId="20577"/>
          <ac:spMkLst>
            <pc:docMk/>
            <pc:sldMk cId="664169683" sldId="264"/>
            <ac:spMk id="4" creationId="{142B7AE5-4049-D335-BD83-526E820FCA18}"/>
          </ac:spMkLst>
        </pc:spChg>
        <pc:spChg chg="del">
          <ac:chgData name="Zhi Wang" userId="7588ea56f58b19c7" providerId="LiveId" clId="{96B72205-E234-467C-A3DC-8BF4882781A8}" dt="2026-09-25T23:58:51.287" v="744" actId="478"/>
          <ac:spMkLst>
            <pc:docMk/>
            <pc:sldMk cId="664169683" sldId="264"/>
            <ac:spMk id="5" creationId="{127403AB-C8A8-75F5-123B-2EE08DC62FC5}"/>
          </ac:spMkLst>
        </pc:spChg>
        <pc:spChg chg="add del mod">
          <ac:chgData name="Zhi Wang" userId="7588ea56f58b19c7" providerId="LiveId" clId="{96B72205-E234-467C-A3DC-8BF4882781A8}" dt="2026-09-25T23:58:53.162" v="745" actId="478"/>
          <ac:spMkLst>
            <pc:docMk/>
            <pc:sldMk cId="664169683" sldId="264"/>
            <ac:spMk id="9" creationId="{4435D92C-4CCC-7D69-2DF4-DBFFD35EB6DB}"/>
          </ac:spMkLst>
        </pc:spChg>
        <pc:spChg chg="del">
          <ac:chgData name="Zhi Wang" userId="7588ea56f58b19c7" providerId="LiveId" clId="{96B72205-E234-467C-A3DC-8BF4882781A8}" dt="2026-09-25T23:58:51.287" v="744" actId="478"/>
          <ac:spMkLst>
            <pc:docMk/>
            <pc:sldMk cId="664169683" sldId="264"/>
            <ac:spMk id="11" creationId="{6DD4EA73-583A-351F-ED3B-190D14CD931F}"/>
          </ac:spMkLst>
        </pc:spChg>
        <pc:spChg chg="add mod">
          <ac:chgData name="Zhi Wang" userId="7588ea56f58b19c7" providerId="LiveId" clId="{96B72205-E234-467C-A3DC-8BF4882781A8}" dt="2026-09-25T23:59:56.429" v="823"/>
          <ac:spMkLst>
            <pc:docMk/>
            <pc:sldMk cId="664169683" sldId="264"/>
            <ac:spMk id="13" creationId="{E39308B8-F120-C247-3DAC-2F075D6339CD}"/>
          </ac:spMkLst>
        </pc:spChg>
        <pc:spChg chg="add del mod">
          <ac:chgData name="Zhi Wang" userId="7588ea56f58b19c7" providerId="LiveId" clId="{96B72205-E234-467C-A3DC-8BF4882781A8}" dt="2026-09-25T23:59:27.031" v="752" actId="478"/>
          <ac:spMkLst>
            <pc:docMk/>
            <pc:sldMk cId="664169683" sldId="264"/>
            <ac:spMk id="15" creationId="{281F5E1B-D0C4-C866-BDDB-A283E25F18CF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16" creationId="{3CC3EA70-3438-79F1-5D2A-A756FC09BB34}"/>
          </ac:spMkLst>
        </pc:spChg>
        <pc:spChg chg="add mod or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19" creationId="{B908A886-0AC9-8E76-F1A5-0FE8549B1A78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20" creationId="{456653A1-449F-F58C-38EF-D9343FC2032B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21" creationId="{6E18C710-4164-4A3D-1C67-3401BFFDEC76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31" creationId="{407087F5-F06F-AA1B-81EF-C409CA8F8DD8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33" creationId="{E2CACB6D-ED8C-9F05-3175-6B5F29F69A16}"/>
          </ac:spMkLst>
        </pc:spChg>
        <pc:spChg chg="add mod">
          <ac:chgData name="Zhi Wang" userId="7588ea56f58b19c7" providerId="LiveId" clId="{96B72205-E234-467C-A3DC-8BF4882781A8}" dt="2026-09-26T00:15:17.170" v="1214" actId="164"/>
          <ac:spMkLst>
            <pc:docMk/>
            <pc:sldMk cId="664169683" sldId="264"/>
            <ac:spMk id="37" creationId="{2FAF54F0-D4EC-DA7D-AB7D-C8199ABC6A26}"/>
          </ac:spMkLst>
        </pc:spChg>
        <pc:spChg chg="add mod">
          <ac:chgData name="Zhi Wang" userId="7588ea56f58b19c7" providerId="LiveId" clId="{96B72205-E234-467C-A3DC-8BF4882781A8}" dt="2026-09-26T00:15:09.619" v="1213" actId="571"/>
          <ac:spMkLst>
            <pc:docMk/>
            <pc:sldMk cId="664169683" sldId="264"/>
            <ac:spMk id="38" creationId="{F82B1D8E-D21A-2451-BBFE-E2A462F2E362}"/>
          </ac:spMkLst>
        </pc:spChg>
        <pc:spChg chg="add del">
          <ac:chgData name="Zhi Wang" userId="7588ea56f58b19c7" providerId="LiveId" clId="{96B72205-E234-467C-A3DC-8BF4882781A8}" dt="2026-09-26T00:16:21.098" v="1229" actId="22"/>
          <ac:spMkLst>
            <pc:docMk/>
            <pc:sldMk cId="664169683" sldId="264"/>
            <ac:spMk id="41" creationId="{5CFE2326-F64C-3B43-9D5F-FC3EB5730F41}"/>
          </ac:spMkLst>
        </pc:spChg>
        <pc:spChg chg="add mod ord">
          <ac:chgData name="Zhi Wang" userId="7588ea56f58b19c7" providerId="LiveId" clId="{96B72205-E234-467C-A3DC-8BF4882781A8}" dt="2026-09-26T00:26:23.514" v="1531" actId="208"/>
          <ac:spMkLst>
            <pc:docMk/>
            <pc:sldMk cId="664169683" sldId="264"/>
            <ac:spMk id="43" creationId="{419C1DE1-7A2B-15AE-3A37-959B107E081F}"/>
          </ac:spMkLst>
        </pc:spChg>
        <pc:grpChg chg="add mod">
          <ac:chgData name="Zhi Wang" userId="7588ea56f58b19c7" providerId="LiveId" clId="{96B72205-E234-467C-A3DC-8BF4882781A8}" dt="2026-09-26T00:15:19.904" v="1215" actId="1076"/>
          <ac:grpSpMkLst>
            <pc:docMk/>
            <pc:sldMk cId="664169683" sldId="264"/>
            <ac:grpSpMk id="39" creationId="{1376A4E3-9327-F2CF-9FBB-7AFC5D715E72}"/>
          </ac:grpSpMkLst>
        </pc:gr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664169683" sldId="264"/>
            <ac:graphicFrameMk id="6" creationId="{C10B53C4-92A9-A90E-DDEF-8ED0D7A1D383}"/>
          </ac:graphicFrameMkLst>
        </pc:graphicFrameChg>
        <pc:picChg chg="del">
          <ac:chgData name="Zhi Wang" userId="7588ea56f58b19c7" providerId="LiveId" clId="{96B72205-E234-467C-A3DC-8BF4882781A8}" dt="2026-09-25T23:59:01.051" v="746" actId="478"/>
          <ac:picMkLst>
            <pc:docMk/>
            <pc:sldMk cId="664169683" sldId="264"/>
            <ac:picMk id="7" creationId="{26F7A82A-8654-BBD5-5E46-6DB78724FEBD}"/>
          </ac:picMkLst>
        </pc:picChg>
        <pc:picChg chg="del">
          <ac:chgData name="Zhi Wang" userId="7588ea56f58b19c7" providerId="LiveId" clId="{96B72205-E234-467C-A3DC-8BF4882781A8}" dt="2026-09-25T23:58:51.287" v="744" actId="478"/>
          <ac:picMkLst>
            <pc:docMk/>
            <pc:sldMk cId="664169683" sldId="264"/>
            <ac:picMk id="8" creationId="{4E34FE78-1AE3-D3F7-F27B-82733AE7F3F9}"/>
          </ac:picMkLst>
        </pc:picChg>
        <pc:cxnChg chg="del">
          <ac:chgData name="Zhi Wang" userId="7588ea56f58b19c7" providerId="LiveId" clId="{96B72205-E234-467C-A3DC-8BF4882781A8}" dt="2026-09-25T23:58:51.287" v="744" actId="478"/>
          <ac:cxnSpMkLst>
            <pc:docMk/>
            <pc:sldMk cId="664169683" sldId="264"/>
            <ac:cxnSpMk id="10" creationId="{3DA29658-E035-2E62-E364-F8476D6ADC0C}"/>
          </ac:cxnSpMkLst>
        </pc:cxnChg>
        <pc:cxnChg chg="add mod">
          <ac:chgData name="Zhi Wang" userId="7588ea56f58b19c7" providerId="LiveId" clId="{96B72205-E234-467C-A3DC-8BF4882781A8}" dt="2026-09-26T00:03:36.894" v="837" actId="1582"/>
          <ac:cxnSpMkLst>
            <pc:docMk/>
            <pc:sldMk cId="664169683" sldId="264"/>
            <ac:cxnSpMk id="18" creationId="{23B83CE3-6C5A-47F5-FF2D-B3EED789CE69}"/>
          </ac:cxnSpMkLst>
        </pc:cxnChg>
        <pc:cxnChg chg="add mod">
          <ac:chgData name="Zhi Wang" userId="7588ea56f58b19c7" providerId="LiveId" clId="{96B72205-E234-467C-A3DC-8BF4882781A8}" dt="2026-09-26T00:15:17.170" v="1214" actId="164"/>
          <ac:cxnSpMkLst>
            <pc:docMk/>
            <pc:sldMk cId="664169683" sldId="264"/>
            <ac:cxnSpMk id="23" creationId="{5DDD3BEF-8DB2-E62B-6AFD-1C6CDA7FBF15}"/>
          </ac:cxnSpMkLst>
        </pc:cxnChg>
        <pc:cxnChg chg="add mod">
          <ac:chgData name="Zhi Wang" userId="7588ea56f58b19c7" providerId="LiveId" clId="{96B72205-E234-467C-A3DC-8BF4882781A8}" dt="2026-09-26T00:07:56.037" v="968" actId="14100"/>
          <ac:cxnSpMkLst>
            <pc:docMk/>
            <pc:sldMk cId="664169683" sldId="264"/>
            <ac:cxnSpMk id="24" creationId="{B50E224A-8803-2785-1C3A-9AEFD404314D}"/>
          </ac:cxnSpMkLst>
        </pc:cxnChg>
        <pc:cxnChg chg="add mod">
          <ac:chgData name="Zhi Wang" userId="7588ea56f58b19c7" providerId="LiveId" clId="{96B72205-E234-467C-A3DC-8BF4882781A8}" dt="2026-09-26T00:15:17.170" v="1214" actId="164"/>
          <ac:cxnSpMkLst>
            <pc:docMk/>
            <pc:sldMk cId="664169683" sldId="264"/>
            <ac:cxnSpMk id="26" creationId="{2E2B2DE5-2A2A-6A9B-2B17-892675F4A12E}"/>
          </ac:cxnSpMkLst>
        </pc:cxnChg>
        <pc:cxnChg chg="add mod">
          <ac:chgData name="Zhi Wang" userId="7588ea56f58b19c7" providerId="LiveId" clId="{96B72205-E234-467C-A3DC-8BF4882781A8}" dt="2026-09-26T00:06:23.085" v="932" actId="1038"/>
          <ac:cxnSpMkLst>
            <pc:docMk/>
            <pc:sldMk cId="664169683" sldId="264"/>
            <ac:cxnSpMk id="27" creationId="{E9C492F7-B0CB-3BC1-E314-145BED0B69D3}"/>
          </ac:cxnSpMkLst>
        </pc:cxnChg>
      </pc:sldChg>
      <pc:sldChg chg="modSp del">
        <pc:chgData name="Zhi Wang" userId="7588ea56f58b19c7" providerId="LiveId" clId="{96B72205-E234-467C-A3DC-8BF4882781A8}" dt="2026-09-26T02:03:28.949" v="4748" actId="47"/>
        <pc:sldMkLst>
          <pc:docMk/>
          <pc:sldMk cId="377262673" sldId="265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377262673" sldId="265"/>
            <ac:graphicFrameMk id="3" creationId="{8EF431D3-4D60-1B49-01DD-171315FB34E4}"/>
          </ac:graphicFrameMkLst>
        </pc:graphicFrameChg>
      </pc:sldChg>
      <pc:sldChg chg="modSp del">
        <pc:chgData name="Zhi Wang" userId="7588ea56f58b19c7" providerId="LiveId" clId="{96B72205-E234-467C-A3DC-8BF4882781A8}" dt="2026-09-26T02:03:34.261" v="4749" actId="47"/>
        <pc:sldMkLst>
          <pc:docMk/>
          <pc:sldMk cId="388931017" sldId="266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388931017" sldId="266"/>
            <ac:graphicFrameMk id="2" creationId="{707A915F-E675-CA09-BEA7-CE4F3BF6DA15}"/>
          </ac:graphicFrameMkLst>
        </pc:graphicFrameChg>
      </pc:sldChg>
      <pc:sldChg chg="modSp mod modAnim">
        <pc:chgData name="Zhi Wang" userId="7588ea56f58b19c7" providerId="LiveId" clId="{96B72205-E234-467C-A3DC-8BF4882781A8}" dt="2026-09-26T05:34:00.205" v="13066"/>
        <pc:sldMkLst>
          <pc:docMk/>
          <pc:sldMk cId="3381516582" sldId="268"/>
        </pc:sldMkLst>
        <pc:spChg chg="mod">
          <ac:chgData name="Zhi Wang" userId="7588ea56f58b19c7" providerId="LiveId" clId="{96B72205-E234-467C-A3DC-8BF4882781A8}" dt="2026-09-26T02:58:47.327" v="7701"/>
          <ac:spMkLst>
            <pc:docMk/>
            <pc:sldMk cId="3381516582" sldId="268"/>
            <ac:spMk id="3" creationId="{655E6B16-130A-570A-59A1-6055A30FF593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381516582" sldId="268"/>
            <ac:graphicFrameMk id="6" creationId="{D5D5BBD9-4CC6-CB2E-5700-CF2D4F6DE34E}"/>
          </ac:graphicFrameMkLst>
        </pc:graphicFrameChg>
      </pc:sldChg>
      <pc:sldChg chg="modSp mod modAnim">
        <pc:chgData name="Zhi Wang" userId="7588ea56f58b19c7" providerId="LiveId" clId="{96B72205-E234-467C-A3DC-8BF4882781A8}" dt="2026-09-26T05:34:00.205" v="13066"/>
        <pc:sldMkLst>
          <pc:docMk/>
          <pc:sldMk cId="3856743487" sldId="270"/>
        </pc:sldMkLst>
        <pc:spChg chg="mod">
          <ac:chgData name="Zhi Wang" userId="7588ea56f58b19c7" providerId="LiveId" clId="{96B72205-E234-467C-A3DC-8BF4882781A8}" dt="2026-09-26T03:17:30.509" v="9044" actId="207"/>
          <ac:spMkLst>
            <pc:docMk/>
            <pc:sldMk cId="3856743487" sldId="270"/>
            <ac:spMk id="2" creationId="{6C2E988C-2EAC-A9DB-888F-D1A0C8656155}"/>
          </ac:spMkLst>
        </pc:spChg>
        <pc:spChg chg="mod">
          <ac:chgData name="Zhi Wang" userId="7588ea56f58b19c7" providerId="LiveId" clId="{96B72205-E234-467C-A3DC-8BF4882781A8}" dt="2026-09-26T03:14:25.153" v="8899"/>
          <ac:spMkLst>
            <pc:docMk/>
            <pc:sldMk cId="3856743487" sldId="270"/>
            <ac:spMk id="3" creationId="{C8E4E1C2-F158-2580-D2E1-4E92AFEFB1B8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856743487" sldId="270"/>
            <ac:graphicFrameMk id="5" creationId="{15AAA8FA-9A42-79FA-A598-2E27C2F54126}"/>
          </ac:graphicFrameMkLst>
        </pc:graphicFrameChg>
      </pc:sldChg>
      <pc:sldChg chg="modSp mod modAnim">
        <pc:chgData name="Zhi Wang" userId="7588ea56f58b19c7" providerId="LiveId" clId="{96B72205-E234-467C-A3DC-8BF4882781A8}" dt="2026-09-26T05:34:00.205" v="13066"/>
        <pc:sldMkLst>
          <pc:docMk/>
          <pc:sldMk cId="1026033158" sldId="273"/>
        </pc:sldMkLst>
        <pc:spChg chg="mod">
          <ac:chgData name="Zhi Wang" userId="7588ea56f58b19c7" providerId="LiveId" clId="{96B72205-E234-467C-A3DC-8BF4882781A8}" dt="2026-09-26T05:21:42.827" v="12645" actId="20577"/>
          <ac:spMkLst>
            <pc:docMk/>
            <pc:sldMk cId="1026033158" sldId="273"/>
            <ac:spMk id="3" creationId="{60CAD2FC-D0FB-AD7A-B6BD-56ABDB5BFCDA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026033158" sldId="273"/>
            <ac:graphicFrameMk id="5" creationId="{D45472EC-EEB4-E177-A4F5-62576B0C9378}"/>
          </ac:graphicFrameMkLst>
        </pc:graphicFrameChg>
      </pc:sldChg>
      <pc:sldChg chg="modSp mod ord">
        <pc:chgData name="Zhi Wang" userId="7588ea56f58b19c7" providerId="LiveId" clId="{96B72205-E234-467C-A3DC-8BF4882781A8}" dt="2026-09-26T05:34:00.205" v="13066"/>
        <pc:sldMkLst>
          <pc:docMk/>
          <pc:sldMk cId="3276933459" sldId="274"/>
        </pc:sldMkLst>
        <pc:spChg chg="mod">
          <ac:chgData name="Zhi Wang" userId="7588ea56f58b19c7" providerId="LiveId" clId="{96B72205-E234-467C-A3DC-8BF4882781A8}" dt="2026-09-26T03:19:55.046" v="9094" actId="207"/>
          <ac:spMkLst>
            <pc:docMk/>
            <pc:sldMk cId="3276933459" sldId="274"/>
            <ac:spMk id="2" creationId="{AAB9E470-D49F-2EF9-60BF-F2DB2E4C8611}"/>
          </ac:spMkLst>
        </pc:spChg>
        <pc:spChg chg="mod">
          <ac:chgData name="Zhi Wang" userId="7588ea56f58b19c7" providerId="LiveId" clId="{96B72205-E234-467C-A3DC-8BF4882781A8}" dt="2026-09-26T03:24:25.223" v="9527" actId="20577"/>
          <ac:spMkLst>
            <pc:docMk/>
            <pc:sldMk cId="3276933459" sldId="274"/>
            <ac:spMk id="3" creationId="{256ECB44-B7AF-5ADC-59D3-493B6FF034AD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276933459" sldId="274"/>
            <ac:graphicFrameMk id="5" creationId="{48687C3A-B97A-92EC-4B06-405E8FA64CF1}"/>
          </ac:graphicFrameMkLst>
        </pc:graphicFrameChg>
      </pc:sldChg>
      <pc:sldChg chg="addSp delSp modSp mod">
        <pc:chgData name="Zhi Wang" userId="7588ea56f58b19c7" providerId="LiveId" clId="{96B72205-E234-467C-A3DC-8BF4882781A8}" dt="2026-09-26T05:34:00.205" v="13066"/>
        <pc:sldMkLst>
          <pc:docMk/>
          <pc:sldMk cId="3182837682" sldId="275"/>
        </pc:sldMkLst>
        <pc:spChg chg="mod">
          <ac:chgData name="Zhi Wang" userId="7588ea56f58b19c7" providerId="LiveId" clId="{96B72205-E234-467C-A3DC-8BF4882781A8}" dt="2026-09-26T05:23:37.004" v="12692"/>
          <ac:spMkLst>
            <pc:docMk/>
            <pc:sldMk cId="3182837682" sldId="275"/>
            <ac:spMk id="2" creationId="{F687AFE9-B231-C0B7-D4A2-C81375D556EF}"/>
          </ac:spMkLst>
        </pc:spChg>
        <pc:spChg chg="mod">
          <ac:chgData name="Zhi Wang" userId="7588ea56f58b19c7" providerId="LiveId" clId="{96B72205-E234-467C-A3DC-8BF4882781A8}" dt="2026-09-26T05:27:25.229" v="12976" actId="27636"/>
          <ac:spMkLst>
            <pc:docMk/>
            <pc:sldMk cId="3182837682" sldId="275"/>
            <ac:spMk id="3" creationId="{C8585622-A9BE-83BD-6E94-8C872422AEE1}"/>
          </ac:spMkLst>
        </pc:spChg>
        <pc:spChg chg="add del mod">
          <ac:chgData name="Zhi Wang" userId="7588ea56f58b19c7" providerId="LiveId" clId="{96B72205-E234-467C-A3DC-8BF4882781A8}" dt="2026-09-26T05:27:05.372" v="12968" actId="478"/>
          <ac:spMkLst>
            <pc:docMk/>
            <pc:sldMk cId="3182837682" sldId="275"/>
            <ac:spMk id="4" creationId="{DAFCBA5D-1C69-0ACB-E3C6-3787A241F72F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182837682" sldId="275"/>
            <ac:graphicFrameMk id="5" creationId="{628E2D68-7CF4-8676-44AF-AA8C3707646C}"/>
          </ac:graphicFrameMkLst>
        </pc:graphicFrameChg>
      </pc:sldChg>
      <pc:sldChg chg="modSp del">
        <pc:chgData name="Zhi Wang" userId="7588ea56f58b19c7" providerId="LiveId" clId="{96B72205-E234-467C-A3DC-8BF4882781A8}" dt="2026-09-26T03:21:46.897" v="9137" actId="47"/>
        <pc:sldMkLst>
          <pc:docMk/>
          <pc:sldMk cId="2946661691" sldId="276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2946661691" sldId="276"/>
            <ac:graphicFrameMk id="5" creationId="{7A2EFD5D-B680-4D75-9434-80A16C514F45}"/>
          </ac:graphicFrameMkLst>
        </pc:graphicFrameChg>
      </pc:sldChg>
      <pc:sldChg chg="addSp delSp modSp mod ord">
        <pc:chgData name="Zhi Wang" userId="7588ea56f58b19c7" providerId="LiveId" clId="{96B72205-E234-467C-A3DC-8BF4882781A8}" dt="2026-09-26T05:34:00.205" v="13066"/>
        <pc:sldMkLst>
          <pc:docMk/>
          <pc:sldMk cId="1150624643" sldId="277"/>
        </pc:sldMkLst>
        <pc:spChg chg="del">
          <ac:chgData name="Zhi Wang" userId="7588ea56f58b19c7" providerId="LiveId" clId="{96B72205-E234-467C-A3DC-8BF4882781A8}" dt="2026-09-26T03:25:05.275" v="9528" actId="478"/>
          <ac:spMkLst>
            <pc:docMk/>
            <pc:sldMk cId="1150624643" sldId="277"/>
            <ac:spMk id="2" creationId="{FC090DE2-3CB9-78AC-731A-D3A45308F9E4}"/>
          </ac:spMkLst>
        </pc:spChg>
        <pc:spChg chg="add del mod">
          <ac:chgData name="Zhi Wang" userId="7588ea56f58b19c7" providerId="LiveId" clId="{96B72205-E234-467C-A3DC-8BF4882781A8}" dt="2026-09-26T03:25:05.936" v="9529" actId="478"/>
          <ac:spMkLst>
            <pc:docMk/>
            <pc:sldMk cId="1150624643" sldId="277"/>
            <ac:spMk id="6" creationId="{4AFA1BA6-56D8-7088-850E-F89033CF753D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150624643" sldId="277"/>
            <ac:graphicFrameMk id="3" creationId="{FC6D7445-4585-A242-739E-2566C3C90286}"/>
          </ac:graphicFrameMkLst>
        </pc:graphicFrameChg>
        <pc:picChg chg="mod">
          <ac:chgData name="Zhi Wang" userId="7588ea56f58b19c7" providerId="LiveId" clId="{96B72205-E234-467C-A3DC-8BF4882781A8}" dt="2026-09-26T03:25:16.841" v="9532" actId="1076"/>
          <ac:picMkLst>
            <pc:docMk/>
            <pc:sldMk cId="1150624643" sldId="277"/>
            <ac:picMk id="5" creationId="{275E9236-4C95-8052-5B46-46523A1B3E2D}"/>
          </ac:picMkLst>
        </pc:picChg>
      </pc:sldChg>
      <pc:sldChg chg="addSp delSp modSp mod">
        <pc:chgData name="Zhi Wang" userId="7588ea56f58b19c7" providerId="LiveId" clId="{96B72205-E234-467C-A3DC-8BF4882781A8}" dt="2026-09-26T05:34:00.205" v="13066"/>
        <pc:sldMkLst>
          <pc:docMk/>
          <pc:sldMk cId="2146483985" sldId="278"/>
        </pc:sldMkLst>
        <pc:spChg chg="mod">
          <ac:chgData name="Zhi Wang" userId="7588ea56f58b19c7" providerId="LiveId" clId="{96B72205-E234-467C-A3DC-8BF4882781A8}" dt="2026-09-26T05:23:58.029" v="12730"/>
          <ac:spMkLst>
            <pc:docMk/>
            <pc:sldMk cId="2146483985" sldId="278"/>
            <ac:spMk id="4" creationId="{D7696B46-D95A-1EA0-4669-61DB49ECA9D1}"/>
          </ac:spMkLst>
        </pc:spChg>
        <pc:spChg chg="mod">
          <ac:chgData name="Zhi Wang" userId="7588ea56f58b19c7" providerId="LiveId" clId="{96B72205-E234-467C-A3DC-8BF4882781A8}" dt="2026-09-26T05:29:45.055" v="13059" actId="1076"/>
          <ac:spMkLst>
            <pc:docMk/>
            <pc:sldMk cId="2146483985" sldId="278"/>
            <ac:spMk id="5" creationId="{1EE919C0-6DCB-E2D7-30CC-64F2C44927AB}"/>
          </ac:spMkLst>
        </pc:spChg>
        <pc:spChg chg="mod">
          <ac:chgData name="Zhi Wang" userId="7588ea56f58b19c7" providerId="LiveId" clId="{96B72205-E234-467C-A3DC-8BF4882781A8}" dt="2026-09-26T05:29:45.055" v="13059" actId="1076"/>
          <ac:spMkLst>
            <pc:docMk/>
            <pc:sldMk cId="2146483985" sldId="278"/>
            <ac:spMk id="6" creationId="{121B6576-6309-1836-3C61-BADCE94A551D}"/>
          </ac:spMkLst>
        </pc:spChg>
        <pc:spChg chg="add del">
          <ac:chgData name="Zhi Wang" userId="7588ea56f58b19c7" providerId="LiveId" clId="{96B72205-E234-467C-A3DC-8BF4882781A8}" dt="2026-09-26T04:07:24.575" v="10254" actId="22"/>
          <ac:spMkLst>
            <pc:docMk/>
            <pc:sldMk cId="2146483985" sldId="278"/>
            <ac:spMk id="7" creationId="{FA5B4534-C703-0D91-5DF9-B92D1F721C54}"/>
          </ac:spMkLst>
        </pc:spChg>
        <pc:spChg chg="add mod">
          <ac:chgData name="Zhi Wang" userId="7588ea56f58b19c7" providerId="LiveId" clId="{96B72205-E234-467C-A3DC-8BF4882781A8}" dt="2026-09-26T05:29:32.430" v="13058" actId="20577"/>
          <ac:spMkLst>
            <pc:docMk/>
            <pc:sldMk cId="2146483985" sldId="278"/>
            <ac:spMk id="8" creationId="{44D43B9D-B093-9C3D-EF83-7C3A963A0637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146483985" sldId="278"/>
            <ac:graphicFrameMk id="2" creationId="{4D37DF65-DB86-1645-24F2-AE509E3A47B3}"/>
          </ac:graphicFrameMkLst>
        </pc:graphicFrameChg>
      </pc:sldChg>
      <pc:sldChg chg="modSp del">
        <pc:chgData name="Zhi Wang" userId="7588ea56f58b19c7" providerId="LiveId" clId="{96B72205-E234-467C-A3DC-8BF4882781A8}" dt="2026-09-26T04:11:25.493" v="10536" actId="47"/>
        <pc:sldMkLst>
          <pc:docMk/>
          <pc:sldMk cId="2731111788" sldId="279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2731111788" sldId="279"/>
            <ac:graphicFrameMk id="2" creationId="{9DC60CE9-1A3E-15EB-BDE9-0AB64C6443C0}"/>
          </ac:graphicFrameMkLst>
        </pc:graphicFrameChg>
      </pc:sldChg>
      <pc:sldChg chg="addSp delSp modSp add mod">
        <pc:chgData name="Zhi Wang" userId="7588ea56f58b19c7" providerId="LiveId" clId="{96B72205-E234-467C-A3DC-8BF4882781A8}" dt="2026-09-26T05:34:00.205" v="13066"/>
        <pc:sldMkLst>
          <pc:docMk/>
          <pc:sldMk cId="4132961070" sldId="293"/>
        </pc:sldMkLst>
        <pc:spChg chg="mod">
          <ac:chgData name="Zhi Wang" userId="7588ea56f58b19c7" providerId="LiveId" clId="{96B72205-E234-467C-A3DC-8BF4882781A8}" dt="2026-09-26T03:28:19.781" v="9538"/>
          <ac:spMkLst>
            <pc:docMk/>
            <pc:sldMk cId="4132961070" sldId="293"/>
            <ac:spMk id="2" creationId="{5013006B-A30A-A394-630F-E14AB6F99BAC}"/>
          </ac:spMkLst>
        </pc:spChg>
        <pc:spChg chg="mod">
          <ac:chgData name="Zhi Wang" userId="7588ea56f58b19c7" providerId="LiveId" clId="{96B72205-E234-467C-A3DC-8BF4882781A8}" dt="2026-09-26T03:53:11.075" v="9934" actId="14100"/>
          <ac:spMkLst>
            <pc:docMk/>
            <pc:sldMk cId="4132961070" sldId="293"/>
            <ac:spMk id="3" creationId="{CA42895B-5E3C-D033-9562-78153BB5B072}"/>
          </ac:spMkLst>
        </pc:spChg>
        <pc:spChg chg="mod">
          <ac:chgData name="Zhi Wang" userId="7588ea56f58b19c7" providerId="LiveId" clId="{96B72205-E234-467C-A3DC-8BF4882781A8}" dt="2026-09-26T03:58:08.527" v="9990" actId="1076"/>
          <ac:spMkLst>
            <pc:docMk/>
            <pc:sldMk cId="4132961070" sldId="293"/>
            <ac:spMk id="5" creationId="{9200598F-813E-7C2B-E65E-607F5B91B5CF}"/>
          </ac:spMkLst>
        </pc:spChg>
        <pc:spChg chg="add mod">
          <ac:chgData name="Zhi Wang" userId="7588ea56f58b19c7" providerId="LiveId" clId="{96B72205-E234-467C-A3DC-8BF4882781A8}" dt="2026-09-26T03:58:05.185" v="9989" actId="1076"/>
          <ac:spMkLst>
            <pc:docMk/>
            <pc:sldMk cId="4132961070" sldId="293"/>
            <ac:spMk id="10" creationId="{E9775D98-653F-C099-9F79-EE0CA0370164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4132961070" sldId="293"/>
            <ac:graphicFrameMk id="6" creationId="{1250DF53-DCD1-E40F-FDDB-2B5B11BB26F7}"/>
          </ac:graphicFrameMkLst>
        </pc:graphicFrameChg>
        <pc:picChg chg="add mod">
          <ac:chgData name="Zhi Wang" userId="7588ea56f58b19c7" providerId="LiveId" clId="{96B72205-E234-467C-A3DC-8BF4882781A8}" dt="2026-09-26T03:31:29.941" v="9569" actId="1076"/>
          <ac:picMkLst>
            <pc:docMk/>
            <pc:sldMk cId="4132961070" sldId="293"/>
            <ac:picMk id="7" creationId="{1F5F5ED2-06F9-8A48-A495-32216D501FE4}"/>
          </ac:picMkLst>
        </pc:picChg>
        <pc:picChg chg="del">
          <ac:chgData name="Zhi Wang" userId="7588ea56f58b19c7" providerId="LiveId" clId="{96B72205-E234-467C-A3DC-8BF4882781A8}" dt="2026-09-26T03:29:23.727" v="9539" actId="478"/>
          <ac:picMkLst>
            <pc:docMk/>
            <pc:sldMk cId="4132961070" sldId="293"/>
            <ac:picMk id="9" creationId="{436B9659-320C-B265-76D5-FEA141C6B89B}"/>
          </ac:picMkLst>
        </pc:picChg>
      </pc:sldChg>
      <pc:sldChg chg="modSp del">
        <pc:chgData name="Zhi Wang" userId="7588ea56f58b19c7" providerId="LiveId" clId="{96B72205-E234-467C-A3DC-8BF4882781A8}" dt="2026-09-26T05:01:32.186" v="12195" actId="47"/>
        <pc:sldMkLst>
          <pc:docMk/>
          <pc:sldMk cId="0" sldId="402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0" sldId="402"/>
            <ac:graphicFrameMk id="5" creationId="{AABD1DAF-0148-60F7-3A9B-087CE4512CB0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0" sldId="408"/>
        </pc:sldMkLst>
        <pc:spChg chg="mod">
          <ac:chgData name="Zhi Wang" userId="7588ea56f58b19c7" providerId="LiveId" clId="{96B72205-E234-467C-A3DC-8BF4882781A8}" dt="2026-09-26T05:02:45.452" v="12215" actId="2710"/>
          <ac:spMkLst>
            <pc:docMk/>
            <pc:sldMk cId="0" sldId="408"/>
            <ac:spMk id="3" creationId="{00000000-0000-0000-0000-00000000000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0" sldId="408"/>
            <ac:graphicFrameMk id="4" creationId="{D149B7F7-45E1-3225-8858-CD2E4E02FE2C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990340809" sldId="464"/>
        </pc:sldMkLst>
        <pc:spChg chg="mod">
          <ac:chgData name="Zhi Wang" userId="7588ea56f58b19c7" providerId="LiveId" clId="{96B72205-E234-467C-A3DC-8BF4882781A8}" dt="2026-09-26T02:05:50.854" v="4906" actId="20577"/>
          <ac:spMkLst>
            <pc:docMk/>
            <pc:sldMk cId="990340809" sldId="464"/>
            <ac:spMk id="2" creationId="{0D80DB37-228D-0CAD-9999-FF462AD81971}"/>
          </ac:spMkLst>
        </pc:spChg>
        <pc:spChg chg="mod">
          <ac:chgData name="Zhi Wang" userId="7588ea56f58b19c7" providerId="LiveId" clId="{96B72205-E234-467C-A3DC-8BF4882781A8}" dt="2026-09-26T02:15:43.962" v="5216"/>
          <ac:spMkLst>
            <pc:docMk/>
            <pc:sldMk cId="990340809" sldId="464"/>
            <ac:spMk id="3" creationId="{6BF7C4F0-7645-33B7-5E21-A65C4B87E033}"/>
          </ac:spMkLst>
        </pc:spChg>
        <pc:spChg chg="mod">
          <ac:chgData name="Zhi Wang" userId="7588ea56f58b19c7" providerId="LiveId" clId="{96B72205-E234-467C-A3DC-8BF4882781A8}" dt="2026-09-26T02:06:52.315" v="4922" actId="14100"/>
          <ac:spMkLst>
            <pc:docMk/>
            <pc:sldMk cId="990340809" sldId="464"/>
            <ac:spMk id="5" creationId="{80C7012A-13BF-2EA4-76E9-9A22199C36A0}"/>
          </ac:spMkLst>
        </pc:spChg>
        <pc:spChg chg="mod">
          <ac:chgData name="Zhi Wang" userId="7588ea56f58b19c7" providerId="LiveId" clId="{96B72205-E234-467C-A3DC-8BF4882781A8}" dt="2026-09-26T02:06:57.157" v="4924" actId="1076"/>
          <ac:spMkLst>
            <pc:docMk/>
            <pc:sldMk cId="990340809" sldId="464"/>
            <ac:spMk id="6" creationId="{672C85DB-BE15-2B57-BCB3-7C8030F83E10}"/>
          </ac:spMkLst>
        </pc:spChg>
        <pc:spChg chg="mod">
          <ac:chgData name="Zhi Wang" userId="7588ea56f58b19c7" providerId="LiveId" clId="{96B72205-E234-467C-A3DC-8BF4882781A8}" dt="2026-09-26T02:07:59.651" v="4943"/>
          <ac:spMkLst>
            <pc:docMk/>
            <pc:sldMk cId="990340809" sldId="464"/>
            <ac:spMk id="8" creationId="{7C8A7B3A-1447-3BB9-9CF0-1B9607BE1088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990340809" sldId="464"/>
            <ac:graphicFrameMk id="7" creationId="{E7C35B7A-AC6D-AF7A-5640-C3AB5CDC31BE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167057124" sldId="492"/>
        </pc:sldMkLst>
        <pc:spChg chg="mod">
          <ac:chgData name="Zhi Wang" userId="7588ea56f58b19c7" providerId="LiveId" clId="{96B72205-E234-467C-A3DC-8BF4882781A8}" dt="2026-09-26T05:01:17.460" v="12194" actId="20577"/>
          <ac:spMkLst>
            <pc:docMk/>
            <pc:sldMk cId="167057124" sldId="492"/>
            <ac:spMk id="3" creationId="{00000000-0000-0000-0000-00000000000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67057124" sldId="492"/>
            <ac:graphicFrameMk id="5" creationId="{F92A08F4-B98D-FFB9-8163-AF83C898B0CB}"/>
          </ac:graphicFrameMkLst>
        </pc:graphicFrameChg>
      </pc:sldChg>
      <pc:sldChg chg="modSp">
        <pc:chgData name="Zhi Wang" userId="7588ea56f58b19c7" providerId="LiveId" clId="{96B72205-E234-467C-A3DC-8BF4882781A8}" dt="2026-09-26T05:34:00.205" v="13066"/>
        <pc:sldMkLst>
          <pc:docMk/>
          <pc:sldMk cId="1469243850" sldId="494"/>
        </pc:sldMkLst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469243850" sldId="494"/>
            <ac:graphicFrameMk id="4" creationId="{74338DBA-5AC9-700A-9458-FEDBA4670452}"/>
          </ac:graphicFrameMkLst>
        </pc:graphicFrameChg>
      </pc:sldChg>
      <pc:sldChg chg="modSp">
        <pc:chgData name="Zhi Wang" userId="7588ea56f58b19c7" providerId="LiveId" clId="{96B72205-E234-467C-A3DC-8BF4882781A8}" dt="2026-09-26T05:34:00.205" v="13066"/>
        <pc:sldMkLst>
          <pc:docMk/>
          <pc:sldMk cId="3650196270" sldId="495"/>
        </pc:sldMkLst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650196270" sldId="495"/>
            <ac:graphicFrameMk id="4" creationId="{F14B9C85-22F6-485E-2961-973138DBD15F}"/>
          </ac:graphicFrameMkLst>
        </pc:graphicFrameChg>
      </pc:sldChg>
      <pc:sldChg chg="delSp modSp mod">
        <pc:chgData name="Zhi Wang" userId="7588ea56f58b19c7" providerId="LiveId" clId="{96B72205-E234-467C-A3DC-8BF4882781A8}" dt="2026-09-26T05:34:00.205" v="13066"/>
        <pc:sldMkLst>
          <pc:docMk/>
          <pc:sldMk cId="2301669235" sldId="519"/>
        </pc:sldMkLst>
        <pc:spChg chg="mod">
          <ac:chgData name="Zhi Wang" userId="7588ea56f58b19c7" providerId="LiveId" clId="{96B72205-E234-467C-A3DC-8BF4882781A8}" dt="2026-09-26T02:35:16.938" v="6563"/>
          <ac:spMkLst>
            <pc:docMk/>
            <pc:sldMk cId="2301669235" sldId="519"/>
            <ac:spMk id="2" creationId="{E03EA7FA-6E65-EEE0-BE5C-3BB8E3BE6065}"/>
          </ac:spMkLst>
        </pc:spChg>
        <pc:spChg chg="mod">
          <ac:chgData name="Zhi Wang" userId="7588ea56f58b19c7" providerId="LiveId" clId="{96B72205-E234-467C-A3DC-8BF4882781A8}" dt="2026-09-26T02:44:46.607" v="7072"/>
          <ac:spMkLst>
            <pc:docMk/>
            <pc:sldMk cId="2301669235" sldId="519"/>
            <ac:spMk id="3" creationId="{7874755E-FA21-A3A2-32E7-ECCE03B08DE9}"/>
          </ac:spMkLst>
        </pc:spChg>
        <pc:spChg chg="del">
          <ac:chgData name="Zhi Wang" userId="7588ea56f58b19c7" providerId="LiveId" clId="{96B72205-E234-467C-A3DC-8BF4882781A8}" dt="2026-09-26T02:39:41.632" v="6778" actId="478"/>
          <ac:spMkLst>
            <pc:docMk/>
            <pc:sldMk cId="2301669235" sldId="519"/>
            <ac:spMk id="5" creationId="{A62149C5-7E0F-F0F6-6FD7-2E52604E03B4}"/>
          </ac:spMkLst>
        </pc:spChg>
        <pc:spChg chg="del">
          <ac:chgData name="Zhi Wang" userId="7588ea56f58b19c7" providerId="LiveId" clId="{96B72205-E234-467C-A3DC-8BF4882781A8}" dt="2026-09-26T02:39:45.814" v="6779" actId="478"/>
          <ac:spMkLst>
            <pc:docMk/>
            <pc:sldMk cId="2301669235" sldId="519"/>
            <ac:spMk id="6" creationId="{F26130EB-E917-F4F8-0D09-74BFEA9BD619}"/>
          </ac:spMkLst>
        </pc:spChg>
        <pc:spChg chg="del">
          <ac:chgData name="Zhi Wang" userId="7588ea56f58b19c7" providerId="LiveId" clId="{96B72205-E234-467C-A3DC-8BF4882781A8}" dt="2026-09-26T02:41:25.989" v="6887" actId="478"/>
          <ac:spMkLst>
            <pc:docMk/>
            <pc:sldMk cId="2301669235" sldId="519"/>
            <ac:spMk id="7" creationId="{EEAD314C-BCB1-A213-4B33-8CEE07B80004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301669235" sldId="519"/>
            <ac:graphicFrameMk id="8" creationId="{B725E251-CD5D-1AE9-2339-B925199D5AE6}"/>
          </ac:graphicFrameMkLst>
        </pc:graphicFrameChg>
      </pc:sldChg>
      <pc:sldChg chg="addSp delSp modSp mod">
        <pc:chgData name="Zhi Wang" userId="7588ea56f58b19c7" providerId="LiveId" clId="{96B72205-E234-467C-A3DC-8BF4882781A8}" dt="2026-09-26T05:34:00.205" v="13066"/>
        <pc:sldMkLst>
          <pc:docMk/>
          <pc:sldMk cId="3382454950" sldId="528"/>
        </pc:sldMkLst>
        <pc:spChg chg="mod">
          <ac:chgData name="Zhi Wang" userId="7588ea56f58b19c7" providerId="LiveId" clId="{96B72205-E234-467C-A3DC-8BF4882781A8}" dt="2026-09-26T04:18:18.773" v="11333" actId="1076"/>
          <ac:spMkLst>
            <pc:docMk/>
            <pc:sldMk cId="3382454950" sldId="528"/>
            <ac:spMk id="2" creationId="{DD4FF773-559A-775F-C612-202482CEF5B6}"/>
          </ac:spMkLst>
        </pc:spChg>
        <pc:spChg chg="mod">
          <ac:chgData name="Zhi Wang" userId="7588ea56f58b19c7" providerId="LiveId" clId="{96B72205-E234-467C-A3DC-8BF4882781A8}" dt="2026-09-26T04:30:24.422" v="12113" actId="207"/>
          <ac:spMkLst>
            <pc:docMk/>
            <pc:sldMk cId="3382454950" sldId="528"/>
            <ac:spMk id="3" creationId="{00000000-0000-0000-0000-000000000000}"/>
          </ac:spMkLst>
        </pc:spChg>
        <pc:spChg chg="del">
          <ac:chgData name="Zhi Wang" userId="7588ea56f58b19c7" providerId="LiveId" clId="{96B72205-E234-467C-A3DC-8BF4882781A8}" dt="2026-09-26T04:12:00.559" v="10584" actId="478"/>
          <ac:spMkLst>
            <pc:docMk/>
            <pc:sldMk cId="3382454950" sldId="528"/>
            <ac:spMk id="4" creationId="{00000000-0000-0000-0000-000000000000}"/>
          </ac:spMkLst>
        </pc:spChg>
        <pc:spChg chg="add mod">
          <ac:chgData name="Zhi Wang" userId="7588ea56f58b19c7" providerId="LiveId" clId="{96B72205-E234-467C-A3DC-8BF4882781A8}" dt="2026-09-26T04:11:37.755" v="10538"/>
          <ac:spMkLst>
            <pc:docMk/>
            <pc:sldMk cId="3382454950" sldId="528"/>
            <ac:spMk id="6" creationId="{E7803242-843F-9116-DDC1-A87A676A2DDF}"/>
          </ac:spMkLst>
        </pc:spChg>
        <pc:spChg chg="del">
          <ac:chgData name="Zhi Wang" userId="7588ea56f58b19c7" providerId="LiveId" clId="{96B72205-E234-467C-A3DC-8BF4882781A8}" dt="2026-09-26T04:11:42.317" v="10539" actId="478"/>
          <ac:spMkLst>
            <pc:docMk/>
            <pc:sldMk cId="3382454950" sldId="528"/>
            <ac:spMk id="7" creationId="{00000000-0000-0000-0000-000000000000}"/>
          </ac:spMkLst>
        </pc:spChg>
        <pc:spChg chg="add mod">
          <ac:chgData name="Zhi Wang" userId="7588ea56f58b19c7" providerId="LiveId" clId="{96B72205-E234-467C-A3DC-8BF4882781A8}" dt="2026-09-26T04:15:37.343" v="11143" actId="207"/>
          <ac:spMkLst>
            <pc:docMk/>
            <pc:sldMk cId="3382454950" sldId="528"/>
            <ac:spMk id="8" creationId="{E6D2161F-82C6-E441-EE8E-89821A6751D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382454950" sldId="528"/>
            <ac:graphicFrameMk id="5" creationId="{D422B0C5-D4BD-5FA3-2596-DAA1C00FFBE9}"/>
          </ac:graphicFrameMkLst>
        </pc:graphicFrameChg>
        <pc:picChg chg="mod">
          <ac:chgData name="Zhi Wang" userId="7588ea56f58b19c7" providerId="LiveId" clId="{96B72205-E234-467C-A3DC-8BF4882781A8}" dt="2026-09-26T04:15:28.818" v="11141" actId="1076"/>
          <ac:picMkLst>
            <pc:docMk/>
            <pc:sldMk cId="3382454950" sldId="528"/>
            <ac:picMk id="9" creationId="{00000000-0000-0000-0000-000000000000}"/>
          </ac:picMkLst>
        </pc:picChg>
      </pc:sldChg>
      <pc:sldChg chg="modSp del">
        <pc:chgData name="Zhi Wang" userId="7588ea56f58b19c7" providerId="LiveId" clId="{96B72205-E234-467C-A3DC-8BF4882781A8}" dt="2026-09-26T04:31:05.106" v="12117" actId="47"/>
        <pc:sldMkLst>
          <pc:docMk/>
          <pc:sldMk cId="1545555292" sldId="529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1545555292" sldId="529"/>
            <ac:graphicFrameMk id="2" creationId="{6C1A527E-8C1B-70AB-AF26-9604C57B74FD}"/>
          </ac:graphicFrameMkLst>
        </pc:graphicFrameChg>
      </pc:sldChg>
      <pc:sldChg chg="modSp del">
        <pc:chgData name="Zhi Wang" userId="7588ea56f58b19c7" providerId="LiveId" clId="{96B72205-E234-467C-A3DC-8BF4882781A8}" dt="2026-09-26T04:31:07.844" v="12118" actId="47"/>
        <pc:sldMkLst>
          <pc:docMk/>
          <pc:sldMk cId="430659230" sldId="530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430659230" sldId="530"/>
            <ac:graphicFrameMk id="2" creationId="{C636E4F3-652F-434D-7CBC-75ED908ADA2E}"/>
          </ac:graphicFrameMkLst>
        </pc:graphicFrameChg>
      </pc:sldChg>
      <pc:sldChg chg="modSp del">
        <pc:chgData name="Zhi Wang" userId="7588ea56f58b19c7" providerId="LiveId" clId="{96B72205-E234-467C-A3DC-8BF4882781A8}" dt="2026-09-26T04:31:09.325" v="12119" actId="47"/>
        <pc:sldMkLst>
          <pc:docMk/>
          <pc:sldMk cId="4115037259" sldId="531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4115037259" sldId="531"/>
            <ac:graphicFrameMk id="2" creationId="{2FB9EA79-E8A6-1A88-7AE4-D9BF957C2013}"/>
          </ac:graphicFrameMkLst>
        </pc:graphicFrameChg>
      </pc:sldChg>
      <pc:sldChg chg="addSp modSp mod">
        <pc:chgData name="Zhi Wang" userId="7588ea56f58b19c7" providerId="LiveId" clId="{96B72205-E234-467C-A3DC-8BF4882781A8}" dt="2026-09-26T05:34:00.205" v="13066"/>
        <pc:sldMkLst>
          <pc:docMk/>
          <pc:sldMk cId="2696841986" sldId="532"/>
        </pc:sldMkLst>
        <pc:spChg chg="mod">
          <ac:chgData name="Zhi Wang" userId="7588ea56f58b19c7" providerId="LiveId" clId="{96B72205-E234-467C-A3DC-8BF4882781A8}" dt="2026-09-26T04:31:32.967" v="12127" actId="1076"/>
          <ac:spMkLst>
            <pc:docMk/>
            <pc:sldMk cId="2696841986" sldId="532"/>
            <ac:spMk id="3" creationId="{00000000-0000-0000-0000-000000000000}"/>
          </ac:spMkLst>
        </pc:spChg>
        <pc:spChg chg="mod">
          <ac:chgData name="Zhi Wang" userId="7588ea56f58b19c7" providerId="LiveId" clId="{96B72205-E234-467C-A3DC-8BF4882781A8}" dt="2026-09-26T04:31:30.722" v="12126" actId="1076"/>
          <ac:spMkLst>
            <pc:docMk/>
            <pc:sldMk cId="2696841986" sldId="532"/>
            <ac:spMk id="5" creationId="{00000000-0000-0000-0000-000000000000}"/>
          </ac:spMkLst>
        </pc:spChg>
        <pc:spChg chg="add mod">
          <ac:chgData name="Zhi Wang" userId="7588ea56f58b19c7" providerId="LiveId" clId="{96B72205-E234-467C-A3DC-8BF4882781A8}" dt="2026-09-26T04:36:00.005" v="12190" actId="1076"/>
          <ac:spMkLst>
            <pc:docMk/>
            <pc:sldMk cId="2696841986" sldId="532"/>
            <ac:spMk id="8" creationId="{61C7C985-450C-DB8B-3E31-AE417BBAFA23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696841986" sldId="532"/>
            <ac:graphicFrameMk id="6" creationId="{CF8E41C9-6E86-8645-0626-64295DE34C18}"/>
          </ac:graphicFrameMkLst>
        </pc:graphicFrameChg>
      </pc:sldChg>
      <pc:sldChg chg="addSp modSp mod modAnim">
        <pc:chgData name="Zhi Wang" userId="7588ea56f58b19c7" providerId="LiveId" clId="{96B72205-E234-467C-A3DC-8BF4882781A8}" dt="2026-09-26T05:34:00.205" v="13066"/>
        <pc:sldMkLst>
          <pc:docMk/>
          <pc:sldMk cId="425390207" sldId="534"/>
        </pc:sldMkLst>
        <pc:spChg chg="mod">
          <ac:chgData name="Zhi Wang" userId="7588ea56f58b19c7" providerId="LiveId" clId="{96B72205-E234-467C-A3DC-8BF4882781A8}" dt="2026-09-26T03:07:25.285" v="8363"/>
          <ac:spMkLst>
            <pc:docMk/>
            <pc:sldMk cId="425390207" sldId="534"/>
            <ac:spMk id="3" creationId="{CD6D137A-5279-72E4-3053-C80D38AB5E8F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425390207" sldId="534"/>
            <ac:graphicFrameMk id="4" creationId="{9A976CE7-9D0C-6852-0700-5EAB8E7BAA3C}"/>
          </ac:graphicFrameMkLst>
        </pc:graphicFrameChg>
        <pc:picChg chg="add mod">
          <ac:chgData name="Zhi Wang" userId="7588ea56f58b19c7" providerId="LiveId" clId="{96B72205-E234-467C-A3DC-8BF4882781A8}" dt="2026-09-26T03:03:22.198" v="8234" actId="14100"/>
          <ac:picMkLst>
            <pc:docMk/>
            <pc:sldMk cId="425390207" sldId="534"/>
            <ac:picMk id="6" creationId="{5966C5E3-8B1C-65A0-F1DE-BD6A05283682}"/>
          </ac:picMkLst>
        </pc:picChg>
      </pc:sldChg>
      <pc:sldChg chg="modSp mod modAnim">
        <pc:chgData name="Zhi Wang" userId="7588ea56f58b19c7" providerId="LiveId" clId="{96B72205-E234-467C-A3DC-8BF4882781A8}" dt="2026-09-26T05:34:00.205" v="13066"/>
        <pc:sldMkLst>
          <pc:docMk/>
          <pc:sldMk cId="823066899" sldId="535"/>
        </pc:sldMkLst>
        <pc:spChg chg="mod">
          <ac:chgData name="Zhi Wang" userId="7588ea56f58b19c7" providerId="LiveId" clId="{96B72205-E234-467C-A3DC-8BF4882781A8}" dt="2026-09-26T03:14:43.409" v="8901"/>
          <ac:spMkLst>
            <pc:docMk/>
            <pc:sldMk cId="823066899" sldId="535"/>
            <ac:spMk id="3" creationId="{8C7715C6-527D-A63C-B0BC-DA53C694C001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823066899" sldId="535"/>
            <ac:graphicFrameMk id="4" creationId="{63714DED-4982-6C3E-262C-C42254D8B82A}"/>
          </ac:graphicFrameMkLst>
        </pc:graphicFrameChg>
      </pc:sldChg>
      <pc:sldChg chg="modSp">
        <pc:chgData name="Zhi Wang" userId="7588ea56f58b19c7" providerId="LiveId" clId="{96B72205-E234-467C-A3DC-8BF4882781A8}" dt="2026-09-26T05:34:00.205" v="13066"/>
        <pc:sldMkLst>
          <pc:docMk/>
          <pc:sldMk cId="4274363576" sldId="536"/>
        </pc:sldMkLst>
        <pc:spChg chg="mod">
          <ac:chgData name="Zhi Wang" userId="7588ea56f58b19c7" providerId="LiveId" clId="{96B72205-E234-467C-A3DC-8BF4882781A8}" dt="2026-09-26T03:15:01.174" v="8903" actId="255"/>
          <ac:spMkLst>
            <pc:docMk/>
            <pc:sldMk cId="4274363576" sldId="536"/>
            <ac:spMk id="3" creationId="{4641C240-1291-A2A0-2DBA-BEC29C1E060D}"/>
          </ac:spMkLst>
        </pc:spChg>
        <pc:spChg chg="mod">
          <ac:chgData name="Zhi Wang" userId="7588ea56f58b19c7" providerId="LiveId" clId="{96B72205-E234-467C-A3DC-8BF4882781A8}" dt="2026-09-26T03:17:15.162" v="9043"/>
          <ac:spMkLst>
            <pc:docMk/>
            <pc:sldMk cId="4274363576" sldId="536"/>
            <ac:spMk id="5" creationId="{31A35598-D71E-4852-06BC-189A29B34B9C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4274363576" sldId="536"/>
            <ac:graphicFrameMk id="7" creationId="{439E4A5F-D7FC-BDF2-3A32-7F6C74F74B81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1028348065" sldId="537"/>
        </pc:sldMkLst>
        <pc:spChg chg="mod">
          <ac:chgData name="Zhi Wang" userId="7588ea56f58b19c7" providerId="LiveId" clId="{96B72205-E234-467C-A3DC-8BF4882781A8}" dt="2026-09-26T03:19:24.173" v="9093" actId="14100"/>
          <ac:spMkLst>
            <pc:docMk/>
            <pc:sldMk cId="1028348065" sldId="537"/>
            <ac:spMk id="3" creationId="{AC3A63C4-BCBE-2860-5B6E-BA9BF2897D4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028348065" sldId="537"/>
            <ac:graphicFrameMk id="4" creationId="{C27FF6AC-E7E8-727A-0201-F5BB0E19AE81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3107373875" sldId="538"/>
        </pc:sldMkLst>
        <pc:spChg chg="mod">
          <ac:chgData name="Zhi Wang" userId="7588ea56f58b19c7" providerId="LiveId" clId="{96B72205-E234-467C-A3DC-8BF4882781A8}" dt="2026-09-26T05:01:48.614" v="12201" actId="20577"/>
          <ac:spMkLst>
            <pc:docMk/>
            <pc:sldMk cId="3107373875" sldId="538"/>
            <ac:spMk id="3" creationId="{6BD290C6-9368-40A5-F2EA-7E2257567B67}"/>
          </ac:spMkLst>
        </pc:spChg>
        <pc:spChg chg="mod">
          <ac:chgData name="Zhi Wang" userId="7588ea56f58b19c7" providerId="LiveId" clId="{96B72205-E234-467C-A3DC-8BF4882781A8}" dt="2026-09-26T05:01:47.259" v="12199" actId="1076"/>
          <ac:spMkLst>
            <pc:docMk/>
            <pc:sldMk cId="3107373875" sldId="538"/>
            <ac:spMk id="5" creationId="{6595FA44-17E8-F51E-EF34-D39374E6EEB3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107373875" sldId="538"/>
            <ac:graphicFrameMk id="6" creationId="{751EC76D-BA09-EC3E-E0D2-DF2015F7BDDC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1588106945" sldId="539"/>
        </pc:sldMkLst>
        <pc:spChg chg="mod">
          <ac:chgData name="Zhi Wang" userId="7588ea56f58b19c7" providerId="LiveId" clId="{96B72205-E234-467C-A3DC-8BF4882781A8}" dt="2026-09-26T05:02:08.411" v="12208" actId="20577"/>
          <ac:spMkLst>
            <pc:docMk/>
            <pc:sldMk cId="1588106945" sldId="539"/>
            <ac:spMk id="3" creationId="{BFD7FE07-6DCE-BAEA-D6CA-0E065DC17E18}"/>
          </ac:spMkLst>
        </pc:spChg>
        <pc:spChg chg="mod">
          <ac:chgData name="Zhi Wang" userId="7588ea56f58b19c7" providerId="LiveId" clId="{96B72205-E234-467C-A3DC-8BF4882781A8}" dt="2026-09-26T05:02:04.337" v="12206" actId="1076"/>
          <ac:spMkLst>
            <pc:docMk/>
            <pc:sldMk cId="1588106945" sldId="539"/>
            <ac:spMk id="4" creationId="{A99D9323-2E35-93CD-C10D-B4E166C7FCE5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588106945" sldId="539"/>
            <ac:graphicFrameMk id="5" creationId="{568AFAFE-89B9-0CB0-6808-23BEAADDC8B4}"/>
          </ac:graphicFrameMkLst>
        </pc:graphicFrameChg>
      </pc:sldChg>
      <pc:sldChg chg="modSp mod">
        <pc:chgData name="Zhi Wang" userId="7588ea56f58b19c7" providerId="LiveId" clId="{96B72205-E234-467C-A3DC-8BF4882781A8}" dt="2026-09-26T05:34:00.205" v="13066"/>
        <pc:sldMkLst>
          <pc:docMk/>
          <pc:sldMk cId="2214624810" sldId="540"/>
        </pc:sldMkLst>
        <pc:spChg chg="mod">
          <ac:chgData name="Zhi Wang" userId="7588ea56f58b19c7" providerId="LiveId" clId="{96B72205-E234-467C-A3DC-8BF4882781A8}" dt="2026-09-26T05:02:30.211" v="12213" actId="20577"/>
          <ac:spMkLst>
            <pc:docMk/>
            <pc:sldMk cId="2214624810" sldId="540"/>
            <ac:spMk id="3" creationId="{135C6DD5-BB42-52DE-0668-7ACCA090E9FB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214624810" sldId="540"/>
            <ac:graphicFrameMk id="4" creationId="{6AB0A09C-112C-0510-F026-2D740D27F857}"/>
          </ac:graphicFrameMkLst>
        </pc:graphicFrameChg>
      </pc:sldChg>
      <pc:sldChg chg="modSp del">
        <pc:chgData name="Zhi Wang" userId="7588ea56f58b19c7" providerId="LiveId" clId="{96B72205-E234-467C-A3DC-8BF4882781A8}" dt="2026-09-26T02:44:56.902" v="7073" actId="47"/>
        <pc:sldMkLst>
          <pc:docMk/>
          <pc:sldMk cId="790666652" sldId="541"/>
        </pc:sldMkLst>
        <pc:graphicFrameChg chg="mod">
          <ac:chgData name="Zhi Wang" userId="7588ea56f58b19c7" providerId="LiveId" clId="{96B72205-E234-467C-A3DC-8BF4882781A8}" dt="2026-09-25T23:40:39.842" v="0"/>
          <ac:graphicFrameMkLst>
            <pc:docMk/>
            <pc:sldMk cId="790666652" sldId="541"/>
            <ac:graphicFrameMk id="8" creationId="{9977516A-2844-DEC6-37A2-A9097F9C74F3}"/>
          </ac:graphicFrameMkLst>
        </pc:graphicFrameChg>
      </pc:sldChg>
      <pc:sldChg chg="addSp delSp modSp mod modAnim">
        <pc:chgData name="Zhi Wang" userId="7588ea56f58b19c7" providerId="LiveId" clId="{96B72205-E234-467C-A3DC-8BF4882781A8}" dt="2026-09-26T05:34:00.205" v="13066"/>
        <pc:sldMkLst>
          <pc:docMk/>
          <pc:sldMk cId="3906218711" sldId="542"/>
        </pc:sldMkLst>
        <pc:spChg chg="del mod">
          <ac:chgData name="Zhi Wang" userId="7588ea56f58b19c7" providerId="LiveId" clId="{96B72205-E234-467C-A3DC-8BF4882781A8}" dt="2026-09-26T03:06:38.067" v="8309" actId="478"/>
          <ac:spMkLst>
            <pc:docMk/>
            <pc:sldMk cId="3906218711" sldId="542"/>
            <ac:spMk id="2" creationId="{8EA26C6E-D2B9-0910-BA3A-356E230CFC7D}"/>
          </ac:spMkLst>
        </pc:spChg>
        <pc:spChg chg="mod">
          <ac:chgData name="Zhi Wang" userId="7588ea56f58b19c7" providerId="LiveId" clId="{96B72205-E234-467C-A3DC-8BF4882781A8}" dt="2026-09-26T03:09:41.242" v="8405" actId="20577"/>
          <ac:spMkLst>
            <pc:docMk/>
            <pc:sldMk cId="3906218711" sldId="542"/>
            <ac:spMk id="3" creationId="{FC90C64B-D5A3-62DC-76B9-BF7FF14C5467}"/>
          </ac:spMkLst>
        </pc:spChg>
        <pc:spChg chg="add mod">
          <ac:chgData name="Zhi Wang" userId="7588ea56f58b19c7" providerId="LiveId" clId="{96B72205-E234-467C-A3DC-8BF4882781A8}" dt="2026-09-26T03:06:34.955" v="8308"/>
          <ac:spMkLst>
            <pc:docMk/>
            <pc:sldMk cId="3906218711" sldId="542"/>
            <ac:spMk id="4" creationId="{8942B358-10E2-490E-0449-103E42BDACDA}"/>
          </ac:spMkLst>
        </pc:spChg>
        <pc:spChg chg="add mod">
          <ac:chgData name="Zhi Wang" userId="7588ea56f58b19c7" providerId="LiveId" clId="{96B72205-E234-467C-A3DC-8BF4882781A8}" dt="2026-09-26T03:09:33.228" v="8403" actId="1036"/>
          <ac:spMkLst>
            <pc:docMk/>
            <pc:sldMk cId="3906218711" sldId="542"/>
            <ac:spMk id="5" creationId="{A5793D6F-5E00-AB56-3ED4-3FE2C20CED6B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906218711" sldId="542"/>
            <ac:graphicFrameMk id="6" creationId="{1F2E82C6-DC3D-3643-A6A9-39CF8CD113AA}"/>
          </ac:graphicFrameMkLst>
        </pc:graphicFrameChg>
        <pc:graphicFrameChg chg="mod modGraphic">
          <ac:chgData name="Zhi Wang" userId="7588ea56f58b19c7" providerId="LiveId" clId="{96B72205-E234-467C-A3DC-8BF4882781A8}" dt="2026-09-26T03:09:28.509" v="8395" actId="20577"/>
          <ac:graphicFrameMkLst>
            <pc:docMk/>
            <pc:sldMk cId="3906218711" sldId="542"/>
            <ac:graphicFrameMk id="7" creationId="{0480B4E3-B166-18E1-4C7D-EA984A718282}"/>
          </ac:graphicFrameMkLst>
        </pc:graphicFrameChg>
      </pc:sldChg>
      <pc:sldChg chg="add del">
        <pc:chgData name="Zhi Wang" userId="7588ea56f58b19c7" providerId="LiveId" clId="{96B72205-E234-467C-A3DC-8BF4882781A8}" dt="2026-09-26T01:19:25.108" v="3329" actId="47"/>
        <pc:sldMkLst>
          <pc:docMk/>
          <pc:sldMk cId="4140975855" sldId="543"/>
        </pc:sldMkLst>
      </pc:sldChg>
      <pc:sldChg chg="addSp delSp modSp add mod modAnim">
        <pc:chgData name="Zhi Wang" userId="7588ea56f58b19c7" providerId="LiveId" clId="{96B72205-E234-467C-A3DC-8BF4882781A8}" dt="2026-09-26T05:34:00.205" v="13066"/>
        <pc:sldMkLst>
          <pc:docMk/>
          <pc:sldMk cId="1016399916" sldId="544"/>
        </pc:sldMkLst>
        <pc:spChg chg="mod">
          <ac:chgData name="Zhi Wang" userId="7588ea56f58b19c7" providerId="LiveId" clId="{96B72205-E234-467C-A3DC-8BF4882781A8}" dt="2026-09-26T00:44:49.909" v="2343"/>
          <ac:spMkLst>
            <pc:docMk/>
            <pc:sldMk cId="1016399916" sldId="544"/>
            <ac:spMk id="4" creationId="{2DDE3762-1F02-32C3-2B86-658E92E7FD69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28" creationId="{23B7E512-E468-AB1F-2ACE-1BB87C9DF511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29" creationId="{D9215370-76D3-9D69-9F96-EF0F0CA63747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36" creationId="{88AE91DC-8FD3-F7EE-1A80-1F5BCB1121FE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0" creationId="{4F587758-31E9-D3D5-6E41-EE310DE475D0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1" creationId="{F8EA7C1C-E4E6-D153-D06F-1B299749690B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2" creationId="{14127A4A-4BE1-6145-8158-C3604320542C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4" creationId="{473B1E2B-A2B1-7BC2-1936-051FB58B4908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6" creationId="{647D0EE2-3F42-FDA8-50CB-E2E567A409BE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49" creationId="{0A39EC36-C467-5836-A731-9669521BBE7C}"/>
          </ac:spMkLst>
        </pc:spChg>
        <pc:spChg chg="mod">
          <ac:chgData name="Zhi Wang" userId="7588ea56f58b19c7" providerId="LiveId" clId="{96B72205-E234-467C-A3DC-8BF4882781A8}" dt="2026-09-26T00:16:35.279" v="1232"/>
          <ac:spMkLst>
            <pc:docMk/>
            <pc:sldMk cId="1016399916" sldId="544"/>
            <ac:spMk id="50" creationId="{E3A1F25D-79BC-EE29-AC9A-E2BC41138B91}"/>
          </ac:spMkLst>
        </pc:spChg>
        <pc:spChg chg="add mod ord">
          <ac:chgData name="Zhi Wang" userId="7588ea56f58b19c7" providerId="LiveId" clId="{96B72205-E234-467C-A3DC-8BF4882781A8}" dt="2026-09-26T00:22:59.075" v="1353" actId="208"/>
          <ac:spMkLst>
            <pc:docMk/>
            <pc:sldMk cId="1016399916" sldId="544"/>
            <ac:spMk id="56" creationId="{479631E7-D6AB-10CD-E702-141DF7914EB8}"/>
          </ac:spMkLst>
        </pc:spChg>
        <pc:spChg chg="add mod">
          <ac:chgData name="Zhi Wang" userId="7588ea56f58b19c7" providerId="LiveId" clId="{96B72205-E234-467C-A3DC-8BF4882781A8}" dt="2026-09-26T00:23:11.584" v="1358" actId="1076"/>
          <ac:spMkLst>
            <pc:docMk/>
            <pc:sldMk cId="1016399916" sldId="544"/>
            <ac:spMk id="58" creationId="{73BBA640-CFB7-97AE-A4D7-2074EF9BD5DB}"/>
          </ac:spMkLst>
        </pc:spChg>
        <pc:spChg chg="add mod ord">
          <ac:chgData name="Zhi Wang" userId="7588ea56f58b19c7" providerId="LiveId" clId="{96B72205-E234-467C-A3DC-8BF4882781A8}" dt="2026-09-26T00:23:29.949" v="1375" actId="1038"/>
          <ac:spMkLst>
            <pc:docMk/>
            <pc:sldMk cId="1016399916" sldId="544"/>
            <ac:spMk id="60" creationId="{099786D9-25C1-E50B-8BFD-9C75645AF7FC}"/>
          </ac:spMkLst>
        </pc:spChg>
        <pc:spChg chg="add del mod ord">
          <ac:chgData name="Zhi Wang" userId="7588ea56f58b19c7" providerId="LiveId" clId="{96B72205-E234-467C-A3DC-8BF4882781A8}" dt="2026-09-26T00:43:15.347" v="2333" actId="478"/>
          <ac:spMkLst>
            <pc:docMk/>
            <pc:sldMk cId="1016399916" sldId="544"/>
            <ac:spMk id="62" creationId="{4232272D-CEE9-34A1-83ED-221F96D9989F}"/>
          </ac:spMkLst>
        </pc:spChg>
        <pc:spChg chg="add mod">
          <ac:chgData name="Zhi Wang" userId="7588ea56f58b19c7" providerId="LiveId" clId="{96B72205-E234-467C-A3DC-8BF4882781A8}" dt="2026-09-26T00:43:18.326" v="2334" actId="1076"/>
          <ac:spMkLst>
            <pc:docMk/>
            <pc:sldMk cId="1016399916" sldId="544"/>
            <ac:spMk id="64" creationId="{BDBF0E2E-545B-650F-EB51-AC7453B347DD}"/>
          </ac:spMkLst>
        </pc:spChg>
        <pc:grpChg chg="del">
          <ac:chgData name="Zhi Wang" userId="7588ea56f58b19c7" providerId="LiveId" clId="{96B72205-E234-467C-A3DC-8BF4882781A8}" dt="2026-09-26T00:16:33.897" v="1231" actId="478"/>
          <ac:grpSpMkLst>
            <pc:docMk/>
            <pc:sldMk cId="1016399916" sldId="544"/>
            <ac:grpSpMk id="39" creationId="{DB8D1162-6860-DF90-8ADD-8F0E63E36B7E}"/>
          </ac:grpSpMkLst>
        </pc:gr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1016399916" sldId="544"/>
            <ac:graphicFrameMk id="6" creationId="{2851E83A-DBF2-6571-5186-1DA68198B620}"/>
          </ac:graphicFrameMkLst>
        </pc:graphicFrameChg>
      </pc:sldChg>
      <pc:sldChg chg="addSp delSp modSp add mod modAnim">
        <pc:chgData name="Zhi Wang" userId="7588ea56f58b19c7" providerId="LiveId" clId="{96B72205-E234-467C-A3DC-8BF4882781A8}" dt="2026-09-26T05:34:00.205" v="13066"/>
        <pc:sldMkLst>
          <pc:docMk/>
          <pc:sldMk cId="3349541429" sldId="545"/>
        </pc:sldMkLst>
        <pc:spChg chg="mod">
          <ac:chgData name="Zhi Wang" userId="7588ea56f58b19c7" providerId="LiveId" clId="{96B72205-E234-467C-A3DC-8BF4882781A8}" dt="2026-09-26T01:18:43.088" v="3327" actId="20577"/>
          <ac:spMkLst>
            <pc:docMk/>
            <pc:sldMk cId="3349541429" sldId="545"/>
            <ac:spMk id="4" creationId="{06E4F0D0-F7E4-C2FC-19E1-4A11466E7525}"/>
          </ac:spMkLst>
        </pc:spChg>
        <pc:spChg chg="mod">
          <ac:chgData name="Zhi Wang" userId="7588ea56f58b19c7" providerId="LiveId" clId="{96B72205-E234-467C-A3DC-8BF4882781A8}" dt="2026-09-26T00:28:30.681" v="1638"/>
          <ac:spMkLst>
            <pc:docMk/>
            <pc:sldMk cId="3349541429" sldId="545"/>
            <ac:spMk id="13" creationId="{3FDC591F-9EE3-9712-A879-A4D582F9A47A}"/>
          </ac:spMkLst>
        </pc:spChg>
        <pc:spChg chg="add mod">
          <ac:chgData name="Zhi Wang" userId="7588ea56f58b19c7" providerId="LiveId" clId="{96B72205-E234-467C-A3DC-8BF4882781A8}" dt="2026-09-26T01:18:47.025" v="3328" actId="1076"/>
          <ac:spMkLst>
            <pc:docMk/>
            <pc:sldMk cId="3349541429" sldId="545"/>
            <ac:spMk id="16" creationId="{4097D8F0-9C67-0E82-FD97-EB1AD84B3F2E}"/>
          </ac:spMkLst>
        </pc:spChg>
        <pc:spChg chg="add mod">
          <ac:chgData name="Zhi Wang" userId="7588ea56f58b19c7" providerId="LiveId" clId="{96B72205-E234-467C-A3DC-8BF4882781A8}" dt="2026-09-26T00:43:51.416" v="2340" actId="1076"/>
          <ac:spMkLst>
            <pc:docMk/>
            <pc:sldMk cId="3349541429" sldId="545"/>
            <ac:spMk id="19" creationId="{EDFD3F4D-483B-438D-A4C0-FAE34FDDD5B5}"/>
          </ac:spMkLst>
        </pc:spChg>
        <pc:spChg chg="del">
          <ac:chgData name="Zhi Wang" userId="7588ea56f58b19c7" providerId="LiveId" clId="{96B72205-E234-467C-A3DC-8BF4882781A8}" dt="2026-09-26T00:32:37.367" v="1713" actId="478"/>
          <ac:spMkLst>
            <pc:docMk/>
            <pc:sldMk cId="3349541429" sldId="545"/>
            <ac:spMk id="56" creationId="{9F2E709B-1969-3EF7-74F0-9E755730C505}"/>
          </ac:spMkLst>
        </pc:spChg>
        <pc:spChg chg="del">
          <ac:chgData name="Zhi Wang" userId="7588ea56f58b19c7" providerId="LiveId" clId="{96B72205-E234-467C-A3DC-8BF4882781A8}" dt="2026-09-26T00:32:39.583" v="1715" actId="478"/>
          <ac:spMkLst>
            <pc:docMk/>
            <pc:sldMk cId="3349541429" sldId="545"/>
            <ac:spMk id="58" creationId="{B166597D-2154-7A7D-308C-00BA772C5E94}"/>
          </ac:spMkLst>
        </pc:spChg>
        <pc:spChg chg="del">
          <ac:chgData name="Zhi Wang" userId="7588ea56f58b19c7" providerId="LiveId" clId="{96B72205-E234-467C-A3DC-8BF4882781A8}" dt="2026-09-26T00:32:38.153" v="1714" actId="478"/>
          <ac:spMkLst>
            <pc:docMk/>
            <pc:sldMk cId="3349541429" sldId="545"/>
            <ac:spMk id="60" creationId="{047DD65B-5E43-8645-AF9E-6D658F8B8E1B}"/>
          </ac:spMkLst>
        </pc:spChg>
        <pc:spChg chg="del">
          <ac:chgData name="Zhi Wang" userId="7588ea56f58b19c7" providerId="LiveId" clId="{96B72205-E234-467C-A3DC-8BF4882781A8}" dt="2026-09-26T00:32:39.583" v="1715" actId="478"/>
          <ac:spMkLst>
            <pc:docMk/>
            <pc:sldMk cId="3349541429" sldId="545"/>
            <ac:spMk id="62" creationId="{C2397FB4-4318-8060-3A97-2BACFCB13A32}"/>
          </ac:spMkLst>
        </pc:spChg>
        <pc:grpChg chg="del">
          <ac:chgData name="Zhi Wang" userId="7588ea56f58b19c7" providerId="LiveId" clId="{96B72205-E234-467C-A3DC-8BF4882781A8}" dt="2026-09-26T00:28:33.056" v="1639" actId="478"/>
          <ac:grpSpMkLst>
            <pc:docMk/>
            <pc:sldMk cId="3349541429" sldId="545"/>
            <ac:grpSpMk id="2" creationId="{9D1F7A8F-1C3E-CF77-6200-34CF6D3DD3E3}"/>
          </ac:grpSpMkLst>
        </pc:gr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349541429" sldId="545"/>
            <ac:graphicFrameMk id="6" creationId="{5CCC4B21-6AF8-860E-A67E-0146782E5C8A}"/>
          </ac:graphicFrameMkLst>
        </pc:graphicFrameChg>
      </pc:sldChg>
      <pc:sldChg chg="new del">
        <pc:chgData name="Zhi Wang" userId="7588ea56f58b19c7" providerId="LiveId" clId="{96B72205-E234-467C-A3DC-8BF4882781A8}" dt="2026-09-26T00:35:12.507" v="1929" actId="47"/>
        <pc:sldMkLst>
          <pc:docMk/>
          <pc:sldMk cId="2302838732" sldId="546"/>
        </pc:sldMkLst>
      </pc:sldChg>
      <pc:sldChg chg="delSp modSp add mod modAnim">
        <pc:chgData name="Zhi Wang" userId="7588ea56f58b19c7" providerId="LiveId" clId="{96B72205-E234-467C-A3DC-8BF4882781A8}" dt="2026-09-26T05:34:00.205" v="13066"/>
        <pc:sldMkLst>
          <pc:docMk/>
          <pc:sldMk cId="3595205034" sldId="546"/>
        </pc:sldMkLst>
        <pc:spChg chg="mod">
          <ac:chgData name="Zhi Wang" userId="7588ea56f58b19c7" providerId="LiveId" clId="{96B72205-E234-467C-A3DC-8BF4882781A8}" dt="2026-09-26T02:04:47.059" v="4902" actId="20577"/>
          <ac:spMkLst>
            <pc:docMk/>
            <pc:sldMk cId="3595205034" sldId="546"/>
            <ac:spMk id="4" creationId="{8AD6E37A-7443-2A95-8632-3F223B4D5D56}"/>
          </ac:spMkLst>
        </pc:spChg>
        <pc:spChg chg="mod">
          <ac:chgData name="Zhi Wang" userId="7588ea56f58b19c7" providerId="LiveId" clId="{96B72205-E234-467C-A3DC-8BF4882781A8}" dt="2026-09-26T00:36:05.458" v="2047"/>
          <ac:spMkLst>
            <pc:docMk/>
            <pc:sldMk cId="3595205034" sldId="546"/>
            <ac:spMk id="13" creationId="{E61FC36E-6F5D-0928-00EA-0D1931CA61FE}"/>
          </ac:spMkLst>
        </pc:spChg>
        <pc:spChg chg="del">
          <ac:chgData name="Zhi Wang" userId="7588ea56f58b19c7" providerId="LiveId" clId="{96B72205-E234-467C-A3DC-8BF4882781A8}" dt="2026-09-26T00:36:33.993" v="2051" actId="478"/>
          <ac:spMkLst>
            <pc:docMk/>
            <pc:sldMk cId="3595205034" sldId="546"/>
            <ac:spMk id="16" creationId="{F79D82E6-CB17-4509-3A4B-E81487D77D56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595205034" sldId="546"/>
            <ac:graphicFrameMk id="6" creationId="{11C168E4-0C92-36FF-1D0A-7A76E9D5CB46}"/>
          </ac:graphicFrameMkLst>
        </pc:graphicFrameChg>
      </pc:sldChg>
      <pc:sldChg chg="modSp add mod modAnim">
        <pc:chgData name="Zhi Wang" userId="7588ea56f58b19c7" providerId="LiveId" clId="{96B72205-E234-467C-A3DC-8BF4882781A8}" dt="2026-09-26T05:34:00.205" v="13066"/>
        <pc:sldMkLst>
          <pc:docMk/>
          <pc:sldMk cId="904268674" sldId="547"/>
        </pc:sldMkLst>
        <pc:spChg chg="mod">
          <ac:chgData name="Zhi Wang" userId="7588ea56f58b19c7" providerId="LiveId" clId="{96B72205-E234-467C-A3DC-8BF4882781A8}" dt="2026-09-26T05:07:59.970" v="12219" actId="20577"/>
          <ac:spMkLst>
            <pc:docMk/>
            <pc:sldMk cId="904268674" sldId="547"/>
            <ac:spMk id="4" creationId="{1D33AB9A-B5B2-6F61-42A0-6A77DEB62250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904268674" sldId="547"/>
            <ac:graphicFrameMk id="6" creationId="{15181327-8156-43E7-98A3-09BF3C4F15B2}"/>
          </ac:graphicFrameMkLst>
        </pc:graphicFrameChg>
      </pc:sldChg>
      <pc:sldChg chg="addSp modSp new mod">
        <pc:chgData name="Zhi Wang" userId="7588ea56f58b19c7" providerId="LiveId" clId="{96B72205-E234-467C-A3DC-8BF4882781A8}" dt="2026-09-26T05:34:00.205" v="13066"/>
        <pc:sldMkLst>
          <pc:docMk/>
          <pc:sldMk cId="3790092977" sldId="548"/>
        </pc:sldMkLst>
        <pc:spChg chg="mod">
          <ac:chgData name="Zhi Wang" userId="7588ea56f58b19c7" providerId="LiveId" clId="{96B72205-E234-467C-A3DC-8BF4882781A8}" dt="2026-09-26T01:39:53.866" v="3678"/>
          <ac:spMkLst>
            <pc:docMk/>
            <pc:sldMk cId="3790092977" sldId="548"/>
            <ac:spMk id="2" creationId="{FB99CDC7-D545-514F-3B80-20074315A63D}"/>
          </ac:spMkLst>
        </pc:spChg>
        <pc:spChg chg="mod">
          <ac:chgData name="Zhi Wang" userId="7588ea56f58b19c7" providerId="LiveId" clId="{96B72205-E234-467C-A3DC-8BF4882781A8}" dt="2026-09-26T01:49:27.960" v="4105" actId="404"/>
          <ac:spMkLst>
            <pc:docMk/>
            <pc:sldMk cId="3790092977" sldId="548"/>
            <ac:spMk id="3" creationId="{3581FA03-0B16-2F74-2604-95B9490C84BA}"/>
          </ac:spMkLst>
        </pc:spChg>
        <pc:graphicFrameChg chg="add mod">
          <ac:chgData name="Zhi Wang" userId="7588ea56f58b19c7" providerId="LiveId" clId="{96B72205-E234-467C-A3DC-8BF4882781A8}" dt="2026-09-26T05:34:00.205" v="13066"/>
          <ac:graphicFrameMkLst>
            <pc:docMk/>
            <pc:sldMk cId="3790092977" sldId="548"/>
            <ac:graphicFrameMk id="5" creationId="{067FF4AA-4F76-A36F-10A4-08DE470E1A02}"/>
          </ac:graphicFrameMkLst>
        </pc:graphicFrameChg>
      </pc:sldChg>
      <pc:sldChg chg="addSp delSp modSp add mod">
        <pc:chgData name="Zhi Wang" userId="7588ea56f58b19c7" providerId="LiveId" clId="{96B72205-E234-467C-A3DC-8BF4882781A8}" dt="2026-09-26T05:34:00.205" v="13066"/>
        <pc:sldMkLst>
          <pc:docMk/>
          <pc:sldMk cId="2425275234" sldId="549"/>
        </pc:sldMkLst>
        <pc:spChg chg="mod">
          <ac:chgData name="Zhi Wang" userId="7588ea56f58b19c7" providerId="LiveId" clId="{96B72205-E234-467C-A3DC-8BF4882781A8}" dt="2026-09-26T05:30:42.909" v="13063" actId="12"/>
          <ac:spMkLst>
            <pc:docMk/>
            <pc:sldMk cId="2425275234" sldId="549"/>
            <ac:spMk id="3" creationId="{78676076-4223-119A-A832-C8134060B5F8}"/>
          </ac:spMkLst>
        </pc:spChg>
        <pc:spChg chg="add del mod">
          <ac:chgData name="Zhi Wang" userId="7588ea56f58b19c7" providerId="LiveId" clId="{96B72205-E234-467C-A3DC-8BF4882781A8}" dt="2026-09-26T01:51:23.986" v="4360"/>
          <ac:spMkLst>
            <pc:docMk/>
            <pc:sldMk cId="2425275234" sldId="549"/>
            <ac:spMk id="4" creationId="{829C3A39-2623-4122-8C55-1772450971E2}"/>
          </ac:spMkLst>
        </pc:spChg>
        <pc:spChg chg="add mod">
          <ac:chgData name="Zhi Wang" userId="7588ea56f58b19c7" providerId="LiveId" clId="{96B72205-E234-467C-A3DC-8BF4882781A8}" dt="2026-09-26T01:51:17.038" v="4357" actId="1076"/>
          <ac:spMkLst>
            <pc:docMk/>
            <pc:sldMk cId="2425275234" sldId="549"/>
            <ac:spMk id="6" creationId="{3E0383DA-FE9E-2D26-7DF5-71356ED5BB95}"/>
          </ac:spMkLst>
        </pc:spChg>
        <pc:spChg chg="add mod">
          <ac:chgData name="Zhi Wang" userId="7588ea56f58b19c7" providerId="LiveId" clId="{96B72205-E234-467C-A3DC-8BF4882781A8}" dt="2026-09-26T01:51:33.070" v="4363" actId="1076"/>
          <ac:spMkLst>
            <pc:docMk/>
            <pc:sldMk cId="2425275234" sldId="549"/>
            <ac:spMk id="8" creationId="{E9967C28-5C09-7E53-6684-4FE947E83C56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425275234" sldId="549"/>
            <ac:graphicFrameMk id="5" creationId="{5C38E66C-467A-00CF-8357-9C054468A110}"/>
          </ac:graphicFrameMkLst>
        </pc:graphicFrameChg>
      </pc:sldChg>
      <pc:sldChg chg="delSp modSp add mod">
        <pc:chgData name="Zhi Wang" userId="7588ea56f58b19c7" providerId="LiveId" clId="{96B72205-E234-467C-A3DC-8BF4882781A8}" dt="2026-09-26T05:34:00.205" v="13066"/>
        <pc:sldMkLst>
          <pc:docMk/>
          <pc:sldMk cId="4023988530" sldId="550"/>
        </pc:sldMkLst>
        <pc:spChg chg="mod">
          <ac:chgData name="Zhi Wang" userId="7588ea56f58b19c7" providerId="LiveId" clId="{96B72205-E234-467C-A3DC-8BF4882781A8}" dt="2026-09-26T05:30:46.569" v="13064" actId="12"/>
          <ac:spMkLst>
            <pc:docMk/>
            <pc:sldMk cId="4023988530" sldId="550"/>
            <ac:spMk id="3" creationId="{F9B522F0-213D-1FA4-9846-F56629585E9A}"/>
          </ac:spMkLst>
        </pc:spChg>
        <pc:spChg chg="del">
          <ac:chgData name="Zhi Wang" userId="7588ea56f58b19c7" providerId="LiveId" clId="{96B72205-E234-467C-A3DC-8BF4882781A8}" dt="2026-09-26T01:54:48.979" v="4452" actId="478"/>
          <ac:spMkLst>
            <pc:docMk/>
            <pc:sldMk cId="4023988530" sldId="550"/>
            <ac:spMk id="6" creationId="{67511BBB-9C5E-BEA1-F668-3706BAB2C491}"/>
          </ac:spMkLst>
        </pc:spChg>
        <pc:spChg chg="del">
          <ac:chgData name="Zhi Wang" userId="7588ea56f58b19c7" providerId="LiveId" clId="{96B72205-E234-467C-A3DC-8BF4882781A8}" dt="2026-09-26T01:57:20.282" v="4492" actId="478"/>
          <ac:spMkLst>
            <pc:docMk/>
            <pc:sldMk cId="4023988530" sldId="550"/>
            <ac:spMk id="8" creationId="{822C123C-F13E-5F81-C364-F63C55601AC1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4023988530" sldId="550"/>
            <ac:graphicFrameMk id="5" creationId="{A17DA451-433A-EAF6-3634-72E3424E8692}"/>
          </ac:graphicFrameMkLst>
        </pc:graphicFrameChg>
      </pc:sldChg>
      <pc:sldChg chg="addSp delSp modSp add mod">
        <pc:chgData name="Zhi Wang" userId="7588ea56f58b19c7" providerId="LiveId" clId="{96B72205-E234-467C-A3DC-8BF4882781A8}" dt="2026-09-26T05:34:00.205" v="13066"/>
        <pc:sldMkLst>
          <pc:docMk/>
          <pc:sldMk cId="3092398096" sldId="551"/>
        </pc:sldMkLst>
        <pc:spChg chg="mod">
          <ac:chgData name="Zhi Wang" userId="7588ea56f58b19c7" providerId="LiveId" clId="{96B72205-E234-467C-A3DC-8BF4882781A8}" dt="2026-09-26T02:35:02.043" v="6505"/>
          <ac:spMkLst>
            <pc:docMk/>
            <pc:sldMk cId="3092398096" sldId="551"/>
            <ac:spMk id="2" creationId="{384DF894-DF97-BA39-CFFE-20DEC07E8E96}"/>
          </ac:spMkLst>
        </pc:spChg>
        <pc:spChg chg="mod">
          <ac:chgData name="Zhi Wang" userId="7588ea56f58b19c7" providerId="LiveId" clId="{96B72205-E234-467C-A3DC-8BF4882781A8}" dt="2026-09-26T02:33:14.805" v="6408" actId="20577"/>
          <ac:spMkLst>
            <pc:docMk/>
            <pc:sldMk cId="3092398096" sldId="551"/>
            <ac:spMk id="3" creationId="{1FFAD36F-ADB5-FD38-7271-FC2BB48FB890}"/>
          </ac:spMkLst>
        </pc:spChg>
        <pc:spChg chg="del">
          <ac:chgData name="Zhi Wang" userId="7588ea56f58b19c7" providerId="LiveId" clId="{96B72205-E234-467C-A3DC-8BF4882781A8}" dt="2026-09-26T02:18:42.003" v="5857" actId="478"/>
          <ac:spMkLst>
            <pc:docMk/>
            <pc:sldMk cId="3092398096" sldId="551"/>
            <ac:spMk id="4" creationId="{4D8496BA-2E72-485A-9D70-07E423AC3B29}"/>
          </ac:spMkLst>
        </pc:spChg>
        <pc:spChg chg="del">
          <ac:chgData name="Zhi Wang" userId="7588ea56f58b19c7" providerId="LiveId" clId="{96B72205-E234-467C-A3DC-8BF4882781A8}" dt="2026-09-26T02:18:43.746" v="5858" actId="478"/>
          <ac:spMkLst>
            <pc:docMk/>
            <pc:sldMk cId="3092398096" sldId="551"/>
            <ac:spMk id="5" creationId="{5CB5E227-7B32-5EBA-B509-7B0C0E4A1C3B}"/>
          </ac:spMkLst>
        </pc:spChg>
        <pc:spChg chg="del">
          <ac:chgData name="Zhi Wang" userId="7588ea56f58b19c7" providerId="LiveId" clId="{96B72205-E234-467C-A3DC-8BF4882781A8}" dt="2026-09-26T02:26:46.906" v="6126" actId="478"/>
          <ac:spMkLst>
            <pc:docMk/>
            <pc:sldMk cId="3092398096" sldId="551"/>
            <ac:spMk id="6" creationId="{A8E41AE3-CE7D-985D-94EC-DC279F413B36}"/>
          </ac:spMkLst>
        </pc:spChg>
        <pc:spChg chg="del">
          <ac:chgData name="Zhi Wang" userId="7588ea56f58b19c7" providerId="LiveId" clId="{96B72205-E234-467C-A3DC-8BF4882781A8}" dt="2026-09-26T02:28:40.382" v="6184" actId="478"/>
          <ac:spMkLst>
            <pc:docMk/>
            <pc:sldMk cId="3092398096" sldId="551"/>
            <ac:spMk id="8" creationId="{D61C8FE8-50C3-4858-9A85-A794433650F0}"/>
          </ac:spMkLst>
        </pc:spChg>
        <pc:spChg chg="add mod">
          <ac:chgData name="Zhi Wang" userId="7588ea56f58b19c7" providerId="LiveId" clId="{96B72205-E234-467C-A3DC-8BF4882781A8}" dt="2026-09-26T02:34:26.567" v="6473" actId="1076"/>
          <ac:spMkLst>
            <pc:docMk/>
            <pc:sldMk cId="3092398096" sldId="551"/>
            <ac:spMk id="10" creationId="{A9A12FC2-30BF-6568-EBBB-0B3ACE509847}"/>
          </ac:spMkLst>
        </pc:spChg>
        <pc:spChg chg="add mod">
          <ac:chgData name="Zhi Wang" userId="7588ea56f58b19c7" providerId="LiveId" clId="{96B72205-E234-467C-A3DC-8BF4882781A8}" dt="2026-09-26T02:34:28.737" v="6474" actId="1076"/>
          <ac:spMkLst>
            <pc:docMk/>
            <pc:sldMk cId="3092398096" sldId="551"/>
            <ac:spMk id="12" creationId="{125DACAB-40EC-01DD-3CB3-59A3B53D1053}"/>
          </ac:spMkLst>
        </pc:spChg>
        <pc:spChg chg="add mod">
          <ac:chgData name="Zhi Wang" userId="7588ea56f58b19c7" providerId="LiveId" clId="{96B72205-E234-467C-A3DC-8BF4882781A8}" dt="2026-09-26T02:34:31.354" v="6475" actId="1076"/>
          <ac:spMkLst>
            <pc:docMk/>
            <pc:sldMk cId="3092398096" sldId="551"/>
            <ac:spMk id="14" creationId="{087D6829-2891-1002-2C30-D76A8CF5231D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092398096" sldId="551"/>
            <ac:graphicFrameMk id="7" creationId="{B8AFB319-EF86-AB37-E3B9-3CF6001F4AE7}"/>
          </ac:graphicFrameMkLst>
        </pc:graphicFrameChg>
      </pc:sldChg>
      <pc:sldChg chg="new del">
        <pc:chgData name="Zhi Wang" userId="7588ea56f58b19c7" providerId="LiveId" clId="{96B72205-E234-467C-A3DC-8BF4882781A8}" dt="2026-09-26T03:21:46.784" v="9136" actId="47"/>
        <pc:sldMkLst>
          <pc:docMk/>
          <pc:sldMk cId="1899169690" sldId="552"/>
        </pc:sldMkLst>
      </pc:sldChg>
      <pc:sldChg chg="addSp delSp modSp add del mod delAnim">
        <pc:chgData name="Zhi Wang" userId="7588ea56f58b19c7" providerId="LiveId" clId="{96B72205-E234-467C-A3DC-8BF4882781A8}" dt="2026-09-26T03:35:32.671" v="9910" actId="47"/>
        <pc:sldMkLst>
          <pc:docMk/>
          <pc:sldMk cId="3416076046" sldId="552"/>
        </pc:sldMkLst>
        <pc:spChg chg="mod">
          <ac:chgData name="Zhi Wang" userId="7588ea56f58b19c7" providerId="LiveId" clId="{96B72205-E234-467C-A3DC-8BF4882781A8}" dt="2026-09-26T03:22:06.942" v="9216"/>
          <ac:spMkLst>
            <pc:docMk/>
            <pc:sldMk cId="3416076046" sldId="552"/>
            <ac:spMk id="2" creationId="{88E69C98-67F3-8F60-FDE7-78334ADDEF93}"/>
          </ac:spMkLst>
        </pc:spChg>
        <pc:spChg chg="del">
          <ac:chgData name="Zhi Wang" userId="7588ea56f58b19c7" providerId="LiveId" clId="{96B72205-E234-467C-A3DC-8BF4882781A8}" dt="2026-09-26T03:22:10.089" v="9217" actId="478"/>
          <ac:spMkLst>
            <pc:docMk/>
            <pc:sldMk cId="3416076046" sldId="552"/>
            <ac:spMk id="3" creationId="{E142F185-AEC1-FC37-6995-5678CA7E4C53}"/>
          </ac:spMkLst>
        </pc:spChg>
        <pc:spChg chg="add del mod">
          <ac:chgData name="Zhi Wang" userId="7588ea56f58b19c7" providerId="LiveId" clId="{96B72205-E234-467C-A3DC-8BF4882781A8}" dt="2026-09-26T03:22:11.213" v="9218" actId="478"/>
          <ac:spMkLst>
            <pc:docMk/>
            <pc:sldMk cId="3416076046" sldId="552"/>
            <ac:spMk id="6" creationId="{F89C820D-197D-CDA9-8F85-7C3C39D9CB3C}"/>
          </ac:spMkLst>
        </pc:spChg>
      </pc:sldChg>
      <pc:sldChg chg="addSp delSp modSp add mod">
        <pc:chgData name="Zhi Wang" userId="7588ea56f58b19c7" providerId="LiveId" clId="{96B72205-E234-467C-A3DC-8BF4882781A8}" dt="2026-09-26T05:34:00.205" v="13066"/>
        <pc:sldMkLst>
          <pc:docMk/>
          <pc:sldMk cId="3974458518" sldId="552"/>
        </pc:sldMkLst>
        <pc:spChg chg="del">
          <ac:chgData name="Zhi Wang" userId="7588ea56f58b19c7" providerId="LiveId" clId="{96B72205-E234-467C-A3DC-8BF4882781A8}" dt="2026-09-26T03:55:10.365" v="9936" actId="478"/>
          <ac:spMkLst>
            <pc:docMk/>
            <pc:sldMk cId="3974458518" sldId="552"/>
            <ac:spMk id="3" creationId="{EA09DE63-986A-5F30-9965-67845F52B27E}"/>
          </ac:spMkLst>
        </pc:spChg>
        <pc:spChg chg="del">
          <ac:chgData name="Zhi Wang" userId="7588ea56f58b19c7" providerId="LiveId" clId="{96B72205-E234-467C-A3DC-8BF4882781A8}" dt="2026-09-26T03:55:14.102" v="9939" actId="478"/>
          <ac:spMkLst>
            <pc:docMk/>
            <pc:sldMk cId="3974458518" sldId="552"/>
            <ac:spMk id="5" creationId="{7E92157D-678B-1B8B-AF1B-A4770893310C}"/>
          </ac:spMkLst>
        </pc:spChg>
        <pc:spChg chg="add del mod">
          <ac:chgData name="Zhi Wang" userId="7588ea56f58b19c7" providerId="LiveId" clId="{96B72205-E234-467C-A3DC-8BF4882781A8}" dt="2026-09-26T03:55:11.897" v="9937" actId="478"/>
          <ac:spMkLst>
            <pc:docMk/>
            <pc:sldMk cId="3974458518" sldId="552"/>
            <ac:spMk id="8" creationId="{4EC531DA-60BB-761C-0661-7BF141F81A65}"/>
          </ac:spMkLst>
        </pc:spChg>
        <pc:spChg chg="add mod">
          <ac:chgData name="Zhi Wang" userId="7588ea56f58b19c7" providerId="LiveId" clId="{96B72205-E234-467C-A3DC-8BF4882781A8}" dt="2026-09-26T03:58:25.093" v="9996" actId="14100"/>
          <ac:spMkLst>
            <pc:docMk/>
            <pc:sldMk cId="3974458518" sldId="552"/>
            <ac:spMk id="12" creationId="{4E0E6391-DEF8-117C-2ACB-58B232B0F04F}"/>
          </ac:spMkLst>
        </pc:spChg>
        <pc:spChg chg="add">
          <ac:chgData name="Zhi Wang" userId="7588ea56f58b19c7" providerId="LiveId" clId="{96B72205-E234-467C-A3DC-8BF4882781A8}" dt="2026-09-26T03:58:13.513" v="9991" actId="22"/>
          <ac:spMkLst>
            <pc:docMk/>
            <pc:sldMk cId="3974458518" sldId="552"/>
            <ac:spMk id="14" creationId="{81B95396-DF57-2842-9C4B-0744F09DCAE3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3974458518" sldId="552"/>
            <ac:graphicFrameMk id="6" creationId="{FDC24AB2-F9ED-FF16-4688-C7AC6EF9FFE0}"/>
          </ac:graphicFrameMkLst>
        </pc:graphicFrameChg>
        <pc:picChg chg="del">
          <ac:chgData name="Zhi Wang" userId="7588ea56f58b19c7" providerId="LiveId" clId="{96B72205-E234-467C-A3DC-8BF4882781A8}" dt="2026-09-26T03:55:12.657" v="9938" actId="478"/>
          <ac:picMkLst>
            <pc:docMk/>
            <pc:sldMk cId="3974458518" sldId="552"/>
            <ac:picMk id="7" creationId="{4CFBD10F-4834-9AE2-B886-1A5EE3B348D5}"/>
          </ac:picMkLst>
        </pc:picChg>
        <pc:picChg chg="add mod">
          <ac:chgData name="Zhi Wang" userId="7588ea56f58b19c7" providerId="LiveId" clId="{96B72205-E234-467C-A3DC-8BF4882781A8}" dt="2026-09-26T03:58:19.998" v="9994" actId="1076"/>
          <ac:picMkLst>
            <pc:docMk/>
            <pc:sldMk cId="3974458518" sldId="552"/>
            <ac:picMk id="10" creationId="{847FFB15-A197-F173-F850-70F5E0320F02}"/>
          </ac:picMkLst>
        </pc:picChg>
      </pc:sldChg>
      <pc:sldChg chg="delSp modSp add mod">
        <pc:chgData name="Zhi Wang" userId="7588ea56f58b19c7" providerId="LiveId" clId="{96B72205-E234-467C-A3DC-8BF4882781A8}" dt="2026-09-26T05:34:00.205" v="13066"/>
        <pc:sldMkLst>
          <pc:docMk/>
          <pc:sldMk cId="2826894306" sldId="553"/>
        </pc:sldMkLst>
        <pc:spChg chg="del">
          <ac:chgData name="Zhi Wang" userId="7588ea56f58b19c7" providerId="LiveId" clId="{96B72205-E234-467C-A3DC-8BF4882781A8}" dt="2026-09-26T04:23:06.419" v="11665" actId="478"/>
          <ac:spMkLst>
            <pc:docMk/>
            <pc:sldMk cId="2826894306" sldId="553"/>
            <ac:spMk id="2" creationId="{0EF70E27-AE0B-B941-BADF-0879AF529982}"/>
          </ac:spMkLst>
        </pc:spChg>
        <pc:spChg chg="mod">
          <ac:chgData name="Zhi Wang" userId="7588ea56f58b19c7" providerId="LiveId" clId="{96B72205-E234-467C-A3DC-8BF4882781A8}" dt="2026-09-26T04:25:53.510" v="11810" actId="20577"/>
          <ac:spMkLst>
            <pc:docMk/>
            <pc:sldMk cId="2826894306" sldId="553"/>
            <ac:spMk id="3" creationId="{F6BCF7B0-AE1E-3CC9-66DB-CA08F1D3A605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826894306" sldId="553"/>
            <ac:graphicFrameMk id="5" creationId="{9A4ACEA2-C486-0B1C-92FE-46428DD8ABCC}"/>
          </ac:graphicFrameMkLst>
        </pc:graphicFrameChg>
        <pc:picChg chg="del">
          <ac:chgData name="Zhi Wang" userId="7588ea56f58b19c7" providerId="LiveId" clId="{96B72205-E234-467C-A3DC-8BF4882781A8}" dt="2026-09-26T04:18:59.436" v="11357" actId="478"/>
          <ac:picMkLst>
            <pc:docMk/>
            <pc:sldMk cId="2826894306" sldId="553"/>
            <ac:picMk id="9" creationId="{9B2D9567-2951-0497-7C67-DEA1AB5291CD}"/>
          </ac:picMkLst>
        </pc:picChg>
      </pc:sldChg>
      <pc:sldChg chg="modSp add mod">
        <pc:chgData name="Zhi Wang" userId="7588ea56f58b19c7" providerId="LiveId" clId="{96B72205-E234-467C-A3DC-8BF4882781A8}" dt="2026-09-26T05:34:00.205" v="13066"/>
        <pc:sldMkLst>
          <pc:docMk/>
          <pc:sldMk cId="2676315176" sldId="554"/>
        </pc:sldMkLst>
        <pc:spChg chg="mod">
          <ac:chgData name="Zhi Wang" userId="7588ea56f58b19c7" providerId="LiveId" clId="{96B72205-E234-467C-A3DC-8BF4882781A8}" dt="2026-09-26T04:30:53.146" v="12116" actId="15"/>
          <ac:spMkLst>
            <pc:docMk/>
            <pc:sldMk cId="2676315176" sldId="554"/>
            <ac:spMk id="3" creationId="{CD72F3AD-72EB-F274-E56C-0DDF434472ED}"/>
          </ac:spMkLst>
        </pc:spChg>
        <pc:graphicFrameChg chg="mod">
          <ac:chgData name="Zhi Wang" userId="7588ea56f58b19c7" providerId="LiveId" clId="{96B72205-E234-467C-A3DC-8BF4882781A8}" dt="2026-09-26T05:34:00.205" v="13066"/>
          <ac:graphicFrameMkLst>
            <pc:docMk/>
            <pc:sldMk cId="2676315176" sldId="554"/>
            <ac:graphicFrameMk id="5" creationId="{2B8DC184-8371-968A-B1BA-75AF2998794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3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FECC-8BC9-48EA-B0F7-D69AF66FBFC5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A68C-26DE-4465-857E-0B9023D1E6CF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2F6B-C210-44F9-BDBC-4AF7A3269008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5CA9-8EEE-4284-AB95-51F9EBBAEC70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C11F-9966-48C4-847C-43F791393962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32BC7-32C5-4FF4-A9D6-406E6B6DB169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C7329-A30D-4AEC-933F-077AA00B6251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C6F2-DBF7-43C8-93DB-AE763C1E041C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2107-9876-45A4-A405-4C38E27BD221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7DF40-15B9-489F-98DE-B628847B6BCC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7D7ED-7708-4464-82E9-59899ACCDAD8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90BB3-19A9-4EBA-BEEB-0AC56F8AEEA5}" type="datetime1">
              <a:rPr lang="en-US" altLang="zh-CN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7693/wl20221205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7693/wl20221205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Solid-State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第三章 晶格振动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F131D8-D384-0D2D-62B3-D1781DD2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3200" dirty="0">
                <a:solidFill>
                  <a:schemeClr val="tx1"/>
                </a:solidFill>
              </a:rPr>
              <a:t>分析力学，量子化，声子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F1D3C0E-35A1-F16E-64BE-F692AB8E5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87849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3B4F123-C7B3-9E1B-A495-4A81EB86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回顾：一维单原子链的牛顿力学求解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33219E71-C830-D49B-5CFD-A4C7089F3B48}"/>
                  </a:ext>
                </a:extLst>
              </p:cNvPr>
              <p:cNvSpPr/>
              <p:nvPr/>
            </p:nvSpPr>
            <p:spPr>
              <a:xfrm>
                <a:off x="397683" y="3455195"/>
                <a:ext cx="3397703" cy="212965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简谐近似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dirty="0"/>
                  <a:t>最近邻二体相互作用</a:t>
                </a:r>
                <a:endParaRPr lang="en-US" altLang="zh-CN" dirty="0"/>
              </a:p>
              <a:p>
                <a:pPr marL="342900" indent="-342900" algn="just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dirty="0"/>
                  <a:t>能量在原子平衡位置附近展开，保留到第二阶</a:t>
                </a:r>
                <a:endParaRPr lang="en-US" altLang="zh-CN" dirty="0"/>
              </a:p>
              <a:p>
                <a:pPr marL="342900" indent="-342900" algn="just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dirty="0"/>
                  <a:t>力常数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zh-CN" alt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33219E71-C830-D49B-5CFD-A4C7089F3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83" y="3455195"/>
                <a:ext cx="3397703" cy="21296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0BC4F6E-A4AA-ED54-4C83-01ABFD2FB82E}"/>
                  </a:ext>
                </a:extLst>
              </p:cNvPr>
              <p:cNvSpPr/>
              <p:nvPr/>
            </p:nvSpPr>
            <p:spPr>
              <a:xfrm>
                <a:off x="4244412" y="3229570"/>
                <a:ext cx="3638757" cy="121431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dirty="0"/>
                  <a:t>牛二方程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0BC4F6E-A4AA-ED54-4C83-01ABFD2FB8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412" y="3229570"/>
                <a:ext cx="3638757" cy="1214317"/>
              </a:xfrm>
              <a:prstGeom prst="roundRect">
                <a:avLst/>
              </a:prstGeom>
              <a:blipFill>
                <a:blip r:embed="rId3"/>
                <a:stretch>
                  <a:fillRect t="-3483"/>
                </a:stretch>
              </a:blip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3C218197-81EC-AF3C-D1F3-658DDACBBC2F}"/>
                  </a:ext>
                </a:extLst>
              </p:cNvPr>
              <p:cNvSpPr/>
              <p:nvPr/>
            </p:nvSpPr>
            <p:spPr>
              <a:xfrm>
                <a:off x="4244413" y="4846762"/>
                <a:ext cx="3638757" cy="132910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波恩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冯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卡门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周期性边界条件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3C218197-81EC-AF3C-D1F3-658DDACBB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413" y="4846762"/>
                <a:ext cx="3638757" cy="1329108"/>
              </a:xfrm>
              <a:prstGeom prst="roundRect">
                <a:avLst/>
              </a:prstGeom>
              <a:blipFill>
                <a:blip r:embed="rId4"/>
                <a:stretch>
                  <a:fillRect t="-5000"/>
                </a:stretch>
              </a:blip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十字形 11">
            <a:extLst>
              <a:ext uri="{FF2B5EF4-FFF2-40B4-BE49-F238E27FC236}">
                <a16:creationId xmlns:a16="http://schemas.microsoft.com/office/drawing/2014/main" id="{563A2FEC-A4C0-FD25-B0C2-3762B1CAA8E4}"/>
              </a:ext>
            </a:extLst>
          </p:cNvPr>
          <p:cNvSpPr/>
          <p:nvPr/>
        </p:nvSpPr>
        <p:spPr>
          <a:xfrm>
            <a:off x="5807383" y="4387293"/>
            <a:ext cx="500546" cy="500546"/>
          </a:xfrm>
          <a:prstGeom prst="plus">
            <a:avLst>
              <a:gd name="adj" fmla="val 379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012E39BB-F284-0127-D0FC-5BA35734902B}"/>
                  </a:ext>
                </a:extLst>
              </p:cNvPr>
              <p:cNvSpPr/>
              <p:nvPr/>
            </p:nvSpPr>
            <p:spPr>
              <a:xfrm>
                <a:off x="8255787" y="3679969"/>
                <a:ext cx="3405180" cy="1788221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accent1"/>
                    </a:solidFill>
                  </a:rPr>
                  <a:t>格波解</a:t>
                </a: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342900" indent="-342900" algn="just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原子位移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𝑛𝑎𝑞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dirty="0"/>
                  <a:t>色散关系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012E39BB-F284-0127-D0FC-5BA357349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787" y="3679969"/>
                <a:ext cx="3405180" cy="178822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下 14">
            <a:extLst>
              <a:ext uri="{FF2B5EF4-FFF2-40B4-BE49-F238E27FC236}">
                <a16:creationId xmlns:a16="http://schemas.microsoft.com/office/drawing/2014/main" id="{5FED2BB2-28A8-D564-3B4D-9B09AAB4D860}"/>
              </a:ext>
            </a:extLst>
          </p:cNvPr>
          <p:cNvSpPr/>
          <p:nvPr/>
        </p:nvSpPr>
        <p:spPr>
          <a:xfrm rot="16200000">
            <a:off x="3782683" y="3424579"/>
            <a:ext cx="480394" cy="653739"/>
          </a:xfrm>
          <a:prstGeom prst="downArrow">
            <a:avLst>
              <a:gd name="adj1" fmla="val 36792"/>
              <a:gd name="adj2" fmla="val 584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15568BB-673E-0330-7CF7-BB59FA499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1" name="箭头: 下 10">
            <a:extLst>
              <a:ext uri="{FF2B5EF4-FFF2-40B4-BE49-F238E27FC236}">
                <a16:creationId xmlns:a16="http://schemas.microsoft.com/office/drawing/2014/main" id="{00F43B7B-1E6A-D57B-1D2C-7D92B18E8BDF}"/>
              </a:ext>
            </a:extLst>
          </p:cNvPr>
          <p:cNvSpPr/>
          <p:nvPr/>
        </p:nvSpPr>
        <p:spPr>
          <a:xfrm rot="16200000">
            <a:off x="7854051" y="4973186"/>
            <a:ext cx="480394" cy="620907"/>
          </a:xfrm>
          <a:prstGeom prst="downArrow">
            <a:avLst>
              <a:gd name="adj1" fmla="val 36792"/>
              <a:gd name="adj2" fmla="val 584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68FF84F-B74B-2B9D-4A98-EAA136BACDC1}"/>
              </a:ext>
            </a:extLst>
          </p:cNvPr>
          <p:cNvGrpSpPr/>
          <p:nvPr/>
        </p:nvGrpSpPr>
        <p:grpSpPr>
          <a:xfrm>
            <a:off x="1149594" y="1521969"/>
            <a:ext cx="9892811" cy="1434459"/>
            <a:chOff x="1149594" y="1521969"/>
            <a:chExt cx="9892811" cy="14344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49736BA-6E3A-84B6-C13B-0836B511E7A0}"/>
                </a:ext>
              </a:extLst>
            </p:cNvPr>
            <p:cNvCxnSpPr>
              <a:cxnSpLocks/>
            </p:cNvCxnSpPr>
            <p:nvPr/>
          </p:nvCxnSpPr>
          <p:spPr>
            <a:xfrm>
              <a:off x="2586280" y="1939683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CD7328-975F-A070-FCF8-C028F063EDA6}"/>
                    </a:ext>
                  </a:extLst>
                </p:cNvPr>
                <p:cNvSpPr txBox="1"/>
                <p:nvPr/>
              </p:nvSpPr>
              <p:spPr>
                <a:xfrm>
                  <a:off x="2910094" y="1554781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CD7328-975F-A070-FCF8-C028F063E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094" y="1554781"/>
                  <a:ext cx="46350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B79220B-B27A-259F-0EE7-CE9ECDBC77F6}"/>
                </a:ext>
              </a:extLst>
            </p:cNvPr>
            <p:cNvCxnSpPr>
              <a:cxnSpLocks/>
            </p:cNvCxnSpPr>
            <p:nvPr/>
          </p:nvCxnSpPr>
          <p:spPr>
            <a:xfrm>
              <a:off x="1154272" y="2227138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A6DB876-3F04-5634-9B4F-6D1C62CDAFB4}"/>
                </a:ext>
              </a:extLst>
            </p:cNvPr>
            <p:cNvCxnSpPr>
              <a:cxnSpLocks/>
            </p:cNvCxnSpPr>
            <p:nvPr/>
          </p:nvCxnSpPr>
          <p:spPr>
            <a:xfrm>
              <a:off x="1362377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A3F1891-A843-277C-D803-97138DC6EE4C}"/>
                </a:ext>
              </a:extLst>
            </p:cNvPr>
            <p:cNvCxnSpPr>
              <a:cxnSpLocks/>
            </p:cNvCxnSpPr>
            <p:nvPr/>
          </p:nvCxnSpPr>
          <p:spPr>
            <a:xfrm>
              <a:off x="10816433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BAE98A1-99CA-E4F4-E205-5E7137A8D272}"/>
                </a:ext>
              </a:extLst>
            </p:cNvPr>
            <p:cNvCxnSpPr>
              <a:cxnSpLocks/>
            </p:cNvCxnSpPr>
            <p:nvPr/>
          </p:nvCxnSpPr>
          <p:spPr>
            <a:xfrm>
              <a:off x="2544134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6C87A42-1FCA-3D66-2637-C2D408967533}"/>
                </a:ext>
              </a:extLst>
            </p:cNvPr>
            <p:cNvCxnSpPr>
              <a:cxnSpLocks/>
            </p:cNvCxnSpPr>
            <p:nvPr/>
          </p:nvCxnSpPr>
          <p:spPr>
            <a:xfrm>
              <a:off x="3725891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11CADE4-3C63-D51B-C57E-1C466E716683}"/>
                </a:ext>
              </a:extLst>
            </p:cNvPr>
            <p:cNvCxnSpPr>
              <a:cxnSpLocks/>
            </p:cNvCxnSpPr>
            <p:nvPr/>
          </p:nvCxnSpPr>
          <p:spPr>
            <a:xfrm>
              <a:off x="4907648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4548A7C-6305-C6FC-7E8F-2BFEC0BB4242}"/>
                </a:ext>
              </a:extLst>
            </p:cNvPr>
            <p:cNvCxnSpPr>
              <a:cxnSpLocks/>
            </p:cNvCxnSpPr>
            <p:nvPr/>
          </p:nvCxnSpPr>
          <p:spPr>
            <a:xfrm>
              <a:off x="6089405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38C50C0-FBE1-13F9-6CED-DFB4C99850EF}"/>
                </a:ext>
              </a:extLst>
            </p:cNvPr>
            <p:cNvCxnSpPr>
              <a:cxnSpLocks/>
            </p:cNvCxnSpPr>
            <p:nvPr/>
          </p:nvCxnSpPr>
          <p:spPr>
            <a:xfrm>
              <a:off x="7271162" y="1852443"/>
              <a:ext cx="0" cy="77757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8102350-2894-350D-E0C7-37219B1CF4C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919" y="1852443"/>
              <a:ext cx="0" cy="37025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59421F7-45C6-D297-366D-B13568AB0D54}"/>
                </a:ext>
              </a:extLst>
            </p:cNvPr>
            <p:cNvCxnSpPr>
              <a:cxnSpLocks/>
            </p:cNvCxnSpPr>
            <p:nvPr/>
          </p:nvCxnSpPr>
          <p:spPr>
            <a:xfrm>
              <a:off x="9634676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ED1BA97-0462-D66B-EB02-4F2083978283}"/>
                    </a:ext>
                  </a:extLst>
                </p:cNvPr>
                <p:cNvSpPr txBox="1"/>
                <p:nvPr/>
              </p:nvSpPr>
              <p:spPr>
                <a:xfrm>
                  <a:off x="2400169" y="1526596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ED1BA97-0462-D66B-EB02-4F2083978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169" y="1526596"/>
                  <a:ext cx="30373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000" r="-400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C824D4B-D129-3ADA-ABE0-9665A95A15BE}"/>
                    </a:ext>
                  </a:extLst>
                </p:cNvPr>
                <p:cNvSpPr txBox="1"/>
                <p:nvPr/>
              </p:nvSpPr>
              <p:spPr>
                <a:xfrm>
                  <a:off x="1149594" y="1526596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C824D4B-D129-3ADA-ABE0-9665A95A1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594" y="1526596"/>
                  <a:ext cx="42556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043" r="-579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E5922B3-5D1F-86B2-A6AF-F681DFA525F9}"/>
                    </a:ext>
                  </a:extLst>
                </p:cNvPr>
                <p:cNvSpPr txBox="1"/>
                <p:nvPr/>
              </p:nvSpPr>
              <p:spPr>
                <a:xfrm>
                  <a:off x="3579789" y="1526596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E5922B3-5D1F-86B2-A6AF-F681DFA52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9789" y="1526596"/>
                  <a:ext cx="298415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8367" r="-4082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5AE1CC2-6970-1D96-DCA1-3A160D4B45E9}"/>
                    </a:ext>
                  </a:extLst>
                </p:cNvPr>
                <p:cNvSpPr txBox="1"/>
                <p:nvPr/>
              </p:nvSpPr>
              <p:spPr>
                <a:xfrm>
                  <a:off x="4760439" y="1526596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5AE1CC2-6970-1D96-DCA1-3A160D4B4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0439" y="1526596"/>
                  <a:ext cx="30373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000" r="-400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A7A4A2D-152E-C1CF-2C16-A0057B29C594}"/>
                    </a:ext>
                  </a:extLst>
                </p:cNvPr>
                <p:cNvSpPr txBox="1"/>
                <p:nvPr/>
              </p:nvSpPr>
              <p:spPr>
                <a:xfrm>
                  <a:off x="5934765" y="1526596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A7A4A2D-152E-C1CF-2C16-A0057B29C5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765" y="1526596"/>
                  <a:ext cx="53745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BCCF565-3ACF-CA02-946E-B90C6E57254B}"/>
                    </a:ext>
                  </a:extLst>
                </p:cNvPr>
                <p:cNvSpPr txBox="1"/>
                <p:nvPr/>
              </p:nvSpPr>
              <p:spPr>
                <a:xfrm>
                  <a:off x="5342686" y="152196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BCCF565-3ACF-CA02-946E-B90C6E572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686" y="1521969"/>
                  <a:ext cx="25006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A16FCA-9E2F-59F8-4DCA-8DA246A5A0DC}"/>
                    </a:ext>
                  </a:extLst>
                </p:cNvPr>
                <p:cNvSpPr txBox="1"/>
                <p:nvPr/>
              </p:nvSpPr>
              <p:spPr>
                <a:xfrm>
                  <a:off x="8901797" y="1526868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A16FCA-9E2F-59F8-4DCA-8DA246A5A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797" y="1526868"/>
                  <a:ext cx="25006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375EED0-F3D8-D746-5400-66B6661BADC5}"/>
                </a:ext>
              </a:extLst>
            </p:cNvPr>
            <p:cNvSpPr/>
            <p:nvPr/>
          </p:nvSpPr>
          <p:spPr>
            <a:xfrm>
              <a:off x="7290977" y="2125993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6292AAF-579E-66B0-790A-3CFDCF75483D}"/>
                </a:ext>
              </a:extLst>
            </p:cNvPr>
            <p:cNvCxnSpPr>
              <a:cxnSpLocks/>
            </p:cNvCxnSpPr>
            <p:nvPr/>
          </p:nvCxnSpPr>
          <p:spPr>
            <a:xfrm>
              <a:off x="7389993" y="2337738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71CB1EE-2507-EA14-CBF8-D2D89EAEBCFC}"/>
                    </a:ext>
                  </a:extLst>
                </p:cNvPr>
                <p:cNvSpPr txBox="1"/>
                <p:nvPr/>
              </p:nvSpPr>
              <p:spPr>
                <a:xfrm>
                  <a:off x="7756713" y="1823021"/>
                  <a:ext cx="3604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71CB1EE-2507-EA14-CBF8-D2D89EAEB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713" y="1823021"/>
                  <a:ext cx="360471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40D344-977E-E79A-97AD-ED0D920BF067}"/>
                    </a:ext>
                  </a:extLst>
                </p:cNvPr>
                <p:cNvSpPr txBox="1"/>
                <p:nvPr/>
              </p:nvSpPr>
              <p:spPr>
                <a:xfrm>
                  <a:off x="7205309" y="1814969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40D344-977E-E79A-97AD-ED0D920BF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5309" y="1814969"/>
                  <a:ext cx="38684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1711484-13EE-134B-106C-2B980D143ED8}"/>
                </a:ext>
              </a:extLst>
            </p:cNvPr>
            <p:cNvSpPr/>
            <p:nvPr/>
          </p:nvSpPr>
          <p:spPr>
            <a:xfrm>
              <a:off x="1263360" y="212812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03F12D1-3374-39F8-3F4E-3874FFB54EEE}"/>
                </a:ext>
              </a:extLst>
            </p:cNvPr>
            <p:cNvSpPr/>
            <p:nvPr/>
          </p:nvSpPr>
          <p:spPr>
            <a:xfrm>
              <a:off x="2464166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605E271-7F6D-8170-0462-189CAEB72839}"/>
                </a:ext>
              </a:extLst>
            </p:cNvPr>
            <p:cNvSpPr/>
            <p:nvPr/>
          </p:nvSpPr>
          <p:spPr>
            <a:xfrm>
              <a:off x="3662826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0E48D8A-D25A-9264-4361-25693F77C863}"/>
                </a:ext>
              </a:extLst>
            </p:cNvPr>
            <p:cNvSpPr/>
            <p:nvPr/>
          </p:nvSpPr>
          <p:spPr>
            <a:xfrm>
              <a:off x="4853084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D3F476F-BB3D-4CF9-45E4-48A0C1D5068B}"/>
                </a:ext>
              </a:extLst>
            </p:cNvPr>
            <p:cNvSpPr/>
            <p:nvPr/>
          </p:nvSpPr>
          <p:spPr>
            <a:xfrm>
              <a:off x="6057656" y="2128116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171EE1B-B200-C3D9-3DB7-839358D07306}"/>
                </a:ext>
              </a:extLst>
            </p:cNvPr>
            <p:cNvSpPr/>
            <p:nvPr/>
          </p:nvSpPr>
          <p:spPr>
            <a:xfrm>
              <a:off x="8404702" y="212811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B221A4F-B9C1-FD82-AD7E-68E11B655A4E}"/>
                </a:ext>
              </a:extLst>
            </p:cNvPr>
            <p:cNvSpPr/>
            <p:nvPr/>
          </p:nvSpPr>
          <p:spPr>
            <a:xfrm>
              <a:off x="9554709" y="212811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531BB6D-F013-9988-8E28-7CC9011255F2}"/>
                </a:ext>
              </a:extLst>
            </p:cNvPr>
            <p:cNvSpPr/>
            <p:nvPr/>
          </p:nvSpPr>
          <p:spPr>
            <a:xfrm>
              <a:off x="10717416" y="212811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B748B0B-019E-A1F3-3652-583A54BC8DD7}"/>
                    </a:ext>
                  </a:extLst>
                </p:cNvPr>
                <p:cNvSpPr txBox="1"/>
                <p:nvPr/>
              </p:nvSpPr>
              <p:spPr>
                <a:xfrm>
                  <a:off x="7114466" y="1525933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B748B0B-019E-A1F3-3652-583A54BC8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466" y="1525933"/>
                  <a:ext cx="317843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5385" r="-1923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0E9A692-07EC-337C-168D-8D984F867B67}"/>
                    </a:ext>
                  </a:extLst>
                </p:cNvPr>
                <p:cNvSpPr txBox="1"/>
                <p:nvPr/>
              </p:nvSpPr>
              <p:spPr>
                <a:xfrm>
                  <a:off x="8169983" y="1543282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0E9A692-07EC-337C-168D-8D984F867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983" y="1543282"/>
                  <a:ext cx="53745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9091" r="-340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08AD1B8A-F98B-51B7-7F22-84B958ABE65D}"/>
                </a:ext>
              </a:extLst>
            </p:cNvPr>
            <p:cNvCxnSpPr>
              <a:cxnSpLocks/>
            </p:cNvCxnSpPr>
            <p:nvPr/>
          </p:nvCxnSpPr>
          <p:spPr>
            <a:xfrm>
              <a:off x="7052553" y="2576743"/>
              <a:ext cx="190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422AFB7-03B9-6D2F-3C6B-C043DE2E0C44}"/>
                    </a:ext>
                  </a:extLst>
                </p:cNvPr>
                <p:cNvSpPr txBox="1"/>
                <p:nvPr/>
              </p:nvSpPr>
              <p:spPr>
                <a:xfrm>
                  <a:off x="7071838" y="2556318"/>
                  <a:ext cx="18299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422AFB7-03B9-6D2F-3C6B-C043DE2E0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1838" y="2556318"/>
                  <a:ext cx="1829959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D4951882-FED1-A15D-4450-947A55457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1752" y="2224466"/>
              <a:ext cx="877867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E544B81-C795-C811-5E3D-5C3F02CB1B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19" y="2576743"/>
              <a:ext cx="19359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138BCCAA-A445-F048-0EF2-0AE0C8A61DE6}"/>
              </a:ext>
            </a:extLst>
          </p:cNvPr>
          <p:cNvSpPr txBox="1"/>
          <p:nvPr/>
        </p:nvSpPr>
        <p:spPr>
          <a:xfrm>
            <a:off x="8379619" y="5664870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对于含有多个原子的三维晶格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上述方法求解极其复杂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45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F0D998-F4C1-36A8-3286-B50357FB5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50719"/>
                <a:ext cx="10515600" cy="4542155"/>
              </a:xfrm>
            </p:spPr>
            <p:txBody>
              <a:bodyPr>
                <a:noAutofit/>
              </a:bodyPr>
              <a:lstStyle/>
              <a:p>
                <a:pPr marL="514350" indent="-51435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2000" dirty="0"/>
                  <a:t>使用坐标、或引入广义坐标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，写出坐标下的拉格朗日量</a:t>
                </a:r>
                <a:endParaRPr lang="en-US" altLang="zh-CN" sz="20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514350" indent="-51435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zh-CN" altLang="en-US" sz="2000" dirty="0"/>
                  <a:t>计算坐标的共轭动量</a:t>
                </a:r>
                <a:endParaRPr lang="en-US" altLang="zh-CN" sz="20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 marL="514350" indent="-51435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zh-CN" altLang="en-US" sz="2000" dirty="0"/>
                  <a:t>写出哈密顿量</a:t>
                </a:r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2000" b="0" dirty="0"/>
              </a:p>
              <a:p>
                <a:pPr marL="514350" indent="-51435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zh-CN" altLang="en-US" sz="2000" dirty="0"/>
                  <a:t>系统运动方程为</a:t>
                </a:r>
                <a:endParaRPr lang="en-US" altLang="zh-CN" sz="20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F0D998-F4C1-36A8-3286-B50357FB5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50719"/>
                <a:ext cx="10515600" cy="4542155"/>
              </a:xfrm>
              <a:blipFill>
                <a:blip r:embed="rId2"/>
                <a:stretch>
                  <a:fillRect l="-638" t="-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599E020-40E7-61F9-C464-30A4FA722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490C37BE-F644-FCB6-4616-1B29C8C437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分析力学</a:t>
            </a:r>
            <a:r>
              <a:rPr lang="en-US" altLang="zh-CN" dirty="0"/>
              <a:t>——</a:t>
            </a:r>
            <a:r>
              <a:rPr lang="zh-CN" altLang="en-US" dirty="0"/>
              <a:t>拉氏量与哈密顿量</a:t>
            </a:r>
          </a:p>
        </p:txBody>
      </p:sp>
    </p:spTree>
    <p:extLst>
      <p:ext uri="{BB962C8B-B14F-4D97-AF65-F5344CB8AC3E}">
        <p14:creationId xmlns:p14="http://schemas.microsoft.com/office/powerpoint/2010/main" val="158276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19C1DE1-7A2B-15AE-3A37-959B107E081F}"/>
              </a:ext>
            </a:extLst>
          </p:cNvPr>
          <p:cNvSpPr/>
          <p:nvPr/>
        </p:nvSpPr>
        <p:spPr>
          <a:xfrm>
            <a:off x="4206787" y="4782495"/>
            <a:ext cx="1378673" cy="8182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42B7AE5-4049-D335-BD83-526E820FCA1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2495" y="1513644"/>
                <a:ext cx="6408898" cy="500729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只有一个球</a:t>
                </a:r>
                <a:r>
                  <a:rPr lang="en-US" altLang="zh-CN" sz="2000" dirty="0"/>
                  <a:t>+</a:t>
                </a:r>
                <a:r>
                  <a:rPr lang="zh-CN" altLang="en-US" sz="2000" dirty="0"/>
                  <a:t>一根弹簧的情况：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l-GR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l-GR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共轭动量就是经典动量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l-GR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̇"/>
                          <m:ctrl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哈密顿量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acc>
                        <m:accPr>
                          <m:chr m:val="̇"/>
                          <m:ctrl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一维经典简谐子，有经典解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42B7AE5-4049-D335-BD83-526E820FC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2495" y="1513644"/>
                <a:ext cx="6408898" cy="5007292"/>
              </a:xfrm>
              <a:blipFill>
                <a:blip r:embed="rId2"/>
                <a:stretch>
                  <a:fillRect l="-856" t="-9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10B53C4-92A9-A90E-DDEF-8ED0D7A1D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3" name="标题 3">
            <a:extLst>
              <a:ext uri="{FF2B5EF4-FFF2-40B4-BE49-F238E27FC236}">
                <a16:creationId xmlns:a16="http://schemas.microsoft.com/office/drawing/2014/main" id="{E39308B8-F120-C247-3DAC-2F075D6339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分析力学下的一维简谐运动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376A4E3-9327-F2CF-9FBB-7AFC5D715E72}"/>
              </a:ext>
            </a:extLst>
          </p:cNvPr>
          <p:cNvGrpSpPr/>
          <p:nvPr/>
        </p:nvGrpSpPr>
        <p:grpSpPr>
          <a:xfrm>
            <a:off x="7581900" y="2687009"/>
            <a:ext cx="3771900" cy="2095486"/>
            <a:chOff x="4381500" y="1575956"/>
            <a:chExt cx="3771900" cy="2095486"/>
          </a:xfrm>
        </p:grpSpPr>
        <p:sp>
          <p:nvSpPr>
            <p:cNvPr id="16" name="L 形 15">
              <a:extLst>
                <a:ext uri="{FF2B5EF4-FFF2-40B4-BE49-F238E27FC236}">
                  <a16:creationId xmlns:a16="http://schemas.microsoft.com/office/drawing/2014/main" id="{3CC3EA70-3438-79F1-5D2A-A756FC09BB34}"/>
                </a:ext>
              </a:extLst>
            </p:cNvPr>
            <p:cNvSpPr/>
            <p:nvPr/>
          </p:nvSpPr>
          <p:spPr>
            <a:xfrm>
              <a:off x="4381500" y="2194560"/>
              <a:ext cx="3771900" cy="661988"/>
            </a:xfrm>
            <a:prstGeom prst="corner">
              <a:avLst>
                <a:gd name="adj1" fmla="val 20802"/>
                <a:gd name="adj2" fmla="val 20802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3B83CE3-6C5A-47F5-FF2D-B3EED789CE69}"/>
                </a:ext>
              </a:extLst>
            </p:cNvPr>
            <p:cNvCxnSpPr/>
            <p:nvPr/>
          </p:nvCxnSpPr>
          <p:spPr>
            <a:xfrm>
              <a:off x="4526280" y="2453640"/>
              <a:ext cx="170688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56653A1-449F-F58C-38EF-D9343FC2032B}"/>
                </a:ext>
              </a:extLst>
            </p:cNvPr>
            <p:cNvSpPr/>
            <p:nvPr/>
          </p:nvSpPr>
          <p:spPr>
            <a:xfrm>
              <a:off x="4808220" y="2369821"/>
              <a:ext cx="1150621" cy="1600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E18C710-4164-4A3D-1C67-3401BFFDEC76}"/>
                    </a:ext>
                  </a:extLst>
                </p:cNvPr>
                <p:cNvSpPr txBox="1"/>
                <p:nvPr/>
              </p:nvSpPr>
              <p:spPr>
                <a:xfrm>
                  <a:off x="4752497" y="1727567"/>
                  <a:ext cx="12544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/>
                    <a:t>弹簧</a:t>
                  </a:r>
                  <a:endParaRPr lang="en-US" altLang="zh-CN" dirty="0"/>
                </a:p>
                <a:p>
                  <a:r>
                    <a:rPr lang="zh-CN" altLang="en-US" dirty="0"/>
                    <a:t>劲度系数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E18C710-4164-4A3D-1C67-3401BFFDE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497" y="1727567"/>
                  <a:ext cx="12544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390" t="-8491" r="-488" b="-113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DDD3BEF-8DB2-E62B-6AFD-1C6CDA7FBF15}"/>
                </a:ext>
              </a:extLst>
            </p:cNvPr>
            <p:cNvCxnSpPr>
              <a:cxnSpLocks/>
            </p:cNvCxnSpPr>
            <p:nvPr/>
          </p:nvCxnSpPr>
          <p:spPr>
            <a:xfrm>
              <a:off x="6267450" y="1957388"/>
              <a:ext cx="0" cy="127349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908A886-0AC9-8E76-F1A5-0FE8549B1A78}"/>
                </a:ext>
              </a:extLst>
            </p:cNvPr>
            <p:cNvSpPr/>
            <p:nvPr/>
          </p:nvSpPr>
          <p:spPr>
            <a:xfrm>
              <a:off x="6233160" y="2194560"/>
              <a:ext cx="510540" cy="510540"/>
            </a:xfrm>
            <a:prstGeom prst="ellips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50E224A-8803-2785-1C3A-9AEFD404314D}"/>
                </a:ext>
              </a:extLst>
            </p:cNvPr>
            <p:cNvCxnSpPr>
              <a:cxnSpLocks/>
            </p:cNvCxnSpPr>
            <p:nvPr/>
          </p:nvCxnSpPr>
          <p:spPr>
            <a:xfrm>
              <a:off x="6484620" y="1957388"/>
              <a:ext cx="0" cy="1277778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2E2B2DE5-2A2A-6A9B-2B17-892675F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1" y="3138488"/>
              <a:ext cx="27431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9C492F7-B0CB-3BC1-E314-145BED0B6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8909" y="3138488"/>
              <a:ext cx="27432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07087F5-F06F-AA1B-81EF-C409CA8F8DD8}"/>
                    </a:ext>
                  </a:extLst>
                </p:cNvPr>
                <p:cNvSpPr txBox="1"/>
                <p:nvPr/>
              </p:nvSpPr>
              <p:spPr>
                <a:xfrm>
                  <a:off x="6006943" y="1575956"/>
                  <a:ext cx="4048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07087F5-F06F-AA1B-81EF-C409CA8F8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943" y="1575956"/>
                  <a:ext cx="404813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2CACB6D-ED8C-9F05-3175-6B5F29F69A16}"/>
                    </a:ext>
                  </a:extLst>
                </p:cNvPr>
                <p:cNvSpPr txBox="1"/>
                <p:nvPr/>
              </p:nvSpPr>
              <p:spPr>
                <a:xfrm>
                  <a:off x="6357464" y="1575956"/>
                  <a:ext cx="55721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2CACB6D-ED8C-9F05-3175-6B5F29F69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464" y="1575956"/>
                  <a:ext cx="557214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FAF54F0-D4EC-DA7D-AB7D-C8199ABC6A26}"/>
                    </a:ext>
                  </a:extLst>
                </p:cNvPr>
                <p:cNvSpPr txBox="1"/>
                <p:nvPr/>
              </p:nvSpPr>
              <p:spPr>
                <a:xfrm>
                  <a:off x="6006943" y="3271332"/>
                  <a:ext cx="207216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FAF54F0-D4EC-DA7D-AB7D-C8199ABC6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943" y="3271332"/>
                  <a:ext cx="207216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6416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49C4-83DF-ED79-BC02-AB83D066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99786D9-25C1-E50B-8BFD-9C75645AF7FC}"/>
              </a:ext>
            </a:extLst>
          </p:cNvPr>
          <p:cNvSpPr/>
          <p:nvPr/>
        </p:nvSpPr>
        <p:spPr>
          <a:xfrm>
            <a:off x="6652807" y="5863628"/>
            <a:ext cx="1531173" cy="957524"/>
          </a:xfrm>
          <a:prstGeom prst="roundRect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79631E7-D6AB-10CD-E702-141DF7914EB8}"/>
              </a:ext>
            </a:extLst>
          </p:cNvPr>
          <p:cNvSpPr/>
          <p:nvPr/>
        </p:nvSpPr>
        <p:spPr>
          <a:xfrm>
            <a:off x="6225540" y="4373881"/>
            <a:ext cx="1531173" cy="957524"/>
          </a:xfrm>
          <a:prstGeom prst="roundRect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DDE3762-1F02-32C3-2B86-658E92E7FD6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2494" y="2782222"/>
                <a:ext cx="10243185" cy="407577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一维原子链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zh-CN" altLang="en-US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acc>
                        <m:accPr>
                          <m:chr m:val="̇"/>
                          <m:ctrl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DDE3762-1F02-32C3-2B86-658E92E7F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2494" y="2782222"/>
                <a:ext cx="10243185" cy="4075778"/>
              </a:xfrm>
              <a:blipFill>
                <a:blip r:embed="rId2"/>
                <a:stretch>
                  <a:fillRect l="-536" t="-1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51E83A-DBF2-6571-5186-1DA68198B62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3" name="标题 3">
            <a:extLst>
              <a:ext uri="{FF2B5EF4-FFF2-40B4-BE49-F238E27FC236}">
                <a16:creationId xmlns:a16="http://schemas.microsoft.com/office/drawing/2014/main" id="{934C7B24-BCF3-7457-581B-3A6A876200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分析力学下的一维简谐运动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BF321D-5732-6144-431E-B11B97C8D94E}"/>
              </a:ext>
            </a:extLst>
          </p:cNvPr>
          <p:cNvGrpSpPr/>
          <p:nvPr/>
        </p:nvGrpSpPr>
        <p:grpSpPr>
          <a:xfrm>
            <a:off x="1149594" y="1521969"/>
            <a:ext cx="9892811" cy="1434459"/>
            <a:chOff x="1149594" y="1521969"/>
            <a:chExt cx="9892811" cy="14344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F66F7A28-90AB-6237-A630-84E8B5923862}"/>
                </a:ext>
              </a:extLst>
            </p:cNvPr>
            <p:cNvCxnSpPr>
              <a:cxnSpLocks/>
            </p:cNvCxnSpPr>
            <p:nvPr/>
          </p:nvCxnSpPr>
          <p:spPr>
            <a:xfrm>
              <a:off x="2586280" y="1939683"/>
              <a:ext cx="1076546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60D0364-8331-A44B-0D98-4A1CFAAC1A62}"/>
                    </a:ext>
                  </a:extLst>
                </p:cNvPr>
                <p:cNvSpPr txBox="1"/>
                <p:nvPr/>
              </p:nvSpPr>
              <p:spPr>
                <a:xfrm>
                  <a:off x="2910094" y="1554781"/>
                  <a:ext cx="4635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60D0364-8331-A44B-0D98-4A1CFAAC1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094" y="1554781"/>
                  <a:ext cx="463506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A3484BB-B471-28AB-5CBA-FA423A4D0734}"/>
                </a:ext>
              </a:extLst>
            </p:cNvPr>
            <p:cNvCxnSpPr>
              <a:cxnSpLocks/>
            </p:cNvCxnSpPr>
            <p:nvPr/>
          </p:nvCxnSpPr>
          <p:spPr>
            <a:xfrm>
              <a:off x="1154272" y="2227138"/>
              <a:ext cx="9888133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C07E1DA-C5B3-BC81-4658-048752BA51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2377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B22C8FF-E051-D905-2145-A14FA9AB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6433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707E394-20E8-A667-DA5D-7A268C6F024E}"/>
                </a:ext>
              </a:extLst>
            </p:cNvPr>
            <p:cNvCxnSpPr>
              <a:cxnSpLocks/>
            </p:cNvCxnSpPr>
            <p:nvPr/>
          </p:nvCxnSpPr>
          <p:spPr>
            <a:xfrm>
              <a:off x="2544134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33ECE4D-60F5-E611-6FCE-B249DCF4FF51}"/>
                </a:ext>
              </a:extLst>
            </p:cNvPr>
            <p:cNvCxnSpPr>
              <a:cxnSpLocks/>
            </p:cNvCxnSpPr>
            <p:nvPr/>
          </p:nvCxnSpPr>
          <p:spPr>
            <a:xfrm>
              <a:off x="3725891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B2014F6-AA1F-39C2-031D-E4A74974B8B8}"/>
                </a:ext>
              </a:extLst>
            </p:cNvPr>
            <p:cNvCxnSpPr>
              <a:cxnSpLocks/>
            </p:cNvCxnSpPr>
            <p:nvPr/>
          </p:nvCxnSpPr>
          <p:spPr>
            <a:xfrm>
              <a:off x="4907648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90929AE-4CF6-44F9-DA72-7FBBC27727AD}"/>
                </a:ext>
              </a:extLst>
            </p:cNvPr>
            <p:cNvCxnSpPr>
              <a:cxnSpLocks/>
            </p:cNvCxnSpPr>
            <p:nvPr/>
          </p:nvCxnSpPr>
          <p:spPr>
            <a:xfrm>
              <a:off x="6089405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1ED73F7-2D18-1A62-9BB4-336FA56EC49F}"/>
                </a:ext>
              </a:extLst>
            </p:cNvPr>
            <p:cNvCxnSpPr>
              <a:cxnSpLocks/>
            </p:cNvCxnSpPr>
            <p:nvPr/>
          </p:nvCxnSpPr>
          <p:spPr>
            <a:xfrm>
              <a:off x="7271162" y="1852443"/>
              <a:ext cx="0" cy="77757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2F0207E-38E5-9D8A-5DD8-85A6A983A28E}"/>
                </a:ext>
              </a:extLst>
            </p:cNvPr>
            <p:cNvCxnSpPr>
              <a:cxnSpLocks/>
            </p:cNvCxnSpPr>
            <p:nvPr/>
          </p:nvCxnSpPr>
          <p:spPr>
            <a:xfrm>
              <a:off x="8452919" y="1852443"/>
              <a:ext cx="0" cy="37025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941D372-9C5F-0251-7795-E2C611739611}"/>
                </a:ext>
              </a:extLst>
            </p:cNvPr>
            <p:cNvCxnSpPr>
              <a:cxnSpLocks/>
            </p:cNvCxnSpPr>
            <p:nvPr/>
          </p:nvCxnSpPr>
          <p:spPr>
            <a:xfrm>
              <a:off x="9634676" y="1852443"/>
              <a:ext cx="0" cy="39600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DC1ED91-3BF5-2975-504D-07C93DF1DA26}"/>
                    </a:ext>
                  </a:extLst>
                </p:cNvPr>
                <p:cNvSpPr txBox="1"/>
                <p:nvPr/>
              </p:nvSpPr>
              <p:spPr>
                <a:xfrm>
                  <a:off x="2400169" y="1526596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DC1ED91-3BF5-2975-504D-07C93DF1D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169" y="1526596"/>
                  <a:ext cx="30373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000" r="-400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3B7E512-E468-AB1F-2ACE-1BB87C9DF511}"/>
                    </a:ext>
                  </a:extLst>
                </p:cNvPr>
                <p:cNvSpPr txBox="1"/>
                <p:nvPr/>
              </p:nvSpPr>
              <p:spPr>
                <a:xfrm>
                  <a:off x="1149594" y="1526596"/>
                  <a:ext cx="425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3B7E512-E468-AB1F-2ACE-1BB87C9DF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594" y="1526596"/>
                  <a:ext cx="42556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043" r="-579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9215370-76D3-9D69-9F96-EF0F0CA63747}"/>
                    </a:ext>
                  </a:extLst>
                </p:cNvPr>
                <p:cNvSpPr txBox="1"/>
                <p:nvPr/>
              </p:nvSpPr>
              <p:spPr>
                <a:xfrm>
                  <a:off x="3579789" y="1526596"/>
                  <a:ext cx="2984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9215370-76D3-9D69-9F96-EF0F0CA63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9789" y="1526596"/>
                  <a:ext cx="29841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8367" r="-4082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926F3DB-C1C2-260F-EA35-40D5BEEBE5C4}"/>
                    </a:ext>
                  </a:extLst>
                </p:cNvPr>
                <p:cNvSpPr txBox="1"/>
                <p:nvPr/>
              </p:nvSpPr>
              <p:spPr>
                <a:xfrm>
                  <a:off x="4760439" y="1526596"/>
                  <a:ext cx="3037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926F3DB-C1C2-260F-EA35-40D5BEEBE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0439" y="1526596"/>
                  <a:ext cx="30373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000" r="-400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77D1278-EBC8-51ED-EFA8-7408A16E05CC}"/>
                    </a:ext>
                  </a:extLst>
                </p:cNvPr>
                <p:cNvSpPr txBox="1"/>
                <p:nvPr/>
              </p:nvSpPr>
              <p:spPr>
                <a:xfrm>
                  <a:off x="5934765" y="1526596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77D1278-EBC8-51ED-EFA8-7408A16E0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4765" y="1526596"/>
                  <a:ext cx="53745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227" r="-340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71E22BF-8E03-A85D-51BB-EA679AA763C4}"/>
                    </a:ext>
                  </a:extLst>
                </p:cNvPr>
                <p:cNvSpPr txBox="1"/>
                <p:nvPr/>
              </p:nvSpPr>
              <p:spPr>
                <a:xfrm>
                  <a:off x="5342686" y="1521969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71E22BF-8E03-A85D-51BB-EA679AA76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686" y="1521969"/>
                  <a:ext cx="2500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3CA11DA-2079-D6A2-7A5A-3273724EF319}"/>
                    </a:ext>
                  </a:extLst>
                </p:cNvPr>
                <p:cNvSpPr txBox="1"/>
                <p:nvPr/>
              </p:nvSpPr>
              <p:spPr>
                <a:xfrm>
                  <a:off x="8901797" y="1526868"/>
                  <a:ext cx="250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3CA11DA-2079-D6A2-7A5A-3273724EF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797" y="1526868"/>
                  <a:ext cx="25006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17" r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88AE91DC-8FD3-F7EE-1A80-1F5BCB1121FE}"/>
                </a:ext>
              </a:extLst>
            </p:cNvPr>
            <p:cNvSpPr/>
            <p:nvPr/>
          </p:nvSpPr>
          <p:spPr>
            <a:xfrm>
              <a:off x="7290977" y="2125993"/>
              <a:ext cx="198033" cy="1980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037E039-279A-15CF-9B62-E0FF3776B558}"/>
                </a:ext>
              </a:extLst>
            </p:cNvPr>
            <p:cNvCxnSpPr>
              <a:cxnSpLocks/>
            </p:cNvCxnSpPr>
            <p:nvPr/>
          </p:nvCxnSpPr>
          <p:spPr>
            <a:xfrm>
              <a:off x="7389993" y="2337738"/>
              <a:ext cx="0" cy="292276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F587758-31E9-D3D5-6E41-EE310DE475D0}"/>
                    </a:ext>
                  </a:extLst>
                </p:cNvPr>
                <p:cNvSpPr txBox="1"/>
                <p:nvPr/>
              </p:nvSpPr>
              <p:spPr>
                <a:xfrm>
                  <a:off x="7756713" y="1823021"/>
                  <a:ext cx="3604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F587758-31E9-D3D5-6E41-EE310DE47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713" y="1823021"/>
                  <a:ext cx="36047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8EA7C1C-E4E6-D153-D06F-1B299749690B}"/>
                    </a:ext>
                  </a:extLst>
                </p:cNvPr>
                <p:cNvSpPr txBox="1"/>
                <p:nvPr/>
              </p:nvSpPr>
              <p:spPr>
                <a:xfrm>
                  <a:off x="7205309" y="1814969"/>
                  <a:ext cx="3868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8EA7C1C-E4E6-D153-D06F-1B2997496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5309" y="1814969"/>
                  <a:ext cx="3868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4127A4A-4BE1-6145-8158-C3604320542C}"/>
                </a:ext>
              </a:extLst>
            </p:cNvPr>
            <p:cNvSpPr/>
            <p:nvPr/>
          </p:nvSpPr>
          <p:spPr>
            <a:xfrm>
              <a:off x="1263360" y="2128121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2748F2B-20C9-A949-CC54-C240A348B3EB}"/>
                </a:ext>
              </a:extLst>
            </p:cNvPr>
            <p:cNvSpPr/>
            <p:nvPr/>
          </p:nvSpPr>
          <p:spPr>
            <a:xfrm>
              <a:off x="2464166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73B1E2B-A2B1-7BC2-1936-051FB58B4908}"/>
                </a:ext>
              </a:extLst>
            </p:cNvPr>
            <p:cNvSpPr/>
            <p:nvPr/>
          </p:nvSpPr>
          <p:spPr>
            <a:xfrm>
              <a:off x="3662826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3069087-B294-4B56-06E3-6CDEB3550E3E}"/>
                </a:ext>
              </a:extLst>
            </p:cNvPr>
            <p:cNvSpPr/>
            <p:nvPr/>
          </p:nvSpPr>
          <p:spPr>
            <a:xfrm>
              <a:off x="4853084" y="2128120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647D0EE2-3F42-FDA8-50CB-E2E567A409BE}"/>
                </a:ext>
              </a:extLst>
            </p:cNvPr>
            <p:cNvSpPr/>
            <p:nvPr/>
          </p:nvSpPr>
          <p:spPr>
            <a:xfrm>
              <a:off x="6057656" y="2128116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7058C64-BF99-3BA4-0AE3-51FD8A02E368}"/>
                </a:ext>
              </a:extLst>
            </p:cNvPr>
            <p:cNvSpPr/>
            <p:nvPr/>
          </p:nvSpPr>
          <p:spPr>
            <a:xfrm>
              <a:off x="8404702" y="2128118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B362FD8-EAC9-ECDB-D3BD-F94DABB04F80}"/>
                </a:ext>
              </a:extLst>
            </p:cNvPr>
            <p:cNvSpPr/>
            <p:nvPr/>
          </p:nvSpPr>
          <p:spPr>
            <a:xfrm>
              <a:off x="9554709" y="212811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0A39EC36-C467-5836-A731-9669521BBE7C}"/>
                </a:ext>
              </a:extLst>
            </p:cNvPr>
            <p:cNvSpPr/>
            <p:nvPr/>
          </p:nvSpPr>
          <p:spPr>
            <a:xfrm>
              <a:off x="10717416" y="2128117"/>
              <a:ext cx="198033" cy="19803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3A1F25D-79BC-EE29-AC9A-E2BC41138B91}"/>
                    </a:ext>
                  </a:extLst>
                </p:cNvPr>
                <p:cNvSpPr txBox="1"/>
                <p:nvPr/>
              </p:nvSpPr>
              <p:spPr>
                <a:xfrm>
                  <a:off x="7114466" y="1525933"/>
                  <a:ext cx="3178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3A1F25D-79BC-EE29-AC9A-E2BC41138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466" y="1525933"/>
                  <a:ext cx="31784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5385" r="-1923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6CED99C-0CC9-BB80-3BBB-16D7C93DFBAC}"/>
                    </a:ext>
                  </a:extLst>
                </p:cNvPr>
                <p:cNvSpPr txBox="1"/>
                <p:nvPr/>
              </p:nvSpPr>
              <p:spPr>
                <a:xfrm>
                  <a:off x="8169983" y="1543282"/>
                  <a:ext cx="5374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6CED99C-0CC9-BB80-3BBB-16D7C93DF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983" y="1543282"/>
                  <a:ext cx="53745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9091" r="-3409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55F4240F-4B7F-8A8E-8567-8E86221D522D}"/>
                </a:ext>
              </a:extLst>
            </p:cNvPr>
            <p:cNvCxnSpPr>
              <a:cxnSpLocks/>
            </p:cNvCxnSpPr>
            <p:nvPr/>
          </p:nvCxnSpPr>
          <p:spPr>
            <a:xfrm>
              <a:off x="7052553" y="2576743"/>
              <a:ext cx="190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1CDF6AB-9BD6-99E2-1211-C98605A8F5A1}"/>
                    </a:ext>
                  </a:extLst>
                </p:cNvPr>
                <p:cNvSpPr txBox="1"/>
                <p:nvPr/>
              </p:nvSpPr>
              <p:spPr>
                <a:xfrm>
                  <a:off x="7071838" y="2556318"/>
                  <a:ext cx="18299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1CDF6AB-9BD6-99E2-1211-C98605A8F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1838" y="2556318"/>
                  <a:ext cx="1829959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066080FB-F3E8-BF30-C50F-F28C94A0A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1752" y="2224466"/>
              <a:ext cx="877867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331B8CB-F40E-CDC5-CFC9-3B0DF4571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9719" y="2576743"/>
              <a:ext cx="19359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73BBA640-CFB7-97AE-A4D7-2074EF9BD5DB}"/>
              </a:ext>
            </a:extLst>
          </p:cNvPr>
          <p:cNvSpPr txBox="1"/>
          <p:nvPr/>
        </p:nvSpPr>
        <p:spPr>
          <a:xfrm>
            <a:off x="7807572" y="4652588"/>
            <a:ext cx="2294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两原子坐标耦合项</a:t>
            </a:r>
            <a:endParaRPr lang="zh-CN" altLang="en-US" sz="16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DBF0E2E-545B-650F-EB51-AC7453B347DD}"/>
              </a:ext>
            </a:extLst>
          </p:cNvPr>
          <p:cNvSpPr txBox="1"/>
          <p:nvPr/>
        </p:nvSpPr>
        <p:spPr>
          <a:xfrm>
            <a:off x="8379619" y="5984845"/>
            <a:ext cx="3086786" cy="7150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不同原子的位移自由度</a:t>
            </a:r>
            <a:endParaRPr lang="en-US" altLang="zh-CN" dirty="0"/>
          </a:p>
          <a:p>
            <a:pPr algn="ctr"/>
            <a:r>
              <a:rPr lang="zh-CN" altLang="zh-CN" dirty="0"/>
              <a:t>在哈密顿量中是相互耦合的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39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78CF-B74E-603A-D985-8DB9DF4A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6E4F0D0-F7E4-C2FC-19E1-4A11466E752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2494" y="2011680"/>
                <a:ext cx="10243185" cy="484632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l-GR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23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zh-CN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l-GR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l-GR" altLang="zh-CN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b>
                              <m:eqArr>
                                <m:eqArr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l-GR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l-GR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sub>
                          </m:sSub>
                        </m:e>
                      </m:nary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23"/>
                                </m:rP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23"/>
                                </m:rP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l-GR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23"/>
                                </m:rP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23"/>
                                </m:rP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6E4F0D0-F7E4-C2FC-19E1-4A11466E7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2494" y="2011680"/>
                <a:ext cx="10243185" cy="48463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CCC4B21-6AF8-860E-A67E-0146782E5C8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3" name="标题 3">
            <a:extLst>
              <a:ext uri="{FF2B5EF4-FFF2-40B4-BE49-F238E27FC236}">
                <a16:creationId xmlns:a16="http://schemas.microsoft.com/office/drawing/2014/main" id="{3FDC591F-9EE3-9712-A879-A4D582F9A4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更一般地，简谐近似下的三维晶格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7D8F0-9C67-0E82-FD97-EB1AD84B3F2E}"/>
                  </a:ext>
                </a:extLst>
              </p:cNvPr>
              <p:cNvSpPr txBox="1"/>
              <p:nvPr/>
            </p:nvSpPr>
            <p:spPr>
              <a:xfrm>
                <a:off x="5777943" y="3588068"/>
                <a:ext cx="5271058" cy="408623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4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为三个正交坐标方向，例如笛卡尔坐标轴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097D8F0-9C67-0E82-FD97-EB1AD84B3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943" y="3588068"/>
                <a:ext cx="5271058" cy="408623"/>
              </a:xfrm>
              <a:prstGeom prst="roundRect">
                <a:avLst/>
              </a:prstGeom>
              <a:blipFill>
                <a:blip r:embed="rId3"/>
                <a:stretch>
                  <a:fillRect t="-7246" b="-11594"/>
                </a:stretch>
              </a:blipFill>
              <a:ln w="12700">
                <a:solidFill>
                  <a:schemeClr val="accent4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EDFD3F4D-483B-438D-A4C0-FAE34FDDD5B5}"/>
              </a:ext>
            </a:extLst>
          </p:cNvPr>
          <p:cNvSpPr txBox="1"/>
          <p:nvPr/>
        </p:nvSpPr>
        <p:spPr>
          <a:xfrm>
            <a:off x="4490693" y="5031701"/>
            <a:ext cx="3086786" cy="7150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不同原子的位移自由度</a:t>
            </a:r>
            <a:endParaRPr lang="en-US" altLang="zh-CN" dirty="0"/>
          </a:p>
          <a:p>
            <a:pPr algn="ctr"/>
            <a:r>
              <a:rPr lang="zh-CN" altLang="zh-CN" dirty="0"/>
              <a:t>在哈密顿量中是相互耦合的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954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0F0EA-6A91-BE06-D710-A5516F80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AD6E37A-7443-2A95-8632-3F223B4D5D5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2494" y="2049780"/>
                <a:ext cx="10243185" cy="480822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还是以一维单原子链为例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nary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若</a:t>
                </a:r>
                <a:r>
                  <a:rPr lang="zh-CN" altLang="en-US" sz="2000" dirty="0"/>
                  <a:t>能解耦势能项，则含有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⋯,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的方程可解耦为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个仅含有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的独立方程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/>
                  <a:t>则体系简化为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个独立的谐振子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AD6E37A-7443-2A95-8632-3F223B4D5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2494" y="2049780"/>
                <a:ext cx="10243185" cy="4808220"/>
              </a:xfrm>
              <a:blipFill>
                <a:blip r:embed="rId2"/>
                <a:stretch>
                  <a:fillRect l="-655" t="-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1C168E4-0C92-36FF-1D0A-7A76E9D5CB4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3" name="标题 3">
            <a:extLst>
              <a:ext uri="{FF2B5EF4-FFF2-40B4-BE49-F238E27FC236}">
                <a16:creationId xmlns:a16="http://schemas.microsoft.com/office/drawing/2014/main" id="{E61FC36E-6F5D-0928-00EA-0D1931CA61F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势能项解耦合，广义坐标</a:t>
            </a:r>
          </a:p>
        </p:txBody>
      </p:sp>
    </p:spTree>
    <p:extLst>
      <p:ext uri="{BB962C8B-B14F-4D97-AF65-F5344CB8AC3E}">
        <p14:creationId xmlns:p14="http://schemas.microsoft.com/office/powerpoint/2010/main" val="35952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17D8-6C57-CEFC-98A6-7A3436C7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D33AB9A-B5B2-6F61-42A0-6A77DEB622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912494" y="1526595"/>
                <a:ext cx="10243185" cy="53314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构造</a:t>
                </a:r>
                <a:r>
                  <a:rPr lang="en-US" altLang="zh-CN" sz="2000" dirty="0"/>
                  <a:t>Normal coordinates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𝑖𝑞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可理解为①原子坐标的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质量加权组合</a:t>
                </a:r>
                <a:r>
                  <a:rPr lang="zh-CN" altLang="en-US" sz="2000" dirty="0"/>
                  <a:t>，复相位的引入满足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                  ②原子坐标的傅里叶变换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/>
                  <a:t>N</a:t>
                </a:r>
                <a:r>
                  <a:rPr lang="zh-CN" altLang="en-US" sz="2000" dirty="0"/>
                  <a:t>个经典坐标变换为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个广义坐标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可得到变换后的哈密顿量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  <m:sup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其中势能项系数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需要进行矩阵求解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D33AB9A-B5B2-6F61-42A0-6A77DEB62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12494" y="1526595"/>
                <a:ext cx="10243185" cy="5331405"/>
              </a:xfrm>
              <a:blipFill>
                <a:blip r:embed="rId2"/>
                <a:stretch>
                  <a:fillRect l="-655" t="-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5181327-8156-43E7-98A3-09BF3C4F15B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3" name="标题 3">
            <a:extLst>
              <a:ext uri="{FF2B5EF4-FFF2-40B4-BE49-F238E27FC236}">
                <a16:creationId xmlns:a16="http://schemas.microsoft.com/office/drawing/2014/main" id="{9BF9ADFA-91C6-B63E-5F25-BF67E62CD6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势能项解耦合，广义坐标</a:t>
            </a:r>
          </a:p>
        </p:txBody>
      </p:sp>
    </p:spTree>
    <p:extLst>
      <p:ext uri="{BB962C8B-B14F-4D97-AF65-F5344CB8AC3E}">
        <p14:creationId xmlns:p14="http://schemas.microsoft.com/office/powerpoint/2010/main" val="90426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80C7012A-13BF-2EA4-76E9-9A22199C36A0}"/>
              </a:ext>
            </a:extLst>
          </p:cNvPr>
          <p:cNvSpPr/>
          <p:nvPr/>
        </p:nvSpPr>
        <p:spPr>
          <a:xfrm>
            <a:off x="3878580" y="3807271"/>
            <a:ext cx="4450080" cy="1572449"/>
          </a:xfrm>
          <a:prstGeom prst="round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89BEA68-BAE6-6896-490C-FDC01387A85C}"/>
              </a:ext>
            </a:extLst>
          </p:cNvPr>
          <p:cNvSpPr/>
          <p:nvPr/>
        </p:nvSpPr>
        <p:spPr>
          <a:xfrm>
            <a:off x="2517913" y="2144494"/>
            <a:ext cx="7156174" cy="602962"/>
          </a:xfrm>
          <a:prstGeom prst="round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0DB37-228D-0CAD-9999-FF462AD8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三维晶体振动模式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F7C4F0-7645-33B7-5E21-A65C4B87E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考虑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三维复式格子，一个原胞中有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个原子</a:t>
                </a:r>
                <a:r>
                  <a:rPr lang="zh-CN" altLang="en-US" sz="2000" dirty="0"/>
                  <a:t>，共</a:t>
                </a:r>
                <a:r>
                  <a:rPr lang="en-US" altLang="zh-CN" sz="2000" dirty="0"/>
                  <a:t>N=N</a:t>
                </a:r>
                <a:r>
                  <a:rPr lang="en-US" altLang="zh-CN" sz="2000" baseline="-25000" dirty="0"/>
                  <a:t>1</a:t>
                </a:r>
                <a:r>
                  <a:rPr lang="en-US" altLang="zh-CN" sz="2000" dirty="0"/>
                  <a:t>N</a:t>
                </a:r>
                <a:r>
                  <a:rPr lang="en-US" altLang="zh-CN" sz="2000" baseline="-25000" dirty="0"/>
                  <a:t>2</a:t>
                </a:r>
                <a:r>
                  <a:rPr lang="en-US" altLang="zh-CN" sz="2000" dirty="0"/>
                  <a:t>N</a:t>
                </a:r>
                <a:r>
                  <a:rPr lang="en-US" altLang="zh-CN" sz="2000" baseline="-25000" dirty="0"/>
                  <a:t>3</a:t>
                </a:r>
                <a:r>
                  <a:rPr lang="zh-CN" altLang="en-US" sz="2000" dirty="0"/>
                  <a:t>个原胞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 marL="0" indent="0" algn="ctr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dirty="0"/>
                  <a:t>：布拉维格矢，</a:t>
                </a:r>
                <a14:m>
                  <m:oMath xmlns:m="http://schemas.openxmlformats.org/officeDocument/2006/math">
                    <m:r>
                      <a:rPr lang="el-GR" altLang="zh-CN" sz="20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00" dirty="0"/>
                  <a:t>：原胞中的第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00" dirty="0"/>
                  <a:t>个原子，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：笛卡尔分量</a:t>
                </a:r>
                <a:r>
                  <a:rPr lang="en-US" altLang="zh-CN" sz="2000" dirty="0" err="1"/>
                  <a:t>xyz</a:t>
                </a:r>
                <a:endParaRPr lang="en-US" altLang="zh-CN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原子位移为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  <m:sup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000" dirty="0"/>
                  <a:t>，质量为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l-GR" altLang="zh-CN" sz="20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定义</a:t>
                </a:r>
                <a:r>
                  <a:rPr lang="en-US" altLang="zh-CN" sz="2000" dirty="0"/>
                  <a:t>3nN</a:t>
                </a:r>
                <a:r>
                  <a:rPr lang="zh-CN" altLang="en-US" sz="2000" dirty="0"/>
                  <a:t>维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力常数矩阵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l-GR" altLang="zh-CN" sz="20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sSup>
                            <m:sSupPr>
                              <m:ctrlPr>
                                <a:rPr lang="el-GR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000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l-GR" altLang="zh-CN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l-GR" altLang="zh-CN" sz="2000" b="0" i="1" smtClean="0">
                              <a:latin typeface="Cambria Math" panose="02040503050406030204" pitchFamily="18" charset="0"/>
                            </a:rPr>
                            <m:t>𝛼𝛽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l-GR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l-G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l-G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l-G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l-GR" sz="2000" b="0" i="1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zh-CN" altLang="el-GR" sz="20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sub>
                                    <m:sup>
                                      <m: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</m:d>
                                  <m:r>
                                    <a:rPr lang="zh-CN" altLang="el-GR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l-GR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altLang="zh-CN" sz="2000" i="1">
                                              <a:latin typeface="Cambria Math" panose="02040503050406030204" pitchFamily="18" charset="0"/>
                                            </a:rPr>
                                            <m:t>𝜅</m:t>
                                          </m:r>
                                        </m:e>
                                        <m:sup>
                                          <m:r>
                                            <a:rPr lang="el-GR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l-GR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  <m:sup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牛顿方程</a:t>
                </a:r>
                <a:endParaRPr lang="en-US" altLang="zh-CN" sz="20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̈"/>
                              <m:ctrlP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l-GR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  <m:sup>
                          <m:r>
                            <a:rPr lang="el-GR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sSup>
                                <m:sSupPr>
                                  <m:ctrlPr>
                                    <a:rPr lang="el-GR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l-GR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l-GR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zh-CN" sz="20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F7C4F0-7645-33B7-5E21-A65C4B87E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  <a:blipFill>
                <a:blip r:embed="rId2"/>
                <a:stretch>
                  <a:fillRect l="-522" t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72C85DB-BE15-2B57-BCB3-7C8030F83E10}"/>
              </a:ext>
            </a:extLst>
          </p:cNvPr>
          <p:cNvSpPr txBox="1"/>
          <p:nvPr/>
        </p:nvSpPr>
        <p:spPr>
          <a:xfrm>
            <a:off x="8328660" y="439902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能量对两个原子平衡位置求偏导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7C35B7A-AC6D-AF7A-5640-C3AB5CDC3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34693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8A7B3A-1447-3BB9-9CF0-1B9607BE1088}"/>
                  </a:ext>
                </a:extLst>
              </p:cNvPr>
              <p:cNvSpPr txBox="1"/>
              <p:nvPr/>
            </p:nvSpPr>
            <p:spPr>
              <a:xfrm>
                <a:off x="8772884" y="5990648"/>
                <a:ext cx="2723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所有</m:t>
                    </m:r>
                  </m:oMath>
                </a14:m>
                <a:r>
                  <a:rPr lang="zh-CN" altLang="en-US" dirty="0">
                    <a:solidFill>
                      <a:schemeClr val="accent1"/>
                    </a:solidFill>
                  </a:rPr>
                  <a:t>原子坐标耦合在一起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8A7B3A-1447-3BB9-9CF0-1B9607BE1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884" y="5990648"/>
                <a:ext cx="2723823" cy="369332"/>
              </a:xfrm>
              <a:prstGeom prst="rect">
                <a:avLst/>
              </a:prstGeom>
              <a:blipFill>
                <a:blip r:embed="rId3"/>
                <a:stretch>
                  <a:fillRect l="-671" t="-15000" r="-895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34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67EA-7935-C5B0-C1AF-A7FC8D47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DF894-DF97-BA39-CFFE-20DEC07E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极化矢量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FAD36F-ADB5-FD38-7271-FC2BB48FB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晶体原胞中含有多个原子，集体振动中含有原胞内各原子之间的相对运动，仅对经典坐标做傅里叶变化，不足以消除势能耦合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构造广义坐标时，还需要引入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极化矢量（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polarization vector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  <m:sup>
                        <m: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d>
                      <m:d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sub>
                            <m:sup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反变换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l-GR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代入哈密顿量</a:t>
                </a:r>
                <a:endParaRPr lang="en-US" altLang="zh-CN" sz="2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FAD36F-ADB5-FD38-7271-FC2BB48FB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  <a:blipFill>
                <a:blip r:embed="rId2"/>
                <a:stretch>
                  <a:fillRect l="-522" t="-698" b="-3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8AFB319-EF86-AB37-E3B9-3CF6001F4AE7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A9A12FC2-30BF-6568-EBBB-0B3ACE509847}"/>
              </a:ext>
            </a:extLst>
          </p:cNvPr>
          <p:cNvSpPr txBox="1"/>
          <p:nvPr/>
        </p:nvSpPr>
        <p:spPr>
          <a:xfrm>
            <a:off x="5349240" y="3283562"/>
            <a:ext cx="468000" cy="1152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50"/>
                </a:solidFill>
              </a:rPr>
              <a:t>质量加权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5DACAB-40EC-01DD-3CB3-59A3B53D1053}"/>
              </a:ext>
            </a:extLst>
          </p:cNvPr>
          <p:cNvSpPr txBox="1"/>
          <p:nvPr/>
        </p:nvSpPr>
        <p:spPr>
          <a:xfrm>
            <a:off x="6210300" y="3283562"/>
            <a:ext cx="468000" cy="1152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极化矢量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7D6829-2891-1002-2C30-D76A8CF5231D}"/>
              </a:ext>
            </a:extLst>
          </p:cNvPr>
          <p:cNvSpPr txBox="1"/>
          <p:nvPr/>
        </p:nvSpPr>
        <p:spPr>
          <a:xfrm>
            <a:off x="7803682" y="3283562"/>
            <a:ext cx="468000" cy="1152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600" dirty="0">
                <a:solidFill>
                  <a:srgbClr val="0070C0"/>
                </a:solidFill>
              </a:rPr>
              <a:t>相位因子</a:t>
            </a:r>
          </a:p>
        </p:txBody>
      </p:sp>
    </p:spTree>
    <p:extLst>
      <p:ext uri="{BB962C8B-B14F-4D97-AF65-F5344CB8AC3E}">
        <p14:creationId xmlns:p14="http://schemas.microsoft.com/office/powerpoint/2010/main" val="309239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01C4-6A79-1E87-FFCF-0D6974E2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EA7FA-6E65-EEE0-BE5C-3BB8E3BE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动力学方程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74755E-FA21-A3A2-32E7-ECCE03B08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未知量为 ①极化矢量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𝜅𝛼</m:t>
                        </m:r>
                      </m:sub>
                      <m:sup>
                        <m:r>
                          <m:rPr>
                            <m:brk m:alnAt="7"/>
                          </m:rPr>
                          <a:rPr lang="en-US" altLang="zh-CN" sz="20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bSup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</a:rPr>
                  <a:t> ②极化矢量的振动频率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动力学方程问题变为矩阵本征值问题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l-GR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l-G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l-G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其中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动力学矩阵元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𝜅</m:t>
                          </m:r>
                          <m:sSup>
                            <m:sSupPr>
                              <m:ctrl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𝛼𝛽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l-GR" altLang="zh-CN" sz="2000" i="1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e>
                                    <m:sup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l-GR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sSup>
                                <m:sSupPr>
                                  <m:ctrl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l-GR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r>
                                        <a:rPr lang="el-GR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l-GR" altLang="zh-CN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sz="2000" b="1" i="1"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l-GR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altLang="zh-CN" sz="2000" i="1">
                                              <a:latin typeface="Cambria Math" panose="02040503050406030204" pitchFamily="18" charset="0"/>
                                            </a:rPr>
                                            <m:t>𝜅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极化矢量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000" b="1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是动力学矩阵的本征矢振动模式，</a:t>
                </a:r>
                <a:r>
                  <a:rPr lang="en-US" altLang="zh-CN" sz="2000" dirty="0">
                    <a:solidFill>
                      <a:srgbClr val="FF0000"/>
                    </a:solidFill>
                    <a:highlight>
                      <a:srgbClr val="FFFF00"/>
                    </a:highlight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是它的本征频率</a:t>
                </a:r>
                <a:endParaRPr lang="en-US" altLang="zh-CN" sz="20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对于每一个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zh-CN" altLang="en-US" sz="2000" dirty="0"/>
                  <a:t>为</a:t>
                </a:r>
                <a:r>
                  <a:rPr lang="en-US" altLang="zh-CN" sz="2000" dirty="0"/>
                  <a:t>3n</a:t>
                </a:r>
                <a:r>
                  <a:rPr lang="zh-CN" altLang="en-US" sz="2000" dirty="0"/>
                  <a:t>维矩阵（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是原胞中原子数目）</a:t>
                </a:r>
                <a:endParaRPr lang="en-US" altLang="zh-CN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所以对于每一个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/>
                  <a:t>，都有</a:t>
                </a:r>
                <a:r>
                  <a:rPr lang="en-US" altLang="zh-CN" sz="2000" dirty="0"/>
                  <a:t>3n</a:t>
                </a:r>
                <a:r>
                  <a:rPr lang="zh-CN" altLang="en-US" sz="2000" dirty="0"/>
                  <a:t>组解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m:rPr>
                                <m:brk m:alnAt="7"/>
                              </m:rPr>
                              <a:rPr lang="el-GR" altLang="zh-CN" sz="200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altLang="zh-CN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74755E-FA21-A3A2-32E7-ECCE03B08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940"/>
                <a:ext cx="10515600" cy="5234940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725E251-CD5D-1AE9-2339-B925199D5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4435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669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858C4C-5924-D4D1-D004-641369607DD6}"/>
              </a:ext>
            </a:extLst>
          </p:cNvPr>
          <p:cNvSpPr/>
          <p:nvPr/>
        </p:nvSpPr>
        <p:spPr>
          <a:xfrm>
            <a:off x="3173896" y="3429000"/>
            <a:ext cx="5844208" cy="1865243"/>
          </a:xfrm>
          <a:prstGeom prst="round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D5E105-C988-46F7-32BC-09EB1626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zh-CN" altLang="en-US" dirty="0"/>
              <a:t>总结：简正坐标的构造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5E6B16-130A-570A-59A1-6055A30FF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6466"/>
                <a:ext cx="10515600" cy="520640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  <m:sup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2000" dirty="0"/>
                  <a:t>：布拉维格矢为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dirty="0"/>
                  <a:t>的原胞的第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00" dirty="0"/>
                  <a:t>个原子在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方向上的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位移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𝜅𝛼</m:t>
                        </m:r>
                      </m:sub>
                      <m:sup>
                        <m:r>
                          <m:rPr>
                            <m:brk m:alnAt="7"/>
                          </m:rPr>
                          <a:rPr lang="en-US" altLang="zh-CN" sz="20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bSup>
                  </m:oMath>
                </a14:m>
                <a:r>
                  <a:rPr lang="zh-CN" altLang="en-US" sz="2000" dirty="0"/>
                  <a:t>：波矢为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/>
                  <a:t>的第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CN" altLang="en-US" sz="2000" dirty="0"/>
                  <a:t>支格波在第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00" dirty="0"/>
                  <a:t>个原子的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方向上的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振动方向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/>
                  <a:t>：波矢为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/>
                  <a:t>的第</a:t>
                </a:r>
                <a14:m>
                  <m:oMath xmlns:m="http://schemas.openxmlformats.org/officeDocument/2006/math"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CN" altLang="en-US" sz="2000" dirty="0"/>
                  <a:t>支格波的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振动频率</a:t>
                </a:r>
                <a:endParaRPr 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/>
                  <a:t>：波矢为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/>
                  <a:t>的第</a:t>
                </a:r>
                <a14:m>
                  <m:oMath xmlns:m="http://schemas.openxmlformats.org/officeDocument/2006/math">
                    <m:r>
                      <a:rPr lang="el-GR" altLang="zh-CN" sz="2000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CN" altLang="en-US" sz="2000" dirty="0"/>
                  <a:t>支格波的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振幅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波矢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数量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布拉维格矢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数量，</m:t>
                    </m:r>
                    <m:r>
                      <m:rPr>
                        <m:nor/>
                      </m:rPr>
                      <a:rPr lang="zh-CN" altLang="en-US" sz="2000" i="0" dirty="0"/>
                      <m:t>格波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数量</m:t>
                    </m:r>
                    <m:r>
                      <a:rPr lang="el-GR" altLang="zh-CN" sz="20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𝜅𝛼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m:rPr>
                                  <m:brk m:alnAt="7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</m:e>
                          </m:rad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𝜅𝛼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m:rPr>
                                  <m:brk m:alnAt="7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l-GR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检查自由度是否一致：</a:t>
                </a:r>
                <a:endParaRPr lang="en-US" altLang="zh-CN" sz="2000" dirty="0"/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l-GR" altLang="zh-CN" sz="1600" i="1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  <m:sup>
                        <m:r>
                          <a:rPr lang="el-GR" altLang="zh-CN" sz="16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1600" dirty="0"/>
                  <a:t>自由度：</a:t>
                </a:r>
                <a:r>
                  <a:rPr lang="zh-CN" altLang="en-US" sz="1600" dirty="0">
                    <a:solidFill>
                      <a:srgbClr val="00B050"/>
                    </a:solidFill>
                  </a:rPr>
                  <a:t>三维空间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x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个格点 </a:t>
                </a:r>
                <a:r>
                  <a:rPr lang="en-US" altLang="zh-CN" sz="1600" dirty="0"/>
                  <a:t>x </a:t>
                </a:r>
                <a:r>
                  <a:rPr lang="zh-CN" altLang="en-US" sz="1600" dirty="0">
                    <a:solidFill>
                      <a:srgbClr val="0070C0"/>
                    </a:solidFill>
                  </a:rPr>
                  <a:t>每个格点</a:t>
                </a:r>
                <a:r>
                  <a:rPr lang="en-US" altLang="zh-CN" sz="1600" dirty="0">
                    <a:solidFill>
                      <a:srgbClr val="0070C0"/>
                    </a:solidFill>
                  </a:rPr>
                  <a:t>n</a:t>
                </a:r>
                <a:r>
                  <a:rPr lang="zh-CN" altLang="en-US" sz="1600" dirty="0">
                    <a:solidFill>
                      <a:srgbClr val="0070C0"/>
                    </a:solidFill>
                  </a:rPr>
                  <a:t>个原子 </a:t>
                </a:r>
                <a:r>
                  <a:rPr lang="en-US" altLang="zh-CN" sz="1600" dirty="0"/>
                  <a:t>= </a:t>
                </a:r>
                <a:r>
                  <a:rPr lang="zh-CN" altLang="en-US" sz="1600" b="1" dirty="0"/>
                  <a:t>空间自由度 </a:t>
                </a:r>
                <a:r>
                  <a:rPr lang="en-US" altLang="zh-CN" sz="1600" b="1" dirty="0"/>
                  <a:t>3nN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1600" dirty="0"/>
                  <a:t>自由度：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个格点（波矢数量与格矢数量相同）</a:t>
                </a:r>
                <a:r>
                  <a:rPr lang="en-US" altLang="zh-CN" sz="1600" dirty="0"/>
                  <a:t>x </a:t>
                </a:r>
                <a:r>
                  <a:rPr lang="zh-CN" altLang="en-US" sz="1600" dirty="0">
                    <a:solidFill>
                      <a:srgbClr val="0070C0"/>
                    </a:solidFill>
                  </a:rPr>
                  <a:t>每个波矢</a:t>
                </a:r>
                <a:r>
                  <a:rPr lang="en-US" altLang="zh-CN" sz="1600" dirty="0">
                    <a:solidFill>
                      <a:srgbClr val="0070C0"/>
                    </a:solidFill>
                  </a:rPr>
                  <a:t>3n</a:t>
                </a:r>
                <a:r>
                  <a:rPr lang="zh-CN" altLang="en-US" sz="1600" dirty="0">
                    <a:solidFill>
                      <a:srgbClr val="0070C0"/>
                    </a:solidFill>
                  </a:rPr>
                  <a:t>只格波 </a:t>
                </a:r>
                <a:r>
                  <a:rPr lang="en-US" altLang="zh-CN" sz="1600" dirty="0"/>
                  <a:t>= </a:t>
                </a:r>
                <a:r>
                  <a:rPr lang="zh-CN" altLang="en-US" sz="1600" b="1" dirty="0"/>
                  <a:t>空间自由度 </a:t>
                </a:r>
                <a:r>
                  <a:rPr lang="en-US" altLang="zh-CN" sz="1600" b="1" dirty="0"/>
                  <a:t>3nN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5E6B16-130A-570A-59A1-6055A30FF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6466"/>
                <a:ext cx="10515600" cy="5206408"/>
              </a:xfrm>
              <a:blipFill>
                <a:blip r:embed="rId2"/>
                <a:stretch>
                  <a:fillRect l="-522" t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5D5BBD9-4CC6-CB2E-5700-CF2D4F6D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516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71147-216A-9A55-5052-DFC2C0A2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6A3FF-A353-0AE2-78FB-1742A7AF0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zh-CN" altLang="en-US" dirty="0"/>
              <a:t>总结：简正坐标的构造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6D137A-5279-72E4-3053-C80D38AB5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6466"/>
                <a:ext cx="10515600" cy="520640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𝜅𝛼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m:rPr>
                                  <m:brk m:alnAt="7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</m:e>
                          </m:rad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l-GR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sub>
                            <m:sup>
                              <m:r>
                                <a:rPr lang="el-GR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b="1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m:rPr>
                              <m:brk m:alnAt="7"/>
                            </m:rP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𝜅𝛼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m:rPr>
                                  <m:brk m:alnAt="7"/>
                                </m:rP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l-GR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𝜅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zh-CN" sz="2000" dirty="0"/>
                  <a:t>Look familiar? </a:t>
                </a:r>
                <a:r>
                  <a:rPr lang="zh-CN" altLang="en-US" sz="2000" dirty="0"/>
                  <a:t>晶格倒易空间与实空间关系式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原子坐标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l-GR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 描述某个实空间点上的位移大小与方向（矢量）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简正坐标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 描述某个倒空间点（波矢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）上的“位移大小”（波动振幅）（标量）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具体“位移方向” 由对应的极化矢量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描述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6D137A-5279-72E4-3053-C80D38AB5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6466"/>
                <a:ext cx="10515600" cy="5206408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A976CE7-9D0C-6852-0700-5EAB8E7BA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966C5E3-8B1C-65A0-F1DE-BD6A05283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886" y="1570572"/>
            <a:ext cx="2193921" cy="29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0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AB10-D904-92BC-845D-D8EC9192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90C64B-D5A3-62DC-76B9-BF7FF14C5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80218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自由度总数守恒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𝑁𝑛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“原胞 </a:t>
                </a:r>
                <a:r>
                  <a:rPr lang="en-US" altLang="zh-CN" sz="2000" dirty="0"/>
                  <a:t>× </a:t>
                </a:r>
                <a:r>
                  <a:rPr lang="zh-CN" altLang="en-US" sz="2000" dirty="0"/>
                  <a:t>原子 </a:t>
                </a:r>
                <a:r>
                  <a:rPr lang="en-US" altLang="zh-CN" sz="2000" dirty="0"/>
                  <a:t>× </a:t>
                </a:r>
                <a:r>
                  <a:rPr lang="zh-CN" altLang="en-US" sz="2000" dirty="0"/>
                  <a:t>方向 ”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</a:t>
                </a:r>
                <a:r>
                  <a:rPr lang="zh-CN" altLang="en-US" sz="2000" dirty="0"/>
                  <a:t>“波矢 </a:t>
                </a:r>
                <a:r>
                  <a:rPr lang="en-US" altLang="zh-CN" sz="2000" dirty="0"/>
                  <a:t>× </a:t>
                </a:r>
                <a:r>
                  <a:rPr lang="zh-CN" altLang="en-US" sz="2000" dirty="0"/>
                  <a:t>模式”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latin typeface="+mn-ea"/>
                  </a:rPr>
                  <a:t>每个振动模式都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</a:rPr>
                  <a:t>同时控制</a:t>
                </a:r>
                <a:r>
                  <a:rPr lang="zh-CN" altLang="en-US" sz="2000" dirty="0">
                    <a:latin typeface="+mn-ea"/>
                  </a:rPr>
                  <a:t>所有原胞中</a:t>
                </a:r>
                <a:r>
                  <a:rPr lang="en-US" altLang="zh-CN" sz="2000" dirty="0">
                    <a:latin typeface="+mn-ea"/>
                  </a:rPr>
                  <a:t>n</a:t>
                </a:r>
                <a:r>
                  <a:rPr lang="zh-CN" altLang="en-US" sz="2000" dirty="0">
                    <a:latin typeface="+mn-ea"/>
                  </a:rPr>
                  <a:t>个原子在</a:t>
                </a:r>
                <a:r>
                  <a:rPr lang="en-US" altLang="zh-CN" sz="2000" dirty="0">
                    <a:latin typeface="+mn-ea"/>
                  </a:rPr>
                  <a:t>3</a:t>
                </a:r>
                <a:r>
                  <a:rPr lang="zh-CN" altLang="en-US" sz="2000" dirty="0">
                    <a:latin typeface="+mn-ea"/>
                  </a:rPr>
                  <a:t>个方向上的耦合运动</a:t>
                </a: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latin typeface="+mn-ea"/>
                  </a:rPr>
                  <a:t>因此</a:t>
                </a:r>
                <a:r>
                  <a:rPr lang="en-US" altLang="zh-CN" sz="2000" dirty="0">
                    <a:latin typeface="+mn-ea"/>
                  </a:rPr>
                  <a:t>3</a:t>
                </a:r>
                <a:r>
                  <a:rPr lang="zh-CN" altLang="en-US" sz="2000" dirty="0">
                    <a:latin typeface="+mn-ea"/>
                  </a:rPr>
                  <a:t>与</a:t>
                </a:r>
                <a:r>
                  <a:rPr lang="en-US" altLang="zh-CN" sz="2000" dirty="0">
                    <a:latin typeface="+mn-ea"/>
                  </a:rPr>
                  <a:t>n</a:t>
                </a:r>
                <a:r>
                  <a:rPr lang="zh-CN" altLang="en-US" sz="2000" dirty="0">
                    <a:latin typeface="+mn-ea"/>
                  </a:rPr>
                  <a:t>不再分离，而是融合为一个总的内部自由度维数</a:t>
                </a:r>
                <a:r>
                  <a:rPr lang="en-US" altLang="zh-CN" sz="2000" dirty="0">
                    <a:latin typeface="+mn-ea"/>
                  </a:rPr>
                  <a:t>3n</a:t>
                </a:r>
                <a:endParaRPr lang="en-US" sz="2000" dirty="0">
                  <a:latin typeface="+mn-ea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90C64B-D5A3-62DC-76B9-BF7FF14C5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802186"/>
              </a:xfrm>
              <a:blipFill>
                <a:blip r:embed="rId2"/>
                <a:stretch>
                  <a:fillRect l="-522" t="-1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F2E82C6-DC3D-3643-A6A9-39CF8CD113A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480B4E3-B166-18E1-4C7D-EA984A718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7236610"/>
                  </p:ext>
                </p:extLst>
              </p:nvPr>
            </p:nvGraphicFramePr>
            <p:xfrm>
              <a:off x="2032000" y="2677398"/>
              <a:ext cx="8128000" cy="2017703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89958081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419753894"/>
                        </a:ext>
                      </a:extLst>
                    </a:gridCol>
                  </a:tblGrid>
                  <a:tr h="450000"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>
                              <a:solidFill>
                                <a:schemeClr val="bg1"/>
                              </a:solidFill>
                            </a:rPr>
                            <a:t>原子坐标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l-GR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sub>
                              </m:sSub>
                            </m:oMath>
                          </a14:m>
                          <a:endParaRPr lang="zh-CN" alt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简</a:t>
                          </a:r>
                          <a:r>
                            <a:rPr lang="zh-CN" altLang="en-US" sz="1800" dirty="0">
                              <a:solidFill>
                                <a:schemeClr val="bg1"/>
                              </a:solidFill>
                            </a:rPr>
                            <a:t>正坐标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>
                              <a:solidFill>
                                <a:schemeClr val="bg1"/>
                              </a:solidFill>
                            </a:rPr>
                            <a:t>，极化矢量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oMath>
                          </a14:m>
                          <a:endParaRPr lang="zh-CN" alt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9973833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原胞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800" b="1" smtClean="0">
                                  <a:latin typeface="Cambria Math" panose="02040503050406030204" pitchFamily="18" charset="0"/>
                                </a:rPr>
                                <m:t>位置</m:t>
                              </m:r>
                              <m:r>
                                <a:rPr lang="en-US" altLang="zh-CN" sz="1800" b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zh-CN" altLang="en-US" sz="1800" dirty="0"/>
                            <a:t>：局域位置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波矢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brk m:alnAt="7"/>
                                </m:rPr>
                                <a:rPr lang="en-US" altLang="zh-CN" sz="1800" b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r>
                            <a:rPr lang="zh-CN" altLang="en-US" sz="1800" dirty="0"/>
                            <a:t>：空间周期性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8856033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原胞中原子编号</a:t>
                          </a:r>
                          <a14:m>
                            <m:oMath xmlns:m="http://schemas.openxmlformats.org/officeDocument/2006/math">
                              <m:r>
                                <a:rPr lang="el-GR" altLang="zh-CN" sz="1800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oMath>
                          </a14:m>
                          <a:r>
                            <a:rPr lang="zh-CN" altLang="en-US" sz="1800" dirty="0"/>
                            <a:t>：不同原子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模式编号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brk m:alnAt="7"/>
                                </m:rPr>
                                <a:rPr lang="el-GR" altLang="zh-CN" sz="1800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oMath>
                          </a14:m>
                          <a:r>
                            <a:rPr lang="zh-CN" altLang="en-US" sz="1800" dirty="0"/>
                            <a:t>：不同振动模式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4815838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位移方向𝛼 </a:t>
                          </a:r>
                          <a:r>
                            <a:rPr lang="en-US" altLang="zh-CN" sz="1800" dirty="0"/>
                            <a:t>= </a:t>
                          </a:r>
                          <a:r>
                            <a:rPr lang="zh-CN" altLang="en-US" sz="1800" dirty="0"/>
                            <a:t>𝑥</a:t>
                          </a:r>
                          <a:r>
                            <a:rPr lang="en-US" altLang="zh-CN" sz="1800" dirty="0"/>
                            <a:t>,</a:t>
                          </a:r>
                          <a:r>
                            <a:rPr lang="zh-CN" altLang="en-US" sz="1800" dirty="0"/>
                            <a:t>𝑦</a:t>
                          </a:r>
                          <a:r>
                            <a:rPr lang="en-US" altLang="zh-CN" sz="1800" dirty="0"/>
                            <a:t>,</a:t>
                          </a:r>
                          <a:r>
                            <a:rPr lang="zh-CN" altLang="en-US" sz="1800" dirty="0"/>
                            <a:t>𝑧：笛卡尔分量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       已内含在</a:t>
                          </a:r>
                          <a14:m>
                            <m:oMath xmlns:m="http://schemas.openxmlformats.org/officeDocument/2006/math">
                              <m:r>
                                <a:rPr kumimoji="0" lang="zh-CN" altLang="en-US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振动模式</m:t>
                              </m:r>
                              <m:sSub>
                                <m:sSubPr>
                                  <m:ctrlPr>
                                    <a:rPr lang="en-US" altLang="zh-CN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l-GR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dirty="0"/>
                            <a:t>中</a:t>
                          </a:r>
                          <a:endParaRPr lang="en-US" altLang="zh-CN" sz="1800" dirty="0"/>
                        </a:p>
                        <a:p>
                          <a:r>
                            <a:rPr lang="zh-CN" altLang="en-US" sz="1800" dirty="0"/>
                            <a:t>（每个模式有自己本征的振动方向）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56866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0480B4E3-B166-18E1-4C7D-EA984A718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7236610"/>
                  </p:ext>
                </p:extLst>
              </p:nvPr>
            </p:nvGraphicFramePr>
            <p:xfrm>
              <a:off x="2032000" y="2677398"/>
              <a:ext cx="8128000" cy="2017703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899580813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419753894"/>
                        </a:ext>
                      </a:extLst>
                    </a:gridCol>
                  </a:tblGrid>
                  <a:tr h="45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4054" r="-100150" b="-364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4054" r="-150" b="-36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973833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104054" r="-100150" b="-264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104054" r="-150" b="-26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8856033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" t="-204054" r="-100150" b="-164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204054" r="-150" b="-16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4815838"/>
                      </a:ext>
                    </a:extLst>
                  </a:tr>
                  <a:tr h="667703">
                    <a:tc>
                      <a:txBody>
                        <a:bodyPr/>
                        <a:lstStyle/>
                        <a:p>
                          <a:r>
                            <a:rPr lang="zh-CN" altLang="en-US" sz="1800" dirty="0"/>
                            <a:t>位移方向𝛼 </a:t>
                          </a:r>
                          <a:r>
                            <a:rPr lang="en-US" altLang="zh-CN" sz="1800" dirty="0"/>
                            <a:t>= </a:t>
                          </a:r>
                          <a:r>
                            <a:rPr lang="zh-CN" altLang="en-US" sz="1800" dirty="0"/>
                            <a:t>𝑥</a:t>
                          </a:r>
                          <a:r>
                            <a:rPr lang="en-US" altLang="zh-CN" sz="1800" dirty="0"/>
                            <a:t>,</a:t>
                          </a:r>
                          <a:r>
                            <a:rPr lang="zh-CN" altLang="en-US" sz="1800" dirty="0"/>
                            <a:t>𝑦</a:t>
                          </a:r>
                          <a:r>
                            <a:rPr lang="en-US" altLang="zh-CN" sz="1800" dirty="0"/>
                            <a:t>,</a:t>
                          </a:r>
                          <a:r>
                            <a:rPr lang="zh-CN" altLang="en-US" sz="1800" dirty="0"/>
                            <a:t>𝑧：笛卡尔分量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150" t="-204545" r="-150" b="-1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6866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1">
                <a:extLst>
                  <a:ext uri="{FF2B5EF4-FFF2-40B4-BE49-F238E27FC236}">
                    <a16:creationId xmlns:a16="http://schemas.microsoft.com/office/drawing/2014/main" id="{8942B358-10E2-490E-0449-103E42BDAC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5125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dirty="0"/>
                  <a:t>的自由度为何不是一一对应？</a:t>
                </a:r>
              </a:p>
            </p:txBody>
          </p:sp>
        </mc:Choice>
        <mc:Fallback xmlns="">
          <p:sp>
            <p:nvSpPr>
              <p:cNvPr id="4" name="标题 1">
                <a:extLst>
                  <a:ext uri="{FF2B5EF4-FFF2-40B4-BE49-F238E27FC236}">
                    <a16:creationId xmlns:a16="http://schemas.microsoft.com/office/drawing/2014/main" id="{8942B358-10E2-490E-0449-103E42BDA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5125"/>
                <a:ext cx="10515600" cy="1325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圆角右 4">
            <a:extLst>
              <a:ext uri="{FF2B5EF4-FFF2-40B4-BE49-F238E27FC236}">
                <a16:creationId xmlns:a16="http://schemas.microsoft.com/office/drawing/2014/main" id="{A5793D6F-5E00-AB56-3ED4-3FE2C20CED6B}"/>
              </a:ext>
            </a:extLst>
          </p:cNvPr>
          <p:cNvSpPr/>
          <p:nvPr/>
        </p:nvSpPr>
        <p:spPr>
          <a:xfrm rot="16200000">
            <a:off x="6273802" y="4063206"/>
            <a:ext cx="228600" cy="2476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21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E988C-2EAC-A9DB-888F-D1A0C865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简正坐标的物理意义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4E1C2-F158-2580-D2E1-4E92AFEFB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4450"/>
            <a:ext cx="10515600" cy="390842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系统的运动状态可由</a:t>
            </a:r>
            <a:r>
              <a:rPr lang="en-US" altLang="zh-CN" sz="2400" dirty="0"/>
              <a:t>3nN</a:t>
            </a:r>
            <a:r>
              <a:rPr lang="zh-CN" altLang="en-US" sz="2400" dirty="0"/>
              <a:t>个</a:t>
            </a:r>
            <a:r>
              <a:rPr lang="zh-CN" altLang="en-US" sz="2400" dirty="0">
                <a:solidFill>
                  <a:srgbClr val="FF0000"/>
                </a:solidFill>
              </a:rPr>
              <a:t>独立的本征模式 </a:t>
            </a:r>
            <a:r>
              <a:rPr lang="en-US" altLang="zh-CN" sz="2400" dirty="0">
                <a:solidFill>
                  <a:srgbClr val="FF0000"/>
                </a:solidFill>
              </a:rPr>
              <a:t>(mode) </a:t>
            </a:r>
            <a:r>
              <a:rPr lang="zh-CN" altLang="en-US" sz="2400" dirty="0"/>
              <a:t>来表述，称为简正模 </a:t>
            </a:r>
            <a:r>
              <a:rPr lang="en-US" altLang="zh-CN" sz="2400" dirty="0"/>
              <a:t>(normal mode)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极化矢量是简正模的振动方向（有时也直接将极化矢量称为简正模）；本征频率是简正模的频率；简正坐标的值是简正模的振幅</a:t>
            </a:r>
            <a:endParaRPr lang="en-US" altLang="zh-CN" sz="240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 dirty="0"/>
              <a:t>每个简正模都是</a:t>
            </a:r>
            <a:r>
              <a:rPr lang="zh-CN" altLang="en-US" sz="2400" dirty="0">
                <a:solidFill>
                  <a:srgbClr val="FF0000"/>
                </a:solidFill>
              </a:rPr>
              <a:t>整个晶体所有原子参与的运动</a:t>
            </a:r>
            <a:endParaRPr lang="en-US" altLang="zh-CN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AAA8FA-9A42-79FA-A598-2E27C2F54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743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7EA4-048F-1193-538B-A4F6C0DD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FA467-17F9-F0EA-95EF-445CD828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晶格振动的量子化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7715C6-527D-A63C-B0BC-DA53C694C0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3939"/>
                <a:ext cx="10515600" cy="50638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我们已经展示如何求解格波的简正模，由极化矢量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CN" sz="20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m:rPr>
                            <m:brk m:alnAt="7"/>
                          </m:rPr>
                          <a:rPr lang="el-GR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振幅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/>
                  <a:t>和本征频率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/>
                  <a:t>描述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但格波的能量呢？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经典力学框架下，每个简正模都是独立的谐振子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振幅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l-GR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sub>
                    </m:sSub>
                  </m:oMath>
                </a14:m>
                <a:r>
                  <a:rPr lang="zh-CN" altLang="en-US" sz="2000" dirty="0"/>
                  <a:t>可以连续取值，所以格波的能量也可以连续取值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C7715C6-527D-A63C-B0BC-DA53C694C0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3939"/>
                <a:ext cx="10515600" cy="5063884"/>
              </a:xfrm>
              <a:blipFill>
                <a:blip r:embed="rId2"/>
                <a:stretch>
                  <a:fillRect l="-522" t="-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714DED-4982-6C3E-262C-C42254D8B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066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EA8F-6057-5557-6C81-7DBAA997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0D3E5-B3C4-0FA1-0E55-7DE297AC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晶格振动的量子化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41C240-1291-A2A0-2DBA-BEC29C1E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939"/>
            <a:ext cx="10515600" cy="50638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000" dirty="0"/>
              <a:t>但是！如果格波能量是连续的，无法解释实验现象</a:t>
            </a: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000" dirty="0"/>
              <a:t>（固体热容理论，下节课内容）</a:t>
            </a:r>
            <a:endParaRPr lang="en-US" altLang="zh-CN" sz="20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000" dirty="0"/>
              <a:t>必须将其量子化</a:t>
            </a:r>
            <a:endParaRPr lang="en-US" altLang="zh-CN" sz="20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41B75E9C-FD8E-62C9-959F-BDDEB527B723}"/>
                  </a:ext>
                </a:extLst>
              </p:cNvPr>
              <p:cNvSpPr/>
              <p:nvPr/>
            </p:nvSpPr>
            <p:spPr>
              <a:xfrm>
                <a:off x="1709530" y="3402495"/>
                <a:ext cx="3518452" cy="2743199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经典力学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简正坐标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简正动量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哈密顿量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能量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41B75E9C-FD8E-62C9-959F-BDDEB527B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30" y="3402495"/>
                <a:ext cx="3518452" cy="274319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31A35598-D71E-4852-06BC-189A29B34B9C}"/>
                  </a:ext>
                </a:extLst>
              </p:cNvPr>
              <p:cNvSpPr/>
              <p:nvPr/>
            </p:nvSpPr>
            <p:spPr>
              <a:xfrm>
                <a:off x="6440556" y="3139451"/>
                <a:ext cx="4101549" cy="326928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量子力学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坐标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算符</m:t>
                    </m:r>
                    <m:acc>
                      <m:accPr>
                        <m:chr m:val="̂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zh-CN" i="1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动量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算符</m:t>
                    </m:r>
                    <m:acc>
                      <m:accPr>
                        <m:chr m:val="̂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哈密顿算符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求解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定态方程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得到本征能量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el-GR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l-GR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本征矢</m:t>
                    </m:r>
                    <m:r>
                      <m:rPr>
                        <m:sty m:val="p"/>
                      </m:rPr>
                      <a:rPr lang="el-GR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波函数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31A35598-D71E-4852-06BC-189A29B34B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556" y="3139451"/>
                <a:ext cx="4101549" cy="326928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右 5">
            <a:extLst>
              <a:ext uri="{FF2B5EF4-FFF2-40B4-BE49-F238E27FC236}">
                <a16:creationId xmlns:a16="http://schemas.microsoft.com/office/drawing/2014/main" id="{38F658A7-A12C-AA90-DF92-442DEE932A7B}"/>
              </a:ext>
            </a:extLst>
          </p:cNvPr>
          <p:cNvSpPr/>
          <p:nvPr/>
        </p:nvSpPr>
        <p:spPr>
          <a:xfrm>
            <a:off x="5459896" y="4512365"/>
            <a:ext cx="808382" cy="6493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39E4A5F-D7FC-BDF2-3A32-7F6C74F74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36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D5E98-B905-9201-BB8B-90128E3A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晶格振动的量子化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CAD2FC-D0FB-AD7A-B6BD-56ABDB5BF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3490"/>
                <a:ext cx="10515600" cy="505757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量子化后，前述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简正模与本征频率</a:t>
                </a:r>
                <a:r>
                  <a:rPr lang="zh-CN" altLang="en-US" sz="2000" dirty="0"/>
                  <a:t>求解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不受影响</a:t>
                </a:r>
                <a:r>
                  <a:rPr lang="zh-CN" altLang="en-US" sz="2000" dirty="0"/>
                  <a:t>，依然是经典力学结果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但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格波能量</a:t>
                </a:r>
                <a:r>
                  <a:rPr lang="zh-CN" altLang="en-US" sz="2000" dirty="0"/>
                  <a:t>成为分立值（用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000" dirty="0"/>
                  <a:t>取代前面的下标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m:rPr>
                        <m:brk m:alnAt="7"/>
                      </m:rPr>
                      <a:rPr lang="el-GR" altLang="zh-CN" sz="2000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=0,1,2,…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本征值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代表本征频率为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的格波具有的</a:t>
                </a:r>
                <a:r>
                  <a:rPr lang="zh-CN" altLang="en-US" sz="2000" b="1" dirty="0">
                    <a:solidFill>
                      <a:srgbClr val="0070C0"/>
                    </a:solidFill>
                  </a:rPr>
                  <a:t>一组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量子化</a:t>
                </a:r>
                <a:r>
                  <a:rPr lang="zh-CN" altLang="en-US" sz="2000" dirty="0"/>
                  <a:t>的能量，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量子数为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，能量间隔为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这样的谐振子一共有</a:t>
                </a:r>
                <a:r>
                  <a:rPr lang="en-US" altLang="zh-CN" sz="2000" dirty="0"/>
                  <a:t>3nN</a:t>
                </a:r>
                <a:r>
                  <a:rPr lang="zh-CN" altLang="en-US" sz="2000" dirty="0"/>
                  <a:t>个，称为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声子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容易混淆的一点：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是</a:t>
                </a:r>
                <a:r>
                  <a:rPr lang="zh-CN" altLang="en-US" sz="20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能量量子数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0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不是简正模的振幅！</a:t>
                </a:r>
                <a:endParaRPr lang="en-US" altLang="zh-CN" sz="2000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简正模的振幅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依然可以连续取值</a:t>
                </a:r>
                <a:r>
                  <a:rPr lang="zh-CN" altLang="en-US" sz="2000" dirty="0">
                    <a:solidFill>
                      <a:schemeClr val="tx1"/>
                    </a:solidFill>
                    <a:highlight>
                      <a:srgbClr val="FFFFFF"/>
                    </a:highlight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000">
                        <a:highlight>
                          <a:srgbClr val="FFFFFF"/>
                        </a:highlight>
                      </a:rPr>
                      <m:t>与声子数有关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highlight>
                    <a:srgbClr val="FFFFFF"/>
                  </a:highlight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0CAD2FC-D0FB-AD7A-B6BD-56ABDB5BF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3490"/>
                <a:ext cx="10515600" cy="5057577"/>
              </a:xfrm>
              <a:blipFill>
                <a:blip r:embed="rId2"/>
                <a:stretch>
                  <a:fillRect l="-522" t="-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5472EC-EEB4-E177-A4F5-62576B0C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03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9E470-D49F-2EF9-60BF-F2DB2E4C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声子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6ECB44-B7AF-5ADC-59D3-493B6FF034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声子是晶格振动的量子，是固体原子集体运动状态的激发单元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一种格波（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or,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一种简正模）对应一种声子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声子具有量子化的能量，其零点能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为</m:t>
                    </m:r>
                    <m:f>
                      <m:f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，量子数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，能量间隔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声子具有晶格动量（准动量）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声子具有粒子性，但并不是一种真实的粒子，不能脱离固体而单独存在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具有粒子性质但又不是真实物理实体的概念称为准粒子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(quasi-particle)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，对应的激发单元称为元激发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(elementary excitation)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6ECB44-B7AF-5ADC-59D3-493B6FF034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687C3A-B97A-92EC-4B06-405E8FA64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933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5E9236-4C95-8052-5B46-46523A1B3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745" y="434340"/>
            <a:ext cx="8288510" cy="6219002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C6D7445-4585-A242-739E-2566C3C90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62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F0537D1-A7E4-D176-A39A-BAE3BAE0E65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拓展：为什么声子能量中出现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F0537D1-A7E4-D176-A39A-BAE3BAE0E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3A63C4-BCBE-2860-5B6E-BA9BF2897D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6550"/>
                <a:ext cx="10515600" cy="5092423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波函数为概率波，其模方表示出现的概率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波函数的模方在全空间积分不能发散，否则不具有物理意义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𝑑𝑟</m:t>
                          </m:r>
                          <m:sSup>
                            <m:sSupPr>
                              <m:ctrlP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只有在某些离散能量下，波函数才不发散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通过解微分方程（或用升降算符法），最终得到谐振子分立能量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，此时波函数为</a:t>
                </a:r>
                <a:r>
                  <a:rPr lang="en-US" altLang="zh-CN" sz="2000" dirty="0"/>
                  <a:t>Hermite</a:t>
                </a:r>
                <a:r>
                  <a:rPr lang="zh-CN" altLang="en-US" sz="2000" dirty="0"/>
                  <a:t>多项式形式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其中的</a:t>
                </a:r>
                <a:r>
                  <a:rPr lang="en-US" altLang="zh-CN" sz="2000" dirty="0"/>
                  <a:t>1/2</a:t>
                </a:r>
                <a:r>
                  <a:rPr lang="zh-CN" altLang="en-US" sz="2000" dirty="0"/>
                  <a:t>项是不确定性原理的反映，又称为零点能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感兴趣的同学可以参考</a:t>
                </a:r>
                <a:endParaRPr lang="en-US" altLang="zh-CN" sz="20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zh-CN" sz="2000" dirty="0"/>
                  <a:t>Shankar, </a:t>
                </a:r>
                <a:r>
                  <a:rPr lang="en-US" altLang="zh-CN" sz="2000" i="1" dirty="0"/>
                  <a:t>Principles of Quantum Mechanics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(2nd ed.), Chapter 7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altLang="zh-CN" sz="2000" dirty="0"/>
                  <a:t>Griffiths, </a:t>
                </a:r>
                <a:r>
                  <a:rPr lang="en-US" altLang="zh-CN" sz="2000" i="1" dirty="0"/>
                  <a:t>Introduction to Quantum Mechanics</a:t>
                </a:r>
                <a:r>
                  <a:rPr lang="en-US" altLang="zh-CN" sz="2000" dirty="0"/>
                  <a:t> (3rd ed.), Chapter 2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C3A63C4-BCBE-2860-5B6E-BA9BF2897D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6550"/>
                <a:ext cx="10515600" cy="5092423"/>
              </a:xfrm>
              <a:blipFill>
                <a:blip r:embed="rId3"/>
                <a:stretch>
                  <a:fillRect l="-52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27FF6AC-E7E8-727A-0201-F5BB0E19A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48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006B-A30A-A394-630F-E14AB6F9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“声子”的历史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42895B-5E3C-D033-9562-78153BB5B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1720"/>
            <a:ext cx="10515600" cy="36516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2000" dirty="0"/>
              <a:t>……像前面那样，从单个电子的运动出发进行描述，并引入“声子”这一假想却有时十分方便的概念，就可以对相应的结果作出非常简单而直观的解释。所谓“声子”，就是与弹性波（或声波）相联系的声或热的量子；这些波可用来描述固体中的热运动。……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zh-CN" sz="2000" dirty="0"/>
              <a:t>……正如光和电子的情形一样，我们也可以将声波与某种粒子联系起来，并把这种粒子称为“声子”。这样，对构成这些声波的热振动的研究，就可以转化为对相应“声子”运动的研究。……</a:t>
            </a:r>
            <a:endParaRPr lang="en-US" altLang="zh-CN" sz="2000" dirty="0">
              <a:latin typeface="+mn-ea"/>
            </a:endParaRPr>
          </a:p>
          <a:p>
            <a:pPr marL="0" indent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dirty="0"/>
              <a:t>—— 1932,</a:t>
            </a:r>
            <a:r>
              <a:rPr lang="zh-CN" altLang="en-US" sz="2000" dirty="0"/>
              <a:t> </a:t>
            </a:r>
            <a:r>
              <a:rPr lang="en-US" altLang="zh-CN" sz="2000" dirty="0"/>
              <a:t>“</a:t>
            </a:r>
            <a:r>
              <a:rPr lang="zh-CN" altLang="zh-CN" sz="2000" dirty="0"/>
              <a:t>Wave</a:t>
            </a:r>
            <a:r>
              <a:rPr lang="en-US" altLang="zh-CN" sz="2000" dirty="0"/>
              <a:t> </a:t>
            </a:r>
            <a:r>
              <a:rPr lang="zh-CN" altLang="zh-CN" sz="2000" dirty="0"/>
              <a:t>Mechanics: Elementary Theory</a:t>
            </a:r>
            <a:r>
              <a:rPr lang="en-US" altLang="zh-CN" sz="2000" dirty="0"/>
              <a:t>” 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dirty="0"/>
              <a:t>By Yakov </a:t>
            </a:r>
            <a:r>
              <a:rPr lang="en-US" altLang="zh-CN" sz="2000" dirty="0" err="1"/>
              <a:t>Il'ich</a:t>
            </a:r>
            <a:r>
              <a:rPr lang="en-US" altLang="zh-CN" sz="2000" dirty="0"/>
              <a:t> Frenkel </a:t>
            </a:r>
            <a:r>
              <a:rPr lang="zh-CN" altLang="en-US" sz="2000" dirty="0"/>
              <a:t>雅科夫</a:t>
            </a:r>
            <a:r>
              <a:rPr lang="en-US" altLang="zh-CN" sz="2000" dirty="0"/>
              <a:t>·</a:t>
            </a:r>
            <a:r>
              <a:rPr lang="zh-CN" altLang="en-US" sz="2000" dirty="0"/>
              <a:t>伊利奇</a:t>
            </a:r>
            <a:r>
              <a:rPr lang="en-US" altLang="zh-CN" sz="2000" dirty="0"/>
              <a:t>·</a:t>
            </a:r>
            <a:r>
              <a:rPr lang="zh-CN" altLang="en-US" sz="2000" dirty="0"/>
              <a:t>弗伦克尔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00598F-813E-7C2B-E65E-607F5B91B5CF}"/>
              </a:ext>
            </a:extLst>
          </p:cNvPr>
          <p:cNvSpPr txBox="1"/>
          <p:nvPr/>
        </p:nvSpPr>
        <p:spPr>
          <a:xfrm>
            <a:off x="5221993" y="5972571"/>
            <a:ext cx="613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*雅科夫</a:t>
            </a:r>
            <a:r>
              <a:rPr lang="en-US" altLang="zh-CN" dirty="0"/>
              <a:t>·</a:t>
            </a:r>
            <a:r>
              <a:rPr lang="zh-CN" altLang="en-US" dirty="0"/>
              <a:t>弗伦克尔于</a:t>
            </a:r>
            <a:r>
              <a:rPr lang="en-US" altLang="zh-CN" dirty="0"/>
              <a:t>30</a:t>
            </a:r>
            <a:r>
              <a:rPr lang="zh-CN" altLang="en-US" dirty="0"/>
              <a:t>岁左右撰写了苏联的第一本理论教材</a:t>
            </a:r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50DF53-DCD1-E40F-FDDB-2B5B11BB2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60941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1F5F5ED2-06F9-8A48-A495-32216D501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61" y="426085"/>
            <a:ext cx="1623060" cy="213594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9775D98-653F-C099-9F79-EE0CA0370164}"/>
              </a:ext>
            </a:extLst>
          </p:cNvPr>
          <p:cNvSpPr txBox="1"/>
          <p:nvPr/>
        </p:nvSpPr>
        <p:spPr>
          <a:xfrm>
            <a:off x="163832" y="6341903"/>
            <a:ext cx="8702039" cy="4086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谢梦祥, 任捷. “声子”的诞生[J]. 物理, 2022, 51(12): 855-865. DOI: </a:t>
            </a:r>
            <a:r>
              <a:rPr lang="zh-CN" altLang="zh-CN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3"/>
              </a:rPr>
              <a:t>10.7693/wl20221205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2961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35AD-468F-CAE5-FB83-61B3538D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B441D-EA33-1DD5-DE7E-AF40A0A3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“声子”的历史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C24AB2-F9ED-FF16-4688-C7AC6EF9FFE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847FFB15-A197-F173-F850-70F5E0320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1429639"/>
            <a:ext cx="8321040" cy="399872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E0E6391-DEF8-117C-2ACB-58B232B0F04F}"/>
              </a:ext>
            </a:extLst>
          </p:cNvPr>
          <p:cNvSpPr txBox="1"/>
          <p:nvPr/>
        </p:nvSpPr>
        <p:spPr>
          <a:xfrm>
            <a:off x="1836420" y="5503644"/>
            <a:ext cx="895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chemeClr val="tx1"/>
                </a:solidFill>
                <a:effectLst/>
                <a:latin typeface="+mn-lt"/>
              </a:rPr>
              <a:t>中国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最早记录“声子”词条的51年油印版《物理学名词草案》</a:t>
            </a:r>
            <a:endParaRPr lang="en-US" altLang="zh-CN" dirty="0"/>
          </a:p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(a)《物理学名词草案》封面；(b)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phonon声子词条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(图片由上海图书馆张莹馆员提供)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B95396-DF57-2842-9C4B-0744F09DCAE3}"/>
              </a:ext>
            </a:extLst>
          </p:cNvPr>
          <p:cNvSpPr txBox="1"/>
          <p:nvPr/>
        </p:nvSpPr>
        <p:spPr>
          <a:xfrm>
            <a:off x="163832" y="6341903"/>
            <a:ext cx="8702039" cy="4086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谢梦祥, 任捷. “声子”的诞生[J]. 物理, 2022, 51(12): 855-865. DOI: </a:t>
            </a:r>
            <a:r>
              <a:rPr lang="zh-CN" altLang="zh-CN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3"/>
              </a:rPr>
              <a:t>10.7693/wl20221205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458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7AFE9-B231-C0B7-D4A2-C81375D5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声子的平均能量与平均量子数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585622-A9BE-83BD-6E94-8C872422A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6552"/>
                <a:ext cx="10515600" cy="5133251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根据玻尔兹曼统计，能量为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的粒子出现概率为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𝑘𝑇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考虑一个声子具有多个量子数，量子数为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的声子能量为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/>
                  <a:t>，出现概率为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则第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j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支声子的平均能量为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m:rPr>
                          <m:aln/>
                        </m:rP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𝑘𝑇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𝑘𝑇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nary>
                        </m:den>
                      </m:f>
                    </m:oMath>
                    <m:oMath>
                      <m:r>
                        <m:rPr>
                          <m:aln/>
                        </m:rP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0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平均</m:t>
                    </m:r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量子</m:t>
                    </m:r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数</m:t>
                    </m:r>
                  </m:oMath>
                </a14:m>
                <a:endParaRPr lang="en-US" altLang="zh-CN" sz="20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符合玻色</a:t>
                </a:r>
                <a:r>
                  <a:rPr lang="en-US" altLang="zh-CN" sz="2000" dirty="0"/>
                  <a:t>-</a:t>
                </a:r>
                <a:r>
                  <a:rPr lang="zh-CN" altLang="en-US" sz="2000" dirty="0"/>
                  <a:t>爱因斯坦分布，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声子为玻色子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585622-A9BE-83BD-6E94-8C872422A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6552"/>
                <a:ext cx="10515600" cy="5133251"/>
              </a:xfrm>
              <a:blipFill>
                <a:blip r:embed="rId2"/>
                <a:stretch>
                  <a:fillRect l="-464" t="-5701" b="-2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28E2D68-7CF4-8676-44AF-AA8C37076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837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696B46-D95A-1EA0-4669-61DB49EC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声子的平均能量与平均量子数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1EE919C0-6DCB-E2D7-30CC-64F2C44927A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4552951"/>
                <a:ext cx="5181600" cy="150495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低温下：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𝑘𝑇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acc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𝑘𝑇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1EE919C0-6DCB-E2D7-30CC-64F2C4492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4552951"/>
                <a:ext cx="5181600" cy="1504950"/>
              </a:xfrm>
              <a:blipFill>
                <a:blip r:embed="rId2"/>
                <a:stretch>
                  <a:fillRect l="-1059" t="-3644" b="-17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121B6576-6309-1836-3C61-BADCE94A551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4552951"/>
                <a:ext cx="5181600" cy="1504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高温下：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lang="en-US" sz="2000" i="1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type m:val="lin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ℏ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acc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121B6576-6309-1836-3C61-BADCE94A5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4552951"/>
                <a:ext cx="5181600" cy="1504950"/>
              </a:xfrm>
              <a:blipFill>
                <a:blip r:embed="rId3"/>
                <a:stretch>
                  <a:fillRect l="-1059" t="-3644" b="-6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D37DF65-DB86-1645-24F2-AE509E3A4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4D43B9D-B093-9C3D-EF83-7C3A963A06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90651"/>
                <a:ext cx="10515600" cy="29336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可以看到</a:t>
                </a:r>
                <a:endParaRPr lang="en-US" altLang="zh-CN" sz="20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m:rPr>
                          <m:aln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/>
                  <a:t>也被称为平均“声子数”</a:t>
                </a:r>
                <a:endParaRPr lang="en-US" altLang="zh-CN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zh-CN" sz="2000" dirty="0"/>
                  <a:t>热平衡下</a:t>
                </a:r>
                <a:r>
                  <a:rPr lang="zh-CN" altLang="en-US" sz="2000" dirty="0"/>
                  <a:t>，简正模的振幅平方平均值和平均声子数也有简单关系</a:t>
                </a:r>
                <a:endParaRPr lang="en-US" altLang="zh-CN" sz="2000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44D43B9D-B093-9C3D-EF83-7C3A963A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90651"/>
                <a:ext cx="10515600" cy="2933699"/>
              </a:xfrm>
              <a:prstGeom prst="rect">
                <a:avLst/>
              </a:prstGeom>
              <a:blipFill>
                <a:blip r:embed="rId4"/>
                <a:stretch>
                  <a:fillRect l="-464" t="-3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483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92870" y="1690062"/>
            <a:ext cx="63207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热膨胀</a:t>
            </a:r>
            <a:endParaRPr lang="en-US" altLang="zh-CN" sz="20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342900" indent="-34290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</a:rPr>
              <a:t>在简谐近似下，势能函数对原子间距是对称的（对称的抛物线）</a:t>
            </a:r>
            <a:endParaRPr lang="en-US" altLang="zh-CN" sz="2000" dirty="0">
              <a:latin typeface="Calibri" panose="020F0502020204030204" pitchFamily="34" charset="0"/>
            </a:endParaRPr>
          </a:p>
          <a:p>
            <a:pPr marL="342900" indent="-34290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</a:rPr>
              <a:t>温度升高时，声子平均量子数增加，平均能量增加，原子振动幅度加大；但原子位置的分布依然以原来的平衡位置为中心</a:t>
            </a:r>
            <a:endParaRPr lang="en-US" altLang="zh-CN" sz="2000" dirty="0">
              <a:latin typeface="Calibri" panose="020F0502020204030204" pitchFamily="34" charset="0"/>
            </a:endParaRPr>
          </a:p>
          <a:p>
            <a:pPr marL="342900" indent="-34290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</a:rPr>
              <a:t>即，在简谐近似下，不会发生原子平衡位置的偏移，不会产生热膨胀</a:t>
            </a:r>
            <a:endParaRPr lang="en-US" altLang="zh-CN" sz="2000" dirty="0">
              <a:latin typeface="Calibri" panose="020F0502020204030204" pitchFamily="34" charset="0"/>
            </a:endParaRPr>
          </a:p>
          <a:p>
            <a:pPr marL="342900" indent="-342900" fontAlgn="base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</a:rPr>
              <a:t>只有考虑</a:t>
            </a:r>
            <a:r>
              <a:rPr lang="zh-CN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实际势能曲线的非对称性</a:t>
            </a:r>
            <a:r>
              <a:rPr lang="zh-CN" altLang="en-US" sz="2000" dirty="0">
                <a:latin typeface="Calibri" panose="020F0502020204030204" pitchFamily="34" charset="0"/>
              </a:rPr>
              <a:t>所带来的非简谐效应，才能解释热膨胀现象。      </a:t>
            </a:r>
          </a:p>
        </p:txBody>
      </p:sp>
      <p:pic>
        <p:nvPicPr>
          <p:cNvPr id="9" name="内容占位符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132" y="1484413"/>
            <a:ext cx="4090392" cy="37733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D4FF773-559A-775F-C612-202482CEF5B6}"/>
              </a:ext>
            </a:extLst>
          </p:cNvPr>
          <p:cNvSpPr txBox="1"/>
          <p:nvPr/>
        </p:nvSpPr>
        <p:spPr>
          <a:xfrm>
            <a:off x="1223070" y="5588887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思考：绝对零度下，固体的热膨胀率趋向于多少？</a:t>
            </a:r>
            <a:endParaRPr lang="en-US" sz="2000" dirty="0">
              <a:highlight>
                <a:srgbClr val="FFFF00"/>
              </a:highlight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22B0C5-D4BD-5FA3-2596-DAA1C00FF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8" name="标题 3">
            <a:extLst>
              <a:ext uri="{FF2B5EF4-FFF2-40B4-BE49-F238E27FC236}">
                <a16:creationId xmlns:a16="http://schemas.microsoft.com/office/drawing/2014/main" id="{E6D2161F-82C6-E441-EE8E-89821A6751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非简谐效应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454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DFAD-658F-F77C-A6B5-89865FD3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6BCF7B0-AE1E-3CC9-66DB-CA08F1D3A605}"/>
                  </a:ext>
                </a:extLst>
              </p:cNvPr>
              <p:cNvSpPr/>
              <p:nvPr/>
            </p:nvSpPr>
            <p:spPr>
              <a:xfrm>
                <a:off x="892870" y="1690062"/>
                <a:ext cx="10460930" cy="4624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热传导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固体中温度分布不均，将有热能从高温处流向低温处，这种现象称为热传导，热导率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表征热能的传输效率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固体中的热传导主要由 ①电子的运动（电子热导，主要在金属中）和 ②声子的运动（晶格热导，绝缘体、半导体中）导致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声子的密度分布不均匀，高温处密度大。当样品中存在温度梯度时，声子气体产生平均定向运动，对应能量的扩散。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6BCF7B0-AE1E-3CC9-66DB-CA08F1D3A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70" y="1690062"/>
                <a:ext cx="10460930" cy="4624215"/>
              </a:xfrm>
              <a:prstGeom prst="rect">
                <a:avLst/>
              </a:prstGeom>
              <a:blipFill>
                <a:blip r:embed="rId2"/>
                <a:stretch>
                  <a:fillRect l="-582" t="-1054" r="-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A4ACEA2-C486-0B1C-92FE-46428DD8ABCC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8" name="标题 3">
            <a:extLst>
              <a:ext uri="{FF2B5EF4-FFF2-40B4-BE49-F238E27FC236}">
                <a16:creationId xmlns:a16="http://schemas.microsoft.com/office/drawing/2014/main" id="{8ED2E8FA-9C58-D96D-C513-5538D1F3F11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非简谐效应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894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347B-A8A7-8F37-FB40-A10F4B9A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D72F3AD-72EB-F274-E56C-0DDF434472ED}"/>
                  </a:ext>
                </a:extLst>
              </p:cNvPr>
              <p:cNvSpPr/>
              <p:nvPr/>
            </p:nvSpPr>
            <p:spPr>
              <a:xfrm>
                <a:off x="892870" y="1690062"/>
                <a:ext cx="10460930" cy="4671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热传导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在简谐近似下，不同格波解互相独立，声子间不存在相互碰撞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marL="800100" lvl="1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声子无阻碍地在晶体中运动 → 声子的平均自由程无穷大 → 热导率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</a:rPr>
                  <a:t>无穷大</a:t>
                </a:r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考虑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实际势能中的高次非简谐项</a:t>
                </a:r>
                <a:r>
                  <a:rPr lang="zh-CN" altLang="en-US" sz="2000" dirty="0">
                    <a:latin typeface="Calibri" panose="020F0502020204030204" pitchFamily="34" charset="0"/>
                  </a:rPr>
                  <a:t>，此时简正坐标表示的势能再次出现交叉项，即存在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声子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—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声子相互作用，或称为声子－声子间散射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alibri" panose="020F0502020204030204" pitchFamily="34" charset="0"/>
                  </a:rPr>
                  <a:t>这一散射作用限制了声子的平均自由程，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导致热导率为有限值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latin typeface="Calibri" panose="020F050202020403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</a:rPr>
                  <a:t>为单位体积热容，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</a:rPr>
                  <a:t>为声子平均自由程，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libri" panose="020F0502020204030204" pitchFamily="34" charset="0"/>
                  </a:rPr>
                  <a:t>为声子的速度（简化处理时可取固体中的声速）</a:t>
                </a:r>
              </a:p>
              <a:p>
                <a:pPr fontAlgn="base">
                  <a:spcBef>
                    <a:spcPct val="0"/>
                  </a:spcBef>
                  <a:spcAft>
                    <a:spcPts val="1200"/>
                  </a:spcAft>
                </a:pPr>
                <a:endParaRPr lang="zh-CN" altLang="en-US" sz="2000" dirty="0">
                  <a:latin typeface="Calibri" panose="020F0502020204030204" pitchFamily="34" charset="0"/>
                </a:endParaRPr>
              </a:p>
              <a:p>
                <a:pPr marL="342900" indent="-342900" fontAlgn="base">
                  <a:spcBef>
                    <a:spcPct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zh-CN" altLang="en-US" sz="20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D72F3AD-72EB-F274-E56C-0DDF43447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70" y="1690062"/>
                <a:ext cx="10460930" cy="4671663"/>
              </a:xfrm>
              <a:prstGeom prst="rect">
                <a:avLst/>
              </a:prstGeom>
              <a:blipFill>
                <a:blip r:embed="rId2"/>
                <a:stretch>
                  <a:fillRect l="-524" t="-1043" r="-2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8DC184-8371-968A-B1BA-75AF2998794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8" name="标题 3">
            <a:extLst>
              <a:ext uri="{FF2B5EF4-FFF2-40B4-BE49-F238E27FC236}">
                <a16:creationId xmlns:a16="http://schemas.microsoft.com/office/drawing/2014/main" id="{597B9FE0-BBFC-09E2-6703-3F437C71FEF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非简谐效应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315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" t="1782" r="16743"/>
          <a:stretch>
            <a:fillRect/>
          </a:stretch>
        </p:blipFill>
        <p:spPr bwMode="auto">
          <a:xfrm>
            <a:off x="6600056" y="980728"/>
            <a:ext cx="3540324" cy="400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7527653" y="5435244"/>
            <a:ext cx="2847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dirty="0">
                <a:latin typeface="+mn-ea"/>
              </a:rPr>
              <a:t>晶体</a:t>
            </a:r>
            <a:r>
              <a:rPr kumimoji="1" lang="en-US" altLang="zh-CN" sz="2000" dirty="0" err="1">
                <a:latin typeface="+mn-ea"/>
              </a:rPr>
              <a:t>LiF</a:t>
            </a:r>
            <a:r>
              <a:rPr kumimoji="1" lang="zh-CN" altLang="en-US" sz="2000" dirty="0">
                <a:latin typeface="+mn-ea"/>
              </a:rPr>
              <a:t>热导率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78" y="725824"/>
            <a:ext cx="4528322" cy="4554897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023978" y="5435244"/>
            <a:ext cx="19832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dirty="0">
                <a:latin typeface="+mn-ea"/>
              </a:rPr>
              <a:t>晶体</a:t>
            </a:r>
            <a:r>
              <a:rPr kumimoji="1" lang="en-US" altLang="zh-CN" sz="2000" dirty="0">
                <a:latin typeface="+mn-ea"/>
              </a:rPr>
              <a:t>Si</a:t>
            </a:r>
            <a:r>
              <a:rPr kumimoji="1" lang="zh-CN" altLang="en-US" sz="2000" dirty="0">
                <a:latin typeface="+mn-ea"/>
              </a:rPr>
              <a:t>热导率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F8E41C9-6E86-8645-0626-64295DE34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1C7C985-450C-DB8B-3E31-AE417BBAFA23}"/>
              </a:ext>
            </a:extLst>
          </p:cNvPr>
          <p:cNvSpPr txBox="1"/>
          <p:nvPr/>
        </p:nvSpPr>
        <p:spPr>
          <a:xfrm>
            <a:off x="1705670" y="6036926"/>
            <a:ext cx="5957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思考：绝对零度下，固体的热导率为何也趋向于</a:t>
            </a:r>
            <a:r>
              <a:rPr lang="en-US" altLang="zh-CN" sz="2000" dirty="0">
                <a:highlight>
                  <a:srgbClr val="FFFF00"/>
                </a:highlight>
              </a:rPr>
              <a:t>0</a:t>
            </a:r>
            <a:r>
              <a:rPr lang="zh-CN" altLang="en-US" sz="2000" dirty="0">
                <a:highlight>
                  <a:srgbClr val="FFFF00"/>
                </a:highlight>
              </a:rPr>
              <a:t>？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6841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晶格振动谱（声子谱）的实验测定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中子非弹性散射（</a:t>
                </a:r>
                <a:r>
                  <a:rPr lang="en-US" altLang="zh-CN" sz="2000" b="1" dirty="0"/>
                  <a:t>INS</a:t>
                </a:r>
                <a:r>
                  <a:rPr lang="zh-CN" altLang="en-US" sz="2000" b="1" dirty="0"/>
                  <a:t>）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原理：</a:t>
                </a:r>
                <a:r>
                  <a:rPr lang="zh-CN" altLang="en-US" sz="2000" dirty="0"/>
                  <a:t> 中子与晶格发生非弹性散射，能量差对应声子能量。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特点：</a:t>
                </a:r>
                <a:r>
                  <a:rPr lang="zh-CN" altLang="en-US" sz="2000" dirty="0"/>
                  <a:t> 可直接测得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整个布里渊区的声子色散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zh-CN" altLang="en-US" sz="2000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</m:d>
                  </m:oMath>
                </a14:m>
                <a:r>
                  <a:rPr lang="zh-CN" altLang="en-US" sz="2000" dirty="0"/>
                  <a:t>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优点：</a:t>
                </a:r>
                <a:r>
                  <a:rPr lang="zh-CN" altLang="en-US" sz="2000" dirty="0"/>
                  <a:t> 同时探测声学与光学声子；适用于金属与绝缘体。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局限：</a:t>
                </a:r>
                <a:r>
                  <a:rPr lang="zh-CN" altLang="en-US" sz="2000" dirty="0"/>
                  <a:t> 需大型中子源，样品大（</a:t>
                </a:r>
                <a:r>
                  <a:rPr lang="en-US" altLang="zh-CN" sz="2000" dirty="0"/>
                  <a:t>&gt;1 cm³</a:t>
                </a:r>
                <a:r>
                  <a:rPr lang="zh-CN" altLang="en-US" sz="2000" dirty="0"/>
                  <a:t>），实验复杂。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适用：</a:t>
                </a:r>
                <a:r>
                  <a:rPr lang="zh-CN" altLang="en-US" sz="2000" dirty="0"/>
                  <a:t> 基础研究、大样品单晶、全色散曲线测量。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2A08F4-B98D-FFB9-8163-AF83C898B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57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99856" y="5733257"/>
            <a:ext cx="33201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中国先进研究堆</a:t>
            </a:r>
            <a:r>
              <a:rPr lang="en-US" altLang="zh-CN" sz="2400" dirty="0"/>
              <a:t>(CARR)</a:t>
            </a:r>
          </a:p>
          <a:p>
            <a:r>
              <a:rPr lang="zh-CN" altLang="en-US" sz="2400" dirty="0"/>
              <a:t>中国原子能科学研究院</a:t>
            </a:r>
            <a:endParaRPr lang="en-US" sz="2400" dirty="0"/>
          </a:p>
        </p:txBody>
      </p:sp>
      <p:pic>
        <p:nvPicPr>
          <p:cNvPr id="179202" name="Picture 2" descr="http://www.ihep.cas.cn/xh/cnss/zzsszz/201312/W02013122262605633012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330" y="1844824"/>
            <a:ext cx="9101671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4B9C85-22F6-485E-2961-973138DBD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196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8" name="Picture 2" descr="http://www.ihep.cas.cn/xh/cnss/zzsszz/201405/W02014051234324675776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48680"/>
            <a:ext cx="9199019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4400121" y="5949281"/>
            <a:ext cx="34467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中国绵阳研究堆</a:t>
            </a:r>
            <a:r>
              <a:rPr lang="en-US" altLang="zh-CN" sz="2400" dirty="0"/>
              <a:t>(CMRR)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zh-CN" altLang="en-US" sz="2400" dirty="0"/>
              <a:t>中国工程物理研究院</a:t>
            </a:r>
            <a:endParaRPr 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338DBA-5AC9-700A-9458-FEDBA4670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243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9047-5357-8589-0D0D-8436AD8B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0F28B-7776-B120-B3BF-A890CB2D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晶格振动谱（声子谱）的实验测定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D290C6-9368-40A5-F2EA-7E2257567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27904" cy="487997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拉曼散射（</a:t>
                </a:r>
                <a:r>
                  <a:rPr lang="en-US" altLang="zh-CN" sz="2000" b="1" dirty="0"/>
                  <a:t>Raman Scattering</a:t>
                </a:r>
                <a:r>
                  <a:rPr lang="zh-CN" altLang="en-US" sz="2000" b="1" dirty="0"/>
                  <a:t>）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原理：</a:t>
                </a:r>
                <a:r>
                  <a:rPr lang="zh-CN" altLang="en-US" sz="2000" dirty="0"/>
                  <a:t> 光子与晶格振动的非弹性散射，能量变化反映声子能量。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特点：</a:t>
                </a:r>
                <a:r>
                  <a:rPr lang="zh-CN" altLang="en-US" sz="2000" dirty="0"/>
                  <a:t> 仅测布里渊区中心（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000" dirty="0"/>
                  <a:t>）的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光学声子</a:t>
                </a:r>
                <a:r>
                  <a:rPr lang="zh-CN" altLang="en-US" sz="2000" dirty="0"/>
                  <a:t>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优点：</a:t>
                </a:r>
                <a:r>
                  <a:rPr lang="zh-CN" altLang="en-US" sz="2000" dirty="0"/>
                  <a:t> 装置简便；可微区、原位表征（温度、应力、二维材料等）。</a:t>
                </a:r>
                <a:br>
                  <a:rPr lang="zh-CN" altLang="en-US" sz="2000" dirty="0"/>
                </a:br>
                <a:r>
                  <a:rPr lang="zh-CN" altLang="en-US" sz="2000" b="1" dirty="0"/>
                  <a:t>局限：</a:t>
                </a:r>
                <a:r>
                  <a:rPr lang="zh-CN" altLang="en-US" sz="2000" dirty="0"/>
                  <a:t> 无法获得全布里渊区信息。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适用：</a:t>
                </a:r>
                <a:r>
                  <a:rPr lang="zh-CN" altLang="en-US" sz="2000" dirty="0"/>
                  <a:t> 材料表征、半导体、薄膜、二维晶体。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D290C6-9368-40A5-F2EA-7E2257567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27904" cy="4879975"/>
              </a:xfrm>
              <a:blipFill>
                <a:blip r:embed="rId3"/>
                <a:stretch>
                  <a:fillRect l="-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6595FA44-17E8-F51E-EF34-D39374E6EEB3}"/>
              </a:ext>
            </a:extLst>
          </p:cNvPr>
          <p:cNvSpPr txBox="1"/>
          <p:nvPr/>
        </p:nvSpPr>
        <p:spPr>
          <a:xfrm>
            <a:off x="2271895" y="1550958"/>
            <a:ext cx="3566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实验室最常用声子表征手段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51EC76D-BA09-EC3E-E0D2-DF2015F7B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373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C884-1B65-5E5D-3E57-F4929F28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DAF14-612D-B859-0C4C-B6E92946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晶格振动谱（声子谱）的实验测定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7FE07-6DCE-BAEA-D6CA-0E065DC17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27904" cy="48799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布里渊散射（</a:t>
            </a:r>
            <a:r>
              <a:rPr lang="en-US" altLang="zh-CN" sz="2000" b="1" dirty="0"/>
              <a:t>Brillouin Scattering</a:t>
            </a:r>
            <a:r>
              <a:rPr lang="zh-CN" altLang="en-US" sz="2000" b="1" dirty="0"/>
              <a:t>）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原理：</a:t>
            </a:r>
            <a:r>
              <a:rPr lang="zh-CN" altLang="en-US" sz="2000" dirty="0"/>
              <a:t> 光子与低频</a:t>
            </a:r>
            <a:r>
              <a:rPr lang="zh-CN" altLang="en-US" sz="2000" dirty="0">
                <a:solidFill>
                  <a:srgbClr val="FF0000"/>
                </a:solidFill>
              </a:rPr>
              <a:t>声学声子</a:t>
            </a:r>
            <a:r>
              <a:rPr lang="zh-CN" altLang="en-US" sz="2000" dirty="0"/>
              <a:t>相互作用产生微小频移。</a:t>
            </a:r>
            <a:br>
              <a:rPr lang="zh-CN" altLang="en-US" sz="2000" dirty="0"/>
            </a:br>
            <a:r>
              <a:rPr lang="zh-CN" altLang="en-US" sz="2000" b="1" dirty="0"/>
              <a:t>特点：</a:t>
            </a:r>
            <a:r>
              <a:rPr lang="zh-CN" altLang="en-US" sz="2000" dirty="0"/>
              <a:t> 可测频率范围 </a:t>
            </a:r>
            <a:r>
              <a:rPr lang="en-US" altLang="zh-CN" sz="2000" dirty="0"/>
              <a:t>GHz–THz</a:t>
            </a:r>
            <a:r>
              <a:rPr lang="zh-CN" altLang="en-US" sz="2000" dirty="0"/>
              <a:t>。</a:t>
            </a:r>
            <a:br>
              <a:rPr lang="zh-CN" altLang="en-US" sz="2000" dirty="0"/>
            </a:br>
            <a:r>
              <a:rPr lang="zh-CN" altLang="en-US" sz="2000" b="1" dirty="0"/>
              <a:t>优点：</a:t>
            </a:r>
            <a:r>
              <a:rPr lang="zh-CN" altLang="en-US" sz="2000" dirty="0"/>
              <a:t> 测量声速、弹性常数；非破坏性。</a:t>
            </a:r>
            <a:br>
              <a:rPr lang="zh-CN" altLang="en-US" sz="2000" dirty="0"/>
            </a:br>
            <a:r>
              <a:rPr lang="zh-CN" altLang="en-US" sz="2000" b="1" dirty="0"/>
              <a:t>局限：</a:t>
            </a:r>
            <a:r>
              <a:rPr lang="zh-CN" altLang="en-US" sz="2000" dirty="0"/>
              <a:t> 信号微弱，仅适用于光学透明样品。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适用：</a:t>
            </a:r>
            <a:r>
              <a:rPr lang="zh-CN" altLang="en-US" sz="2000" dirty="0"/>
              <a:t> 弹性模量、光学介质、薄膜结构分析。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9D9323-2E35-93CD-C10D-B4E166C7FCE5}"/>
              </a:ext>
            </a:extLst>
          </p:cNvPr>
          <p:cNvSpPr txBox="1"/>
          <p:nvPr/>
        </p:nvSpPr>
        <p:spPr>
          <a:xfrm>
            <a:off x="2529781" y="1550958"/>
            <a:ext cx="3566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实验室最常用声子表征手段</a:t>
            </a:r>
            <a:r>
              <a:rPr lang="en-US" altLang="zh-CN" sz="2000" dirty="0"/>
              <a:t>2</a:t>
            </a:r>
            <a:endParaRPr lang="zh-CN" altLang="en-US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8AFAFE-89B9-0CB0-6808-23BEAADDC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106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9480-34DA-2D2F-5650-E1ACB17E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4EB4-E6E2-DDC2-3EF5-F3835D15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晶格振动谱（声子谱）的实验测定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C6DD5-BB42-52DE-0668-7ACCA090E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27904" cy="48799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超快光谱与电子衍射（</a:t>
            </a:r>
            <a:r>
              <a:rPr lang="en-US" altLang="zh-CN" sz="2000" b="1" dirty="0"/>
              <a:t>Pump–Probe / UED</a:t>
            </a:r>
            <a:r>
              <a:rPr lang="zh-CN" altLang="en-US" sz="2000" b="1" dirty="0"/>
              <a:t>）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原理：</a:t>
            </a:r>
            <a:r>
              <a:rPr lang="zh-CN" altLang="en-US" sz="2000" dirty="0"/>
              <a:t> 激光泵浦激发声子，探测脉冲实时记录晶格动力学。</a:t>
            </a:r>
            <a:br>
              <a:rPr lang="zh-CN" altLang="en-US" sz="2000" dirty="0"/>
            </a:br>
            <a:r>
              <a:rPr lang="zh-CN" altLang="en-US" sz="2000" b="1" dirty="0"/>
              <a:t>优点：</a:t>
            </a:r>
            <a:r>
              <a:rPr lang="zh-CN" altLang="en-US" sz="2000" dirty="0"/>
              <a:t> 研究</a:t>
            </a:r>
            <a:r>
              <a:rPr lang="zh-CN" altLang="en-US" sz="2000" dirty="0">
                <a:solidFill>
                  <a:srgbClr val="FF0000"/>
                </a:solidFill>
              </a:rPr>
              <a:t>非平衡声子</a:t>
            </a:r>
            <a:r>
              <a:rPr lang="zh-CN" altLang="en-US" sz="2000" dirty="0"/>
              <a:t>与能量弛豫；飞秒时域分辨。</a:t>
            </a:r>
            <a:br>
              <a:rPr lang="zh-CN" altLang="en-US" sz="2000" dirty="0"/>
            </a:br>
            <a:r>
              <a:rPr lang="zh-CN" altLang="en-US" sz="2000" b="1" dirty="0"/>
              <a:t>局限：</a:t>
            </a:r>
            <a:r>
              <a:rPr lang="zh-CN" altLang="en-US" sz="2000" dirty="0"/>
              <a:t> 装置昂贵，数据分析复杂。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b="1" dirty="0"/>
              <a:t>适用：</a:t>
            </a:r>
            <a:r>
              <a:rPr lang="zh-CN" altLang="en-US" sz="2000" dirty="0"/>
              <a:t> 非平衡态声子学、超快过程、光致相变。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AB0A09C-112C-0510-F026-2D740D27F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624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晶格振动的分析力学和量子力学处理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晶格振动的准粒子</a:t>
            </a:r>
            <a:r>
              <a:rPr lang="en-US" altLang="zh-CN" sz="2000" dirty="0"/>
              <a:t>——</a:t>
            </a:r>
            <a:r>
              <a:rPr lang="zh-CN" altLang="en-US" sz="2000" dirty="0"/>
              <a:t>声子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非简谐效应：热膨胀与热导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声子的实验测量方法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zh-CN" altLang="en-US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149B7F7-45E1-3225-8858-CD2E4E02F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2377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9CDC7-D545-514F-3B80-20074315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附录：一维单原子链分析力学推导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81FA03-0B16-2F74-2604-95B9490C84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9700"/>
                <a:ext cx="10515600" cy="52959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简正坐标</a:t>
                </a:r>
                <a:endParaRPr lang="en-US" altLang="zh-CN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𝑖𝑞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𝑖𝑞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势能项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US" altLang="zh-CN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𝑁𝑀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𝑖𝑞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𝑁𝑀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𝑖𝑞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𝑁𝑀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利用一维原子链的平移对称性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，引入相对位置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，势能项进一步化简为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81FA03-0B16-2F74-2604-95B9490C84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9700"/>
                <a:ext cx="10515600" cy="5295900"/>
              </a:xfrm>
              <a:blipFill>
                <a:blip r:embed="rId2"/>
                <a:stretch>
                  <a:fillRect l="-522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7FF4AA-4F76-A36F-10A4-08DE470E1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69533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092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E776-F880-C6B3-8B29-7720C3BC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8ECD6-2279-6B2C-4EC2-8BDF4D35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附录：一维单原子链分析力学推导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76076-4223-119A-A832-C8134060B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9700"/>
                <a:ext cx="10515600" cy="52959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1800" dirty="0">
                    <a:latin typeface="Cambria Math" panose="02040503050406030204" pitchFamily="18" charset="0"/>
                  </a:rPr>
                  <a:t>其中</a:t>
                </a: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再令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则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76076-4223-119A-A832-C8134060B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9700"/>
                <a:ext cx="10515600" cy="5295900"/>
              </a:xfrm>
              <a:blipFill>
                <a:blip r:embed="rId2"/>
                <a:stretch>
                  <a:fillRect l="-522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C38E66C-467A-00CF-8357-9C054468A11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E0383DA-FE9E-2D26-7DF5-71356ED5BB95}"/>
              </a:ext>
            </a:extLst>
          </p:cNvPr>
          <p:cNvSpPr txBox="1"/>
          <p:nvPr/>
        </p:nvSpPr>
        <p:spPr>
          <a:xfrm>
            <a:off x="7604760" y="195834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平面波的正交归一性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967C28-5C09-7E53-6684-4FE947E83C56}"/>
                  </a:ext>
                </a:extLst>
              </p:cNvPr>
              <p:cNvSpPr txBox="1"/>
              <p:nvPr/>
            </p:nvSpPr>
            <p:spPr>
              <a:xfrm>
                <a:off x="7604760" y="3230869"/>
                <a:ext cx="3741420" cy="396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由动力学矩阵的傅里叶变换得出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9967C28-5C09-7E53-6684-4FE947E83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760" y="3230869"/>
                <a:ext cx="3741420" cy="396262"/>
              </a:xfrm>
              <a:prstGeom prst="rect">
                <a:avLst/>
              </a:prstGeom>
              <a:blipFill>
                <a:blip r:embed="rId3"/>
                <a:stretch>
                  <a:fillRect t="-12308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275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70ED-2ECA-9403-C92D-AA4A2648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FDC8D-8D96-DA62-FFA3-CFAF7B7D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附录：一维单原子链分析力学推导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B522F0-213D-1FA4-9846-F56629585E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68500"/>
                <a:ext cx="10515600" cy="47371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动能项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aln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acc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  <m:oMath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nary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B522F0-213D-1FA4-9846-F56629585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68500"/>
                <a:ext cx="10515600" cy="4737100"/>
              </a:xfrm>
              <a:blipFill>
                <a:blip r:embed="rId2"/>
                <a:stretch>
                  <a:fillRect l="-406" t="-1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17DA451-433A-EAF6-3634-72E3424E869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98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2519</TotalTime>
  <Words>5265</Words>
  <Application>Microsoft Office PowerPoint</Application>
  <PresentationFormat>宽屏</PresentationFormat>
  <Paragraphs>454</Paragraphs>
  <Slides>40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黑体</vt:lpstr>
      <vt:lpstr>微软雅黑</vt:lpstr>
      <vt:lpstr>Aptos</vt:lpstr>
      <vt:lpstr>Arial</vt:lpstr>
      <vt:lpstr>Calibri</vt:lpstr>
      <vt:lpstr>Cambria Math</vt:lpstr>
      <vt:lpstr>Wingdings</vt:lpstr>
      <vt:lpstr>Office 2013 - 2022 主题</vt:lpstr>
      <vt:lpstr>固体物理（2班） Solid-State Physics</vt:lpstr>
      <vt:lpstr>第三章 晶格振动</vt:lpstr>
      <vt:lpstr>回顾：一维单原子链的牛顿力学求解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三维晶体振动模式</vt:lpstr>
      <vt:lpstr>极化矢量</vt:lpstr>
      <vt:lpstr>动力学方程</vt:lpstr>
      <vt:lpstr>总结：简正坐标的构造</vt:lpstr>
      <vt:lpstr>总结：简正坐标的构造</vt:lpstr>
      <vt:lpstr>PowerPoint 演示文稿</vt:lpstr>
      <vt:lpstr>简正坐标的物理意义</vt:lpstr>
      <vt:lpstr>晶格振动的量子化</vt:lpstr>
      <vt:lpstr>晶格振动的量子化</vt:lpstr>
      <vt:lpstr>晶格振动的量子化</vt:lpstr>
      <vt:lpstr>声子</vt:lpstr>
      <vt:lpstr>PowerPoint 演示文稿</vt:lpstr>
      <vt:lpstr>拓展：为什么声子能量中出现(n+1∕2)？</vt:lpstr>
      <vt:lpstr>“声子”的历史</vt:lpstr>
      <vt:lpstr>“声子”的历史</vt:lpstr>
      <vt:lpstr>声子的平均能量与平均量子数</vt:lpstr>
      <vt:lpstr>声子的平均能量与平均量子数</vt:lpstr>
      <vt:lpstr>PowerPoint 演示文稿</vt:lpstr>
      <vt:lpstr>PowerPoint 演示文稿</vt:lpstr>
      <vt:lpstr>PowerPoint 演示文稿</vt:lpstr>
      <vt:lpstr>PowerPoint 演示文稿</vt:lpstr>
      <vt:lpstr>晶格振动谱（声子谱）的实验测定</vt:lpstr>
      <vt:lpstr>PowerPoint 演示文稿</vt:lpstr>
      <vt:lpstr>PowerPoint 演示文稿</vt:lpstr>
      <vt:lpstr>晶格振动谱（声子谱）的实验测定</vt:lpstr>
      <vt:lpstr>晶格振动谱（声子谱）的实验测定</vt:lpstr>
      <vt:lpstr>晶格振动谱（声子谱）的实验测定</vt:lpstr>
      <vt:lpstr>本课小结</vt:lpstr>
      <vt:lpstr>附录：一维单原子链分析力学推导</vt:lpstr>
      <vt:lpstr>附录：一维单原子链分析力学推导</vt:lpstr>
      <vt:lpstr>附录：一维单原子链分析力学推导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2026-09-26T05:34:04Z</dcterms:modified>
</cp:coreProperties>
</file>