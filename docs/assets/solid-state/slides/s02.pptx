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61"/>
  </p:notesMasterIdLst>
  <p:sldIdLst>
    <p:sldId id="366" r:id="rId3"/>
    <p:sldId id="261" r:id="rId4"/>
    <p:sldId id="275" r:id="rId5"/>
    <p:sldId id="513" r:id="rId6"/>
    <p:sldId id="289" r:id="rId7"/>
    <p:sldId id="279" r:id="rId8"/>
    <p:sldId id="281" r:id="rId9"/>
    <p:sldId id="290" r:id="rId10"/>
    <p:sldId id="514" r:id="rId11"/>
    <p:sldId id="282" r:id="rId12"/>
    <p:sldId id="472" r:id="rId13"/>
    <p:sldId id="515" r:id="rId14"/>
    <p:sldId id="292" r:id="rId15"/>
    <p:sldId id="469" r:id="rId16"/>
    <p:sldId id="516" r:id="rId17"/>
    <p:sldId id="463" r:id="rId18"/>
    <p:sldId id="462" r:id="rId19"/>
    <p:sldId id="477" r:id="rId20"/>
    <p:sldId id="521" r:id="rId21"/>
    <p:sldId id="470" r:id="rId22"/>
    <p:sldId id="471" r:id="rId23"/>
    <p:sldId id="517" r:id="rId24"/>
    <p:sldId id="518" r:id="rId25"/>
    <p:sldId id="450" r:id="rId26"/>
    <p:sldId id="503" r:id="rId27"/>
    <p:sldId id="504" r:id="rId28"/>
    <p:sldId id="505" r:id="rId29"/>
    <p:sldId id="499" r:id="rId30"/>
    <p:sldId id="522" r:id="rId31"/>
    <p:sldId id="502" r:id="rId32"/>
    <p:sldId id="451" r:id="rId33"/>
    <p:sldId id="506" r:id="rId34"/>
    <p:sldId id="523" r:id="rId35"/>
    <p:sldId id="500" r:id="rId36"/>
    <p:sldId id="473" r:id="rId37"/>
    <p:sldId id="474" r:id="rId38"/>
    <p:sldId id="524" r:id="rId39"/>
    <p:sldId id="525" r:id="rId40"/>
    <p:sldId id="519" r:id="rId41"/>
    <p:sldId id="520" r:id="rId42"/>
    <p:sldId id="475" r:id="rId43"/>
    <p:sldId id="507" r:id="rId44"/>
    <p:sldId id="509" r:id="rId45"/>
    <p:sldId id="510" r:id="rId46"/>
    <p:sldId id="484" r:id="rId47"/>
    <p:sldId id="485" r:id="rId48"/>
    <p:sldId id="486" r:id="rId49"/>
    <p:sldId id="487" r:id="rId50"/>
    <p:sldId id="492" r:id="rId51"/>
    <p:sldId id="493" r:id="rId52"/>
    <p:sldId id="498" r:id="rId53"/>
    <p:sldId id="495" r:id="rId54"/>
    <p:sldId id="345" r:id="rId55"/>
    <p:sldId id="483" r:id="rId56"/>
    <p:sldId id="488" r:id="rId57"/>
    <p:sldId id="348" r:id="rId58"/>
    <p:sldId id="349" r:id="rId59"/>
    <p:sldId id="511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630CF-ECAF-4589-9FDE-5B69F2D2C1E7}" v="1041" dt="2026-09-13T12:45:14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3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undo custSel addSld delSld modSld sldOrd">
      <pc:chgData name="Zhi Wang" userId="7588ea56f58b19c7" providerId="LiveId" clId="{96B72205-E234-467C-A3DC-8BF4882781A8}" dt="2026-09-13T12:45:14.432" v="4962" actId="14100"/>
      <pc:docMkLst>
        <pc:docMk/>
      </pc:docMkLst>
      <pc:sldChg chg="modSp mod">
        <pc:chgData name="Zhi Wang" userId="7588ea56f58b19c7" providerId="LiveId" clId="{96B72205-E234-467C-A3DC-8BF4882781A8}" dt="2026-09-13T12:34:11.520" v="4717" actId="20577"/>
        <pc:sldMkLst>
          <pc:docMk/>
          <pc:sldMk cId="413324664" sldId="261"/>
        </pc:sldMkLst>
        <pc:graphicFrameChg chg="modGraphic">
          <ac:chgData name="Zhi Wang" userId="7588ea56f58b19c7" providerId="LiveId" clId="{96B72205-E234-467C-A3DC-8BF4882781A8}" dt="2026-09-13T12:34:11.520" v="4717" actId="20577"/>
          <ac:graphicFrameMkLst>
            <pc:docMk/>
            <pc:sldMk cId="413324664" sldId="261"/>
            <ac:graphicFrameMk id="3" creationId="{D635F61C-84E9-C80C-7852-9092E070D1A0}"/>
          </ac:graphicFrameMkLst>
        </pc:graphicFrameChg>
      </pc:sldChg>
      <pc:sldChg chg="addSp delSp mod">
        <pc:chgData name="Zhi Wang" userId="7588ea56f58b19c7" providerId="LiveId" clId="{96B72205-E234-467C-A3DC-8BF4882781A8}" dt="2026-09-13T12:34:20.684" v="4719" actId="22"/>
        <pc:sldMkLst>
          <pc:docMk/>
          <pc:sldMk cId="0" sldId="275"/>
        </pc:sldMkLst>
        <pc:graphicFrameChg chg="del">
          <ac:chgData name="Zhi Wang" userId="7588ea56f58b19c7" providerId="LiveId" clId="{96B72205-E234-467C-A3DC-8BF4882781A8}" dt="2026-09-13T12:34:20.335" v="4718" actId="478"/>
          <ac:graphicFrameMkLst>
            <pc:docMk/>
            <pc:sldMk cId="0" sldId="275"/>
            <ac:graphicFrameMk id="6" creationId="{16AAB749-86C8-50B3-AF32-8BB3956EF109}"/>
          </ac:graphicFrameMkLst>
        </pc:graphicFrameChg>
        <pc:graphicFrameChg chg="add">
          <ac:chgData name="Zhi Wang" userId="7588ea56f58b19c7" providerId="LiveId" clId="{96B72205-E234-467C-A3DC-8BF4882781A8}" dt="2026-09-13T12:34:20.684" v="4719" actId="22"/>
          <ac:graphicFrameMkLst>
            <pc:docMk/>
            <pc:sldMk cId="0" sldId="275"/>
            <ac:graphicFrameMk id="7" creationId="{D0DA32CD-6150-D27A-1768-F53890452275}"/>
          </ac:graphicFrameMkLst>
        </pc:graphicFrameChg>
      </pc:sldChg>
      <pc:sldChg chg="addSp delSp mod">
        <pc:chgData name="Zhi Wang" userId="7588ea56f58b19c7" providerId="LiveId" clId="{96B72205-E234-467C-A3DC-8BF4882781A8}" dt="2026-09-13T12:34:28.651" v="4725" actId="22"/>
        <pc:sldMkLst>
          <pc:docMk/>
          <pc:sldMk cId="0" sldId="279"/>
        </pc:sldMkLst>
        <pc:graphicFrameChg chg="del">
          <ac:chgData name="Zhi Wang" userId="7588ea56f58b19c7" providerId="LiveId" clId="{96B72205-E234-467C-A3DC-8BF4882781A8}" dt="2026-09-13T12:34:28.408" v="4724" actId="478"/>
          <ac:graphicFrameMkLst>
            <pc:docMk/>
            <pc:sldMk cId="0" sldId="279"/>
            <ac:graphicFrameMk id="5" creationId="{E8518D3B-B30F-F6BD-1D4F-885BDD2DF9E1}"/>
          </ac:graphicFrameMkLst>
        </pc:graphicFrameChg>
        <pc:graphicFrameChg chg="add">
          <ac:chgData name="Zhi Wang" userId="7588ea56f58b19c7" providerId="LiveId" clId="{96B72205-E234-467C-A3DC-8BF4882781A8}" dt="2026-09-13T12:34:28.651" v="4725" actId="22"/>
          <ac:graphicFrameMkLst>
            <pc:docMk/>
            <pc:sldMk cId="0" sldId="279"/>
            <ac:graphicFrameMk id="6" creationId="{CB72EA16-FD31-CB3C-238F-819E64B9A7E2}"/>
          </ac:graphicFrameMkLst>
        </pc:graphicFrameChg>
      </pc:sldChg>
      <pc:sldChg chg="addSp delSp mod">
        <pc:chgData name="Zhi Wang" userId="7588ea56f58b19c7" providerId="LiveId" clId="{96B72205-E234-467C-A3DC-8BF4882781A8}" dt="2026-09-13T12:34:31.212" v="4727" actId="22"/>
        <pc:sldMkLst>
          <pc:docMk/>
          <pc:sldMk cId="0" sldId="281"/>
        </pc:sldMkLst>
        <pc:graphicFrameChg chg="del">
          <ac:chgData name="Zhi Wang" userId="7588ea56f58b19c7" providerId="LiveId" clId="{96B72205-E234-467C-A3DC-8BF4882781A8}" dt="2026-09-13T12:34:30.976" v="4726" actId="478"/>
          <ac:graphicFrameMkLst>
            <pc:docMk/>
            <pc:sldMk cId="0" sldId="281"/>
            <ac:graphicFrameMk id="4" creationId="{346F2DEC-8E0F-D877-798B-79B38001CB1C}"/>
          </ac:graphicFrameMkLst>
        </pc:graphicFrameChg>
        <pc:graphicFrameChg chg="add">
          <ac:chgData name="Zhi Wang" userId="7588ea56f58b19c7" providerId="LiveId" clId="{96B72205-E234-467C-A3DC-8BF4882781A8}" dt="2026-09-13T12:34:31.212" v="4727" actId="22"/>
          <ac:graphicFrameMkLst>
            <pc:docMk/>
            <pc:sldMk cId="0" sldId="281"/>
            <ac:graphicFrameMk id="6" creationId="{D6EE58C2-DA8A-E07D-B38C-2EEC69D868E2}"/>
          </ac:graphicFrameMkLst>
        </pc:graphicFrameChg>
      </pc:sldChg>
      <pc:sldChg chg="addSp delSp mod">
        <pc:chgData name="Zhi Wang" userId="7588ea56f58b19c7" providerId="LiveId" clId="{96B72205-E234-467C-A3DC-8BF4882781A8}" dt="2026-09-13T12:34:37.256" v="4733" actId="22"/>
        <pc:sldMkLst>
          <pc:docMk/>
          <pc:sldMk cId="0" sldId="282"/>
        </pc:sldMkLst>
        <pc:graphicFrameChg chg="del">
          <ac:chgData name="Zhi Wang" userId="7588ea56f58b19c7" providerId="LiveId" clId="{96B72205-E234-467C-A3DC-8BF4882781A8}" dt="2026-09-13T12:34:37.023" v="4732" actId="478"/>
          <ac:graphicFrameMkLst>
            <pc:docMk/>
            <pc:sldMk cId="0" sldId="282"/>
            <ac:graphicFrameMk id="3" creationId="{5C0E05B6-75C8-456E-D06D-5491AFD2908E}"/>
          </ac:graphicFrameMkLst>
        </pc:graphicFrameChg>
        <pc:graphicFrameChg chg="add">
          <ac:chgData name="Zhi Wang" userId="7588ea56f58b19c7" providerId="LiveId" clId="{96B72205-E234-467C-A3DC-8BF4882781A8}" dt="2026-09-13T12:34:37.256" v="4733" actId="22"/>
          <ac:graphicFrameMkLst>
            <pc:docMk/>
            <pc:sldMk cId="0" sldId="282"/>
            <ac:graphicFrameMk id="7" creationId="{635207F4-F091-2ACC-F56D-23DD5AE3D49F}"/>
          </ac:graphicFrameMkLst>
        </pc:graphicFrameChg>
      </pc:sldChg>
      <pc:sldChg chg="addSp delSp mod">
        <pc:chgData name="Zhi Wang" userId="7588ea56f58b19c7" providerId="LiveId" clId="{96B72205-E234-467C-A3DC-8BF4882781A8}" dt="2026-09-13T12:34:26.132" v="4723" actId="22"/>
        <pc:sldMkLst>
          <pc:docMk/>
          <pc:sldMk cId="0" sldId="289"/>
        </pc:sldMkLst>
        <pc:graphicFrameChg chg="del">
          <ac:chgData name="Zhi Wang" userId="7588ea56f58b19c7" providerId="LiveId" clId="{96B72205-E234-467C-A3DC-8BF4882781A8}" dt="2026-09-13T12:34:25.902" v="4722" actId="478"/>
          <ac:graphicFrameMkLst>
            <pc:docMk/>
            <pc:sldMk cId="0" sldId="289"/>
            <ac:graphicFrameMk id="5" creationId="{2CD9AA9B-C29C-4641-B734-3888D49F9631}"/>
          </ac:graphicFrameMkLst>
        </pc:graphicFrameChg>
        <pc:graphicFrameChg chg="add">
          <ac:chgData name="Zhi Wang" userId="7588ea56f58b19c7" providerId="LiveId" clId="{96B72205-E234-467C-A3DC-8BF4882781A8}" dt="2026-09-13T12:34:26.132" v="4723" actId="22"/>
          <ac:graphicFrameMkLst>
            <pc:docMk/>
            <pc:sldMk cId="0" sldId="289"/>
            <ac:graphicFrameMk id="6" creationId="{2C65E8C9-05D8-2163-748D-4AFD4EC54174}"/>
          </ac:graphicFrameMkLst>
        </pc:graphicFrameChg>
      </pc:sldChg>
      <pc:sldChg chg="addSp delSp mod">
        <pc:chgData name="Zhi Wang" userId="7588ea56f58b19c7" providerId="LiveId" clId="{96B72205-E234-467C-A3DC-8BF4882781A8}" dt="2026-09-13T12:34:33.302" v="4729" actId="22"/>
        <pc:sldMkLst>
          <pc:docMk/>
          <pc:sldMk cId="0" sldId="290"/>
        </pc:sldMkLst>
        <pc:graphicFrameChg chg="del">
          <ac:chgData name="Zhi Wang" userId="7588ea56f58b19c7" providerId="LiveId" clId="{96B72205-E234-467C-A3DC-8BF4882781A8}" dt="2026-09-13T12:34:33.058" v="4728" actId="478"/>
          <ac:graphicFrameMkLst>
            <pc:docMk/>
            <pc:sldMk cId="0" sldId="290"/>
            <ac:graphicFrameMk id="5" creationId="{450F3C8E-11B3-49FF-1E30-ED084DD012BB}"/>
          </ac:graphicFrameMkLst>
        </pc:graphicFrameChg>
        <pc:graphicFrameChg chg="add">
          <ac:chgData name="Zhi Wang" userId="7588ea56f58b19c7" providerId="LiveId" clId="{96B72205-E234-467C-A3DC-8BF4882781A8}" dt="2026-09-13T12:34:33.302" v="4729" actId="22"/>
          <ac:graphicFrameMkLst>
            <pc:docMk/>
            <pc:sldMk cId="0" sldId="290"/>
            <ac:graphicFrameMk id="6" creationId="{4243BF8A-7E10-3851-20BE-F0BED4A68DF2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4:42.948" v="4739" actId="22"/>
        <pc:sldMkLst>
          <pc:docMk/>
          <pc:sldMk cId="1872588407" sldId="292"/>
        </pc:sldMkLst>
        <pc:spChg chg="mod">
          <ac:chgData name="Zhi Wang" userId="7588ea56f58b19c7" providerId="LiveId" clId="{96B72205-E234-467C-A3DC-8BF4882781A8}" dt="2026-09-13T10:05:44.936" v="1335" actId="14838"/>
          <ac:spMkLst>
            <pc:docMk/>
            <pc:sldMk cId="1872588407" sldId="292"/>
            <ac:spMk id="2" creationId="{7A694023-2813-CCE3-975A-DD9AC6D9DAF9}"/>
          </ac:spMkLst>
        </pc:spChg>
        <pc:spChg chg="mod">
          <ac:chgData name="Zhi Wang" userId="7588ea56f58b19c7" providerId="LiveId" clId="{96B72205-E234-467C-A3DC-8BF4882781A8}" dt="2026-09-13T10:05:44.936" v="1335" actId="14838"/>
          <ac:spMkLst>
            <pc:docMk/>
            <pc:sldMk cId="1872588407" sldId="292"/>
            <ac:spMk id="4" creationId="{D2AAE2FF-96E1-56DE-7288-65B63ACD3916}"/>
          </ac:spMkLst>
        </pc:spChg>
        <pc:graphicFrameChg chg="del">
          <ac:chgData name="Zhi Wang" userId="7588ea56f58b19c7" providerId="LiveId" clId="{96B72205-E234-467C-A3DC-8BF4882781A8}" dt="2026-09-13T12:34:42.700" v="4738" actId="478"/>
          <ac:graphicFrameMkLst>
            <pc:docMk/>
            <pc:sldMk cId="1872588407" sldId="292"/>
            <ac:graphicFrameMk id="3" creationId="{12FEE8AE-B786-E8F8-734F-B643510373F3}"/>
          </ac:graphicFrameMkLst>
        </pc:graphicFrameChg>
        <pc:graphicFrameChg chg="add">
          <ac:chgData name="Zhi Wang" userId="7588ea56f58b19c7" providerId="LiveId" clId="{96B72205-E234-467C-A3DC-8BF4882781A8}" dt="2026-09-13T12:34:42.948" v="4739" actId="22"/>
          <ac:graphicFrameMkLst>
            <pc:docMk/>
            <pc:sldMk cId="1872588407" sldId="292"/>
            <ac:graphicFrameMk id="6" creationId="{AA9D9B4C-CEC3-4ACC-D1C8-FF3546C25DBE}"/>
          </ac:graphicFrameMkLst>
        </pc:graphicFrameChg>
      </pc:sldChg>
      <pc:sldChg chg="del">
        <pc:chgData name="Zhi Wang" userId="7588ea56f58b19c7" providerId="LiveId" clId="{96B72205-E234-467C-A3DC-8BF4882781A8}" dt="2026-09-13T10:45:41.627" v="2742" actId="47"/>
        <pc:sldMkLst>
          <pc:docMk/>
          <pc:sldMk cId="0" sldId="313"/>
        </pc:sldMkLst>
      </pc:sldChg>
      <pc:sldChg chg="del">
        <pc:chgData name="Zhi Wang" userId="7588ea56f58b19c7" providerId="LiveId" clId="{96B72205-E234-467C-A3DC-8BF4882781A8}" dt="2026-09-13T10:39:35.853" v="2616" actId="47"/>
        <pc:sldMkLst>
          <pc:docMk/>
          <pc:sldMk cId="0" sldId="314"/>
        </pc:sldMkLst>
      </pc:sldChg>
      <pc:sldChg chg="addSp delSp modSp mod">
        <pc:chgData name="Zhi Wang" userId="7588ea56f58b19c7" providerId="LiveId" clId="{96B72205-E234-467C-A3DC-8BF4882781A8}" dt="2026-09-13T12:45:14.432" v="4962" actId="14100"/>
        <pc:sldMkLst>
          <pc:docMk/>
          <pc:sldMk cId="0" sldId="345"/>
        </pc:sldMkLst>
        <pc:spChg chg="mod">
          <ac:chgData name="Zhi Wang" userId="7588ea56f58b19c7" providerId="LiveId" clId="{96B72205-E234-467C-A3DC-8BF4882781A8}" dt="2026-09-13T12:45:14.432" v="4962" actId="14100"/>
          <ac:spMkLst>
            <pc:docMk/>
            <pc:sldMk cId="0" sldId="345"/>
            <ac:spMk id="6" creationId="{00000000-0000-0000-0000-000000000000}"/>
          </ac:spMkLst>
        </pc:spChg>
        <pc:spChg chg="mod">
          <ac:chgData name="Zhi Wang" userId="7588ea56f58b19c7" providerId="LiveId" clId="{96B72205-E234-467C-A3DC-8BF4882781A8}" dt="2026-09-13T12:20:53.088" v="4304"/>
          <ac:spMkLst>
            <pc:docMk/>
            <pc:sldMk cId="0" sldId="345"/>
            <ac:spMk id="38914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7:11.031" v="4877" actId="478"/>
          <ac:graphicFrameMkLst>
            <pc:docMk/>
            <pc:sldMk cId="0" sldId="345"/>
            <ac:graphicFrameMk id="2" creationId="{AD782320-9C15-3F94-5C52-27CD895A58DB}"/>
          </ac:graphicFrameMkLst>
        </pc:graphicFrameChg>
        <pc:graphicFrameChg chg="add">
          <ac:chgData name="Zhi Wang" userId="7588ea56f58b19c7" providerId="LiveId" clId="{96B72205-E234-467C-A3DC-8BF4882781A8}" dt="2026-09-13T12:37:11.350" v="4878" actId="22"/>
          <ac:graphicFrameMkLst>
            <pc:docMk/>
            <pc:sldMk cId="0" sldId="345"/>
            <ac:graphicFrameMk id="4" creationId="{2BB4C42E-D3C8-B440-190A-AC39751CB67E}"/>
          </ac:graphicFrameMkLst>
        </pc:graphicFrameChg>
      </pc:sldChg>
      <pc:sldChg chg="modSp">
        <pc:chgData name="Zhi Wang" userId="7588ea56f58b19c7" providerId="LiveId" clId="{96B72205-E234-467C-A3DC-8BF4882781A8}" dt="2026-09-13T12:37:22.300" v="4881"/>
        <pc:sldMkLst>
          <pc:docMk/>
          <pc:sldMk cId="3484419396" sldId="348"/>
        </pc:sldMkLst>
        <pc:graphicFrameChg chg="mod">
          <ac:chgData name="Zhi Wang" userId="7588ea56f58b19c7" providerId="LiveId" clId="{96B72205-E234-467C-A3DC-8BF4882781A8}" dt="2026-09-13T12:37:22.300" v="4881"/>
          <ac:graphicFrameMkLst>
            <pc:docMk/>
            <pc:sldMk cId="3484419396" sldId="348"/>
            <ac:graphicFrameMk id="4" creationId="{00697BD4-3ACB-F13D-D269-33B8D4454D9F}"/>
          </ac:graphicFrameMkLst>
        </pc:graphicFrameChg>
      </pc:sldChg>
      <pc:sldChg chg="modSp">
        <pc:chgData name="Zhi Wang" userId="7588ea56f58b19c7" providerId="LiveId" clId="{96B72205-E234-467C-A3DC-8BF4882781A8}" dt="2026-09-13T12:37:24.440" v="4882"/>
        <pc:sldMkLst>
          <pc:docMk/>
          <pc:sldMk cId="1097098364" sldId="349"/>
        </pc:sldMkLst>
        <pc:graphicFrameChg chg="mod">
          <ac:chgData name="Zhi Wang" userId="7588ea56f58b19c7" providerId="LiveId" clId="{96B72205-E234-467C-A3DC-8BF4882781A8}" dt="2026-09-13T12:37:24.440" v="4882"/>
          <ac:graphicFrameMkLst>
            <pc:docMk/>
            <pc:sldMk cId="1097098364" sldId="349"/>
            <ac:graphicFrameMk id="4" creationId="{A5E723DC-32BE-BE91-016A-B42FD7E70D35}"/>
          </ac:graphicFrameMkLst>
        </pc:graphicFrameChg>
      </pc:sldChg>
      <pc:sldChg chg="addSp delSp modSp mod ord modAnim">
        <pc:chgData name="Zhi Wang" userId="7588ea56f58b19c7" providerId="LiveId" clId="{96B72205-E234-467C-A3DC-8BF4882781A8}" dt="2026-09-13T12:40:37.082" v="4900"/>
        <pc:sldMkLst>
          <pc:docMk/>
          <pc:sldMk cId="3477954444" sldId="450"/>
        </pc:sldMkLst>
        <pc:spChg chg="mod">
          <ac:chgData name="Zhi Wang" userId="7588ea56f58b19c7" providerId="LiveId" clId="{96B72205-E234-467C-A3DC-8BF4882781A8}" dt="2026-09-13T10:00:25.011" v="1288" actId="1076"/>
          <ac:spMkLst>
            <pc:docMk/>
            <pc:sldMk cId="3477954444" sldId="450"/>
            <ac:spMk id="2" creationId="{00000000-0000-0000-0000-000000000000}"/>
          </ac:spMkLst>
        </pc:spChg>
        <pc:spChg chg="mod">
          <ac:chgData name="Zhi Wang" userId="7588ea56f58b19c7" providerId="LiveId" clId="{96B72205-E234-467C-A3DC-8BF4882781A8}" dt="2026-09-13T09:55:07.892" v="886" actId="1076"/>
          <ac:spMkLst>
            <pc:docMk/>
            <pc:sldMk cId="3477954444" sldId="450"/>
            <ac:spMk id="7" creationId="{00000000-0000-0000-0000-000000000000}"/>
          </ac:spMkLst>
        </pc:spChg>
        <pc:spChg chg="add mod">
          <ac:chgData name="Zhi Wang" userId="7588ea56f58b19c7" providerId="LiveId" clId="{96B72205-E234-467C-A3DC-8BF4882781A8}" dt="2026-09-13T10:00:14.801" v="1285" actId="1076"/>
          <ac:spMkLst>
            <pc:docMk/>
            <pc:sldMk cId="3477954444" sldId="450"/>
            <ac:spMk id="8" creationId="{7258AA8D-8D16-4EB6-76B1-7EC4F3E2CD14}"/>
          </ac:spMkLst>
        </pc:spChg>
        <pc:spChg chg="mod">
          <ac:chgData name="Zhi Wang" userId="7588ea56f58b19c7" providerId="LiveId" clId="{96B72205-E234-467C-A3DC-8BF4882781A8}" dt="2026-09-13T10:00:00.462" v="1280" actId="1076"/>
          <ac:spMkLst>
            <pc:docMk/>
            <pc:sldMk cId="3477954444" sldId="450"/>
            <ac:spMk id="9" creationId="{00000000-0000-0000-0000-000000000000}"/>
          </ac:spMkLst>
        </pc:spChg>
        <pc:spChg chg="del">
          <ac:chgData name="Zhi Wang" userId="7588ea56f58b19c7" providerId="LiveId" clId="{96B72205-E234-467C-A3DC-8BF4882781A8}" dt="2026-09-13T09:31:19.493" v="469" actId="478"/>
          <ac:spMkLst>
            <pc:docMk/>
            <pc:sldMk cId="3477954444" sldId="450"/>
            <ac:spMk id="11" creationId="{00000000-0000-0000-0000-000000000000}"/>
          </ac:spMkLst>
        </pc:spChg>
        <pc:spChg chg="del">
          <ac:chgData name="Zhi Wang" userId="7588ea56f58b19c7" providerId="LiveId" clId="{96B72205-E234-467C-A3DC-8BF4882781A8}" dt="2026-09-13T09:28:48.299" v="367" actId="478"/>
          <ac:spMkLst>
            <pc:docMk/>
            <pc:sldMk cId="3477954444" sldId="450"/>
            <ac:spMk id="14" creationId="{C5FE348D-C38C-4D2E-7987-70B56FE7999D}"/>
          </ac:spMkLst>
        </pc:spChg>
        <pc:spChg chg="add mod">
          <ac:chgData name="Zhi Wang" userId="7588ea56f58b19c7" providerId="LiveId" clId="{96B72205-E234-467C-A3DC-8BF4882781A8}" dt="2026-09-13T10:01:01.467" v="1296" actId="1076"/>
          <ac:spMkLst>
            <pc:docMk/>
            <pc:sldMk cId="3477954444" sldId="450"/>
            <ac:spMk id="16" creationId="{6B895F40-20FD-3AD6-9857-CFF0D0EA3569}"/>
          </ac:spMkLst>
        </pc:spChg>
        <pc:spChg chg="mod">
          <ac:chgData name="Zhi Wang" userId="7588ea56f58b19c7" providerId="LiveId" clId="{96B72205-E234-467C-A3DC-8BF4882781A8}" dt="2026-09-13T09:55:48.526" v="891" actId="1076"/>
          <ac:spMkLst>
            <pc:docMk/>
            <pc:sldMk cId="3477954444" sldId="450"/>
            <ac:spMk id="21" creationId="{00000000-0000-0000-0000-000000000000}"/>
          </ac:spMkLst>
        </pc:spChg>
        <pc:grpChg chg="mod">
          <ac:chgData name="Zhi Wang" userId="7588ea56f58b19c7" providerId="LiveId" clId="{96B72205-E234-467C-A3DC-8BF4882781A8}" dt="2026-09-13T09:59:57.393" v="1279" actId="1076"/>
          <ac:grpSpMkLst>
            <pc:docMk/>
            <pc:sldMk cId="3477954444" sldId="450"/>
            <ac:grpSpMk id="3" creationId="{00000000-0000-0000-0000-000000000000}"/>
          </ac:grpSpMkLst>
        </pc:grpChg>
        <pc:graphicFrameChg chg="add mod modGraphic">
          <ac:chgData name="Zhi Wang" userId="7588ea56f58b19c7" providerId="LiveId" clId="{96B72205-E234-467C-A3DC-8BF4882781A8}" dt="2026-09-13T09:57:18.016" v="1253" actId="1076"/>
          <ac:graphicFrameMkLst>
            <pc:docMk/>
            <pc:sldMk cId="3477954444" sldId="450"/>
            <ac:graphicFrameMk id="10" creationId="{0292EC1E-6C9F-78FF-40E6-7199C8C23A32}"/>
          </ac:graphicFrameMkLst>
        </pc:graphicFrameChg>
        <pc:graphicFrameChg chg="add mod modGraphic">
          <ac:chgData name="Zhi Wang" userId="7588ea56f58b19c7" providerId="LiveId" clId="{96B72205-E234-467C-A3DC-8BF4882781A8}" dt="2026-09-13T09:57:24.411" v="1254" actId="1076"/>
          <ac:graphicFrameMkLst>
            <pc:docMk/>
            <pc:sldMk cId="3477954444" sldId="450"/>
            <ac:graphicFrameMk id="15" creationId="{D851F16A-283B-9A89-8088-934796F57425}"/>
          </ac:graphicFrameMkLst>
        </pc:graphicFrameChg>
        <pc:graphicFrameChg chg="del">
          <ac:chgData name="Zhi Wang" userId="7588ea56f58b19c7" providerId="LiveId" clId="{96B72205-E234-467C-A3DC-8BF4882781A8}" dt="2026-09-13T12:35:08.859" v="4762" actId="478"/>
          <ac:graphicFrameMkLst>
            <pc:docMk/>
            <pc:sldMk cId="3477954444" sldId="450"/>
            <ac:graphicFrameMk id="17" creationId="{CEEAD9F0-76BC-109E-B556-BAF760D60ED0}"/>
          </ac:graphicFrameMkLst>
        </pc:graphicFrameChg>
        <pc:graphicFrameChg chg="add">
          <ac:chgData name="Zhi Wang" userId="7588ea56f58b19c7" providerId="LiveId" clId="{96B72205-E234-467C-A3DC-8BF4882781A8}" dt="2026-09-13T12:35:09.117" v="4763" actId="22"/>
          <ac:graphicFrameMkLst>
            <pc:docMk/>
            <pc:sldMk cId="3477954444" sldId="450"/>
            <ac:graphicFrameMk id="19" creationId="{6B44BBEB-8B8A-3F5B-EE49-EEDE207A2002}"/>
          </ac:graphicFrameMkLst>
        </pc:graphicFrameChg>
        <pc:picChg chg="mod">
          <ac:chgData name="Zhi Wang" userId="7588ea56f58b19c7" providerId="LiveId" clId="{96B72205-E234-467C-A3DC-8BF4882781A8}" dt="2026-09-13T09:55:07.892" v="886" actId="1076"/>
          <ac:picMkLst>
            <pc:docMk/>
            <pc:sldMk cId="3477954444" sldId="450"/>
            <ac:picMk id="5" creationId="{00000000-0000-0000-0000-000000000000}"/>
          </ac:picMkLst>
        </pc:picChg>
        <pc:picChg chg="mod">
          <ac:chgData name="Zhi Wang" userId="7588ea56f58b19c7" providerId="LiveId" clId="{96B72205-E234-467C-A3DC-8BF4882781A8}" dt="2026-09-13T09:55:07.892" v="886" actId="1076"/>
          <ac:picMkLst>
            <pc:docMk/>
            <pc:sldMk cId="3477954444" sldId="450"/>
            <ac:picMk id="6" creationId="{00000000-0000-0000-0000-000000000000}"/>
          </ac:picMkLst>
        </pc:picChg>
        <pc:picChg chg="mod">
          <ac:chgData name="Zhi Wang" userId="7588ea56f58b19c7" providerId="LiveId" clId="{96B72205-E234-467C-A3DC-8BF4882781A8}" dt="2026-09-13T10:00:10.852" v="1284" actId="1076"/>
          <ac:picMkLst>
            <pc:docMk/>
            <pc:sldMk cId="3477954444" sldId="450"/>
            <ac:picMk id="1026" creationId="{A842F3E5-468B-07E7-107B-4E188598A421}"/>
          </ac:picMkLst>
        </pc:picChg>
        <pc:cxnChg chg="mod">
          <ac:chgData name="Zhi Wang" userId="7588ea56f58b19c7" providerId="LiveId" clId="{96B72205-E234-467C-A3DC-8BF4882781A8}" dt="2026-09-13T09:55:07.892" v="886" actId="1076"/>
          <ac:cxnSpMkLst>
            <pc:docMk/>
            <pc:sldMk cId="3477954444" sldId="450"/>
            <ac:cxnSpMk id="13" creationId="{00000000-0000-0000-0000-000000000000}"/>
          </ac:cxnSpMkLst>
        </pc:cxnChg>
        <pc:cxnChg chg="mod">
          <ac:chgData name="Zhi Wang" userId="7588ea56f58b19c7" providerId="LiveId" clId="{96B72205-E234-467C-A3DC-8BF4882781A8}" dt="2026-09-13T09:55:07.892" v="886" actId="1076"/>
          <ac:cxnSpMkLst>
            <pc:docMk/>
            <pc:sldMk cId="3477954444" sldId="450"/>
            <ac:cxnSpMk id="22" creationId="{00000000-0000-0000-0000-000000000000}"/>
          </ac:cxnSpMkLst>
        </pc:cxnChg>
        <pc:cxnChg chg="mod">
          <ac:chgData name="Zhi Wang" userId="7588ea56f58b19c7" providerId="LiveId" clId="{96B72205-E234-467C-A3DC-8BF4882781A8}" dt="2026-09-13T09:55:07.892" v="886" actId="1076"/>
          <ac:cxnSpMkLst>
            <pc:docMk/>
            <pc:sldMk cId="3477954444" sldId="450"/>
            <ac:cxnSpMk id="24" creationId="{00000000-0000-0000-0000-000000000000}"/>
          </ac:cxnSpMkLst>
        </pc:cxnChg>
      </pc:sldChg>
      <pc:sldChg chg="addSp delSp mod">
        <pc:chgData name="Zhi Wang" userId="7588ea56f58b19c7" providerId="LiveId" clId="{96B72205-E234-467C-A3DC-8BF4882781A8}" dt="2026-09-13T12:35:28.513" v="4777" actId="22"/>
        <pc:sldMkLst>
          <pc:docMk/>
          <pc:sldMk cId="2416705894" sldId="451"/>
        </pc:sldMkLst>
        <pc:graphicFrameChg chg="del">
          <ac:chgData name="Zhi Wang" userId="7588ea56f58b19c7" providerId="LiveId" clId="{96B72205-E234-467C-A3DC-8BF4882781A8}" dt="2026-09-13T12:35:28.228" v="4776" actId="478"/>
          <ac:graphicFrameMkLst>
            <pc:docMk/>
            <pc:sldMk cId="2416705894" sldId="451"/>
            <ac:graphicFrameMk id="5" creationId="{ED87CB66-1880-152D-3F22-570A2E85C931}"/>
          </ac:graphicFrameMkLst>
        </pc:graphicFrameChg>
        <pc:graphicFrameChg chg="add">
          <ac:chgData name="Zhi Wang" userId="7588ea56f58b19c7" providerId="LiveId" clId="{96B72205-E234-467C-A3DC-8BF4882781A8}" dt="2026-09-13T12:35:28.513" v="4777" actId="22"/>
          <ac:graphicFrameMkLst>
            <pc:docMk/>
            <pc:sldMk cId="2416705894" sldId="451"/>
            <ac:graphicFrameMk id="6" creationId="{1A5B125E-C865-DDBA-B805-0188002371BF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4:50.349" v="4747" actId="22"/>
        <pc:sldMkLst>
          <pc:docMk/>
          <pc:sldMk cId="3793117853" sldId="462"/>
        </pc:sldMkLst>
        <pc:spChg chg="add mod">
          <ac:chgData name="Zhi Wang" userId="7588ea56f58b19c7" providerId="LiveId" clId="{96B72205-E234-467C-A3DC-8BF4882781A8}" dt="2026-09-13T10:06:45.338" v="1372"/>
          <ac:spMkLst>
            <pc:docMk/>
            <pc:sldMk cId="3793117853" sldId="462"/>
            <ac:spMk id="2" creationId="{2C35FC04-680E-B998-71F8-ED80787C9916}"/>
          </ac:spMkLst>
        </pc:spChg>
        <pc:spChg chg="add del mod">
          <ac:chgData name="Zhi Wang" userId="7588ea56f58b19c7" providerId="LiveId" clId="{96B72205-E234-467C-A3DC-8BF4882781A8}" dt="2026-09-13T10:06:50.780" v="1374" actId="478"/>
          <ac:spMkLst>
            <pc:docMk/>
            <pc:sldMk cId="3793117853" sldId="462"/>
            <ac:spMk id="4" creationId="{FAF372E6-DA2C-FE51-BAE4-245A473611C8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9" creationId="{B34BF8BA-6D82-8906-638D-4EB9E46393C9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10" creationId="{6DBC6B9D-E982-A6DB-31D7-D502B5EFFBB1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15" creationId="{0AD9420E-BE1E-ACF8-BB53-904527BAE791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16" creationId="{01ABE1CA-E5E3-E4B5-6152-BFF596CA943F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17" creationId="{8EC43CB9-F1FC-0AA0-FEA6-A11E96AD318F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21" creationId="{E44EE33D-C72D-E45C-E3F9-79D73ED1AC2F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42" creationId="{3D96F429-4BDF-88ED-553B-77B4EE6606F1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62" creationId="{8B54E81A-1F68-E019-B42E-7847A32095C3}"/>
          </ac:spMkLst>
        </pc:spChg>
        <pc:spChg chg="del mod">
          <ac:chgData name="Zhi Wang" userId="7588ea56f58b19c7" providerId="LiveId" clId="{96B72205-E234-467C-A3DC-8BF4882781A8}" dt="2026-09-13T10:06:47.701" v="1373" actId="478"/>
          <ac:spMkLst>
            <pc:docMk/>
            <pc:sldMk cId="3793117853" sldId="462"/>
            <ac:spMk id="8194" creationId="{00000000-0000-0000-0000-000000000000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8197" creationId="{71041F85-7244-34E4-9B50-89C3AB136D7C}"/>
          </ac:spMkLst>
        </pc:spChg>
        <pc:spChg chg="mod">
          <ac:chgData name="Zhi Wang" userId="7588ea56f58b19c7" providerId="LiveId" clId="{96B72205-E234-467C-A3DC-8BF4882781A8}" dt="2026-09-13T10:06:36.934" v="1370" actId="1035"/>
          <ac:spMkLst>
            <pc:docMk/>
            <pc:sldMk cId="3793117853" sldId="462"/>
            <ac:spMk id="8199" creationId="{21B94FB6-B429-5A76-2B30-8E60F0FBAD15}"/>
          </ac:spMkLst>
        </pc:spChg>
        <pc:graphicFrameChg chg="del">
          <ac:chgData name="Zhi Wang" userId="7588ea56f58b19c7" providerId="LiveId" clId="{96B72205-E234-467C-A3DC-8BF4882781A8}" dt="2026-09-13T12:34:50.076" v="4746" actId="478"/>
          <ac:graphicFrameMkLst>
            <pc:docMk/>
            <pc:sldMk cId="3793117853" sldId="462"/>
            <ac:graphicFrameMk id="5" creationId="{D8F0D1AB-4817-C531-254A-A8CC9AC50C84}"/>
          </ac:graphicFrameMkLst>
        </pc:graphicFrameChg>
        <pc:graphicFrameChg chg="add">
          <ac:chgData name="Zhi Wang" userId="7588ea56f58b19c7" providerId="LiveId" clId="{96B72205-E234-467C-A3DC-8BF4882781A8}" dt="2026-09-13T12:34:50.349" v="4747" actId="22"/>
          <ac:graphicFrameMkLst>
            <pc:docMk/>
            <pc:sldMk cId="3793117853" sldId="462"/>
            <ac:graphicFrameMk id="12" creationId="{0A99A5BF-1CE2-5B86-97B2-CBE0A363569C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39:27.923" v="4892"/>
        <pc:sldMkLst>
          <pc:docMk/>
          <pc:sldMk cId="2356698094" sldId="463"/>
        </pc:sldMkLst>
        <pc:spChg chg="mod">
          <ac:chgData name="Zhi Wang" userId="7588ea56f58b19c7" providerId="LiveId" clId="{96B72205-E234-467C-A3DC-8BF4882781A8}" dt="2026-09-13T10:05:17.624" v="1332"/>
          <ac:spMkLst>
            <pc:docMk/>
            <pc:sldMk cId="2356698094" sldId="463"/>
            <ac:spMk id="7170" creationId="{00000000-0000-0000-0000-000000000000}"/>
          </ac:spMkLst>
        </pc:spChg>
        <pc:spChg chg="mod">
          <ac:chgData name="Zhi Wang" userId="7588ea56f58b19c7" providerId="LiveId" clId="{96B72205-E234-467C-A3DC-8BF4882781A8}" dt="2026-09-13T10:05:34.807" v="1334" actId="113"/>
          <ac:spMkLst>
            <pc:docMk/>
            <pc:sldMk cId="2356698094" sldId="463"/>
            <ac:spMk id="7172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4:48.115" v="4744" actId="478"/>
          <ac:graphicFrameMkLst>
            <pc:docMk/>
            <pc:sldMk cId="2356698094" sldId="463"/>
            <ac:graphicFrameMk id="2" creationId="{1264303F-67B4-AF9D-166B-14D1749D3B53}"/>
          </ac:graphicFrameMkLst>
        </pc:graphicFrameChg>
        <pc:graphicFrameChg chg="add">
          <ac:chgData name="Zhi Wang" userId="7588ea56f58b19c7" providerId="LiveId" clId="{96B72205-E234-467C-A3DC-8BF4882781A8}" dt="2026-09-13T12:34:48.373" v="4745" actId="22"/>
          <ac:graphicFrameMkLst>
            <pc:docMk/>
            <pc:sldMk cId="2356698094" sldId="463"/>
            <ac:graphicFrameMk id="4" creationId="{EB74D22A-2936-80D5-746A-FB8D370AC9AB}"/>
          </ac:graphicFrameMkLst>
        </pc:graphicFrameChg>
      </pc:sldChg>
      <pc:sldChg chg="addSp delSp mod">
        <pc:chgData name="Zhi Wang" userId="7588ea56f58b19c7" providerId="LiveId" clId="{96B72205-E234-467C-A3DC-8BF4882781A8}" dt="2026-09-13T12:34:44.820" v="4741" actId="22"/>
        <pc:sldMkLst>
          <pc:docMk/>
          <pc:sldMk cId="3417611937" sldId="469"/>
        </pc:sldMkLst>
        <pc:graphicFrameChg chg="del">
          <ac:chgData name="Zhi Wang" userId="7588ea56f58b19c7" providerId="LiveId" clId="{96B72205-E234-467C-A3DC-8BF4882781A8}" dt="2026-09-13T12:34:44.577" v="4740" actId="478"/>
          <ac:graphicFrameMkLst>
            <pc:docMk/>
            <pc:sldMk cId="3417611937" sldId="469"/>
            <ac:graphicFrameMk id="2" creationId="{1F9583F5-35E4-A849-7910-ED5FE4A84660}"/>
          </ac:graphicFrameMkLst>
        </pc:graphicFrameChg>
        <pc:graphicFrameChg chg="add">
          <ac:chgData name="Zhi Wang" userId="7588ea56f58b19c7" providerId="LiveId" clId="{96B72205-E234-467C-A3DC-8BF4882781A8}" dt="2026-09-13T12:34:44.820" v="4741" actId="22"/>
          <ac:graphicFrameMkLst>
            <pc:docMk/>
            <pc:sldMk cId="3417611937" sldId="469"/>
            <ac:graphicFrameMk id="4" creationId="{5B9FE9A2-F5BE-02A7-A989-03D1A21CBCE9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4:56.196" v="4753" actId="22"/>
        <pc:sldMkLst>
          <pc:docMk/>
          <pc:sldMk cId="1302170568" sldId="470"/>
        </pc:sldMkLst>
        <pc:spChg chg="del mod">
          <ac:chgData name="Zhi Wang" userId="7588ea56f58b19c7" providerId="LiveId" clId="{96B72205-E234-467C-A3DC-8BF4882781A8}" dt="2026-09-13T10:07:03.009" v="1377" actId="478"/>
          <ac:spMkLst>
            <pc:docMk/>
            <pc:sldMk cId="1302170568" sldId="470"/>
            <ac:spMk id="2" creationId="{3E92BAAE-726D-A0B6-B135-B71B5E85A67F}"/>
          </ac:spMkLst>
        </pc:spChg>
        <pc:spChg chg="add mod">
          <ac:chgData name="Zhi Wang" userId="7588ea56f58b19c7" providerId="LiveId" clId="{96B72205-E234-467C-A3DC-8BF4882781A8}" dt="2026-09-13T10:07:05.483" v="1378"/>
          <ac:spMkLst>
            <pc:docMk/>
            <pc:sldMk cId="1302170568" sldId="470"/>
            <ac:spMk id="5" creationId="{9F4AFC1E-74C8-F486-A973-2EB0BC162163}"/>
          </ac:spMkLst>
        </pc:spChg>
        <pc:graphicFrameChg chg="del">
          <ac:chgData name="Zhi Wang" userId="7588ea56f58b19c7" providerId="LiveId" clId="{96B72205-E234-467C-A3DC-8BF4882781A8}" dt="2026-09-13T12:34:55.916" v="4752" actId="478"/>
          <ac:graphicFrameMkLst>
            <pc:docMk/>
            <pc:sldMk cId="1302170568" sldId="470"/>
            <ac:graphicFrameMk id="3" creationId="{3251833D-490A-F464-59B6-FCC6367FC1FF}"/>
          </ac:graphicFrameMkLst>
        </pc:graphicFrameChg>
        <pc:graphicFrameChg chg="add">
          <ac:chgData name="Zhi Wang" userId="7588ea56f58b19c7" providerId="LiveId" clId="{96B72205-E234-467C-A3DC-8BF4882781A8}" dt="2026-09-13T12:34:56.196" v="4753" actId="22"/>
          <ac:graphicFrameMkLst>
            <pc:docMk/>
            <pc:sldMk cId="1302170568" sldId="470"/>
            <ac:graphicFrameMk id="7" creationId="{B9A0C05E-B4F6-41D7-21FA-0E59615E43D7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4:58.037" v="4755" actId="22"/>
        <pc:sldMkLst>
          <pc:docMk/>
          <pc:sldMk cId="1118880493" sldId="471"/>
        </pc:sldMkLst>
        <pc:spChg chg="del">
          <ac:chgData name="Zhi Wang" userId="7588ea56f58b19c7" providerId="LiveId" clId="{96B72205-E234-467C-A3DC-8BF4882781A8}" dt="2026-09-13T10:10:11.467" v="1456" actId="478"/>
          <ac:spMkLst>
            <pc:docMk/>
            <pc:sldMk cId="1118880493" sldId="471"/>
            <ac:spMk id="2" creationId="{A312DAA2-7406-5F08-72B3-42CF4ECD01BA}"/>
          </ac:spMkLst>
        </pc:spChg>
        <pc:spChg chg="del">
          <ac:chgData name="Zhi Wang" userId="7588ea56f58b19c7" providerId="LiveId" clId="{96B72205-E234-467C-A3DC-8BF4882781A8}" dt="2026-09-13T09:23:37.022" v="183" actId="478"/>
          <ac:spMkLst>
            <pc:docMk/>
            <pc:sldMk cId="1118880493" sldId="471"/>
            <ac:spMk id="6" creationId="{9668D978-9F6C-01AA-AA4D-95783004788F}"/>
          </ac:spMkLst>
        </pc:spChg>
        <pc:spChg chg="add mod">
          <ac:chgData name="Zhi Wang" userId="7588ea56f58b19c7" providerId="LiveId" clId="{96B72205-E234-467C-A3DC-8BF4882781A8}" dt="2026-09-13T10:10:09.578" v="1455"/>
          <ac:spMkLst>
            <pc:docMk/>
            <pc:sldMk cId="1118880493" sldId="471"/>
            <ac:spMk id="7" creationId="{68FE38EC-E34F-0DA8-A3F8-50D62A6040DD}"/>
          </ac:spMkLst>
        </pc:spChg>
        <pc:spChg chg="add del mod">
          <ac:chgData name="Zhi Wang" userId="7588ea56f58b19c7" providerId="LiveId" clId="{96B72205-E234-467C-A3DC-8BF4882781A8}" dt="2026-09-13T10:10:12.416" v="1457" actId="478"/>
          <ac:spMkLst>
            <pc:docMk/>
            <pc:sldMk cId="1118880493" sldId="471"/>
            <ac:spMk id="9" creationId="{C371AB5A-F3A7-1553-9370-DD104F9E85CA}"/>
          </ac:spMkLst>
        </pc:spChg>
        <pc:graphicFrameChg chg="del">
          <ac:chgData name="Zhi Wang" userId="7588ea56f58b19c7" providerId="LiveId" clId="{96B72205-E234-467C-A3DC-8BF4882781A8}" dt="2026-09-13T12:34:57.735" v="4754" actId="478"/>
          <ac:graphicFrameMkLst>
            <pc:docMk/>
            <pc:sldMk cId="1118880493" sldId="471"/>
            <ac:graphicFrameMk id="3" creationId="{05A173C5-5442-3B0D-BAD8-FA6311263FED}"/>
          </ac:graphicFrameMkLst>
        </pc:graphicFrameChg>
        <pc:graphicFrameChg chg="mod modGraphic">
          <ac:chgData name="Zhi Wang" userId="7588ea56f58b19c7" providerId="LiveId" clId="{96B72205-E234-467C-A3DC-8BF4882781A8}" dt="2026-09-13T09:23:32.691" v="182" actId="20577"/>
          <ac:graphicFrameMkLst>
            <pc:docMk/>
            <pc:sldMk cId="1118880493" sldId="471"/>
            <ac:graphicFrameMk id="4" creationId="{9A3478A3-9481-957D-107B-A4F8B992E84C}"/>
          </ac:graphicFrameMkLst>
        </pc:graphicFrameChg>
        <pc:graphicFrameChg chg="add">
          <ac:chgData name="Zhi Wang" userId="7588ea56f58b19c7" providerId="LiveId" clId="{96B72205-E234-467C-A3DC-8BF4882781A8}" dt="2026-09-13T12:34:58.037" v="4755" actId="22"/>
          <ac:graphicFrameMkLst>
            <pc:docMk/>
            <pc:sldMk cId="1118880493" sldId="471"/>
            <ac:graphicFrameMk id="11" creationId="{F5A1DB57-7656-3D0C-3B07-18B64FBF3989}"/>
          </ac:graphicFrameMkLst>
        </pc:graphicFrameChg>
      </pc:sldChg>
      <pc:sldChg chg="addSp delSp mod">
        <pc:chgData name="Zhi Wang" userId="7588ea56f58b19c7" providerId="LiveId" clId="{96B72205-E234-467C-A3DC-8BF4882781A8}" dt="2026-09-13T12:34:39.132" v="4735" actId="22"/>
        <pc:sldMkLst>
          <pc:docMk/>
          <pc:sldMk cId="900585799" sldId="472"/>
        </pc:sldMkLst>
        <pc:graphicFrameChg chg="del">
          <ac:chgData name="Zhi Wang" userId="7588ea56f58b19c7" providerId="LiveId" clId="{96B72205-E234-467C-A3DC-8BF4882781A8}" dt="2026-09-13T12:34:38.881" v="4734" actId="478"/>
          <ac:graphicFrameMkLst>
            <pc:docMk/>
            <pc:sldMk cId="900585799" sldId="472"/>
            <ac:graphicFrameMk id="3" creationId="{3AE57CED-337D-D968-182F-FA1FD8C0D2CA}"/>
          </ac:graphicFrameMkLst>
        </pc:graphicFrameChg>
        <pc:graphicFrameChg chg="add">
          <ac:chgData name="Zhi Wang" userId="7588ea56f58b19c7" providerId="LiveId" clId="{96B72205-E234-467C-A3DC-8BF4882781A8}" dt="2026-09-13T12:34:39.132" v="4735" actId="22"/>
          <ac:graphicFrameMkLst>
            <pc:docMk/>
            <pc:sldMk cId="900585799" sldId="472"/>
            <ac:graphicFrameMk id="7" creationId="{E25BE41D-552D-F152-F529-2FAF45E30D15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08.908" v="4844" actId="22"/>
        <pc:sldMkLst>
          <pc:docMk/>
          <pc:sldMk cId="1212682773" sldId="473"/>
        </pc:sldMkLst>
        <pc:spChg chg="mod">
          <ac:chgData name="Zhi Wang" userId="7588ea56f58b19c7" providerId="LiveId" clId="{96B72205-E234-467C-A3DC-8BF4882781A8}" dt="2026-09-13T11:35:30.086" v="2765" actId="14838"/>
          <ac:spMkLst>
            <pc:docMk/>
            <pc:sldMk cId="1212682773" sldId="473"/>
            <ac:spMk id="2" creationId="{7A694023-2813-CCE3-975A-DD9AC6D9DAF9}"/>
          </ac:spMkLst>
        </pc:spChg>
        <pc:spChg chg="mod">
          <ac:chgData name="Zhi Wang" userId="7588ea56f58b19c7" providerId="LiveId" clId="{96B72205-E234-467C-A3DC-8BF4882781A8}" dt="2026-09-13T11:35:33.086" v="2766" actId="14100"/>
          <ac:spMkLst>
            <pc:docMk/>
            <pc:sldMk cId="1212682773" sldId="473"/>
            <ac:spMk id="4" creationId="{D2AAE2FF-96E1-56DE-7288-65B63ACD3916}"/>
          </ac:spMkLst>
        </pc:spChg>
        <pc:graphicFrameChg chg="del">
          <ac:chgData name="Zhi Wang" userId="7588ea56f58b19c7" providerId="LiveId" clId="{96B72205-E234-467C-A3DC-8BF4882781A8}" dt="2026-09-13T12:35:44.659" v="4785" actId="478"/>
          <ac:graphicFrameMkLst>
            <pc:docMk/>
            <pc:sldMk cId="1212682773" sldId="473"/>
            <ac:graphicFrameMk id="3" creationId="{9C4AA5A7-B901-4A95-A2AB-120F4B1D37E8}"/>
          </ac:graphicFrameMkLst>
        </pc:graphicFrameChg>
        <pc:graphicFrameChg chg="add del">
          <ac:chgData name="Zhi Wang" userId="7588ea56f58b19c7" providerId="LiveId" clId="{96B72205-E234-467C-A3DC-8BF4882781A8}" dt="2026-09-13T12:36:08.615" v="4843" actId="478"/>
          <ac:graphicFrameMkLst>
            <pc:docMk/>
            <pc:sldMk cId="1212682773" sldId="473"/>
            <ac:graphicFrameMk id="6" creationId="{ADD6EE9C-E9D0-C3A1-BE6D-72CB1FA4FB36}"/>
          </ac:graphicFrameMkLst>
        </pc:graphicFrameChg>
        <pc:graphicFrameChg chg="add">
          <ac:chgData name="Zhi Wang" userId="7588ea56f58b19c7" providerId="LiveId" clId="{96B72205-E234-467C-A3DC-8BF4882781A8}" dt="2026-09-13T12:36:08.908" v="4844" actId="22"/>
          <ac:graphicFrameMkLst>
            <pc:docMk/>
            <pc:sldMk cId="1212682773" sldId="473"/>
            <ac:graphicFrameMk id="8" creationId="{AB252C2F-1EFB-6F6C-4A9F-2D5A516DA540}"/>
          </ac:graphicFrameMkLst>
        </pc:graphicFrameChg>
      </pc:sldChg>
      <pc:sldChg chg="addSp delSp mod">
        <pc:chgData name="Zhi Wang" userId="7588ea56f58b19c7" providerId="LiveId" clId="{96B72205-E234-467C-A3DC-8BF4882781A8}" dt="2026-09-13T12:36:12.421" v="4846" actId="22"/>
        <pc:sldMkLst>
          <pc:docMk/>
          <pc:sldMk cId="2101792161" sldId="474"/>
        </pc:sldMkLst>
        <pc:graphicFrameChg chg="del">
          <ac:chgData name="Zhi Wang" userId="7588ea56f58b19c7" providerId="LiveId" clId="{96B72205-E234-467C-A3DC-8BF4882781A8}" dt="2026-09-13T12:35:48.126" v="4787" actId="478"/>
          <ac:graphicFrameMkLst>
            <pc:docMk/>
            <pc:sldMk cId="2101792161" sldId="474"/>
            <ac:graphicFrameMk id="2" creationId="{7C5674A8-AAF4-6BA7-D7B8-4BEBA2BB0CEA}"/>
          </ac:graphicFrameMkLst>
        </pc:graphicFrameChg>
        <pc:graphicFrameChg chg="add del">
          <ac:chgData name="Zhi Wang" userId="7588ea56f58b19c7" providerId="LiveId" clId="{96B72205-E234-467C-A3DC-8BF4882781A8}" dt="2026-09-13T12:36:12.114" v="4845" actId="478"/>
          <ac:graphicFrameMkLst>
            <pc:docMk/>
            <pc:sldMk cId="2101792161" sldId="474"/>
            <ac:graphicFrameMk id="4" creationId="{E4896C85-05F0-F4AC-8618-F3CBD53051E6}"/>
          </ac:graphicFrameMkLst>
        </pc:graphicFrameChg>
        <pc:graphicFrameChg chg="add">
          <ac:chgData name="Zhi Wang" userId="7588ea56f58b19c7" providerId="LiveId" clId="{96B72205-E234-467C-A3DC-8BF4882781A8}" dt="2026-09-13T12:36:12.421" v="4846" actId="22"/>
          <ac:graphicFrameMkLst>
            <pc:docMk/>
            <pc:sldMk cId="2101792161" sldId="474"/>
            <ac:graphicFrameMk id="7" creationId="{51CD6058-CA6A-19AC-ED00-B064D830BC6D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27.251" v="4854" actId="22"/>
        <pc:sldMkLst>
          <pc:docMk/>
          <pc:sldMk cId="342309433" sldId="475"/>
        </pc:sldMkLst>
        <pc:spChg chg="del">
          <ac:chgData name="Zhi Wang" userId="7588ea56f58b19c7" providerId="LiveId" clId="{96B72205-E234-467C-A3DC-8BF4882781A8}" dt="2026-09-13T12:15:47.700" v="4185" actId="478"/>
          <ac:spMkLst>
            <pc:docMk/>
            <pc:sldMk cId="342309433" sldId="475"/>
            <ac:spMk id="2" creationId="{9C37B663-93D8-B03C-0E97-D3C70BC97763}"/>
          </ac:spMkLst>
        </pc:spChg>
        <pc:spChg chg="mod">
          <ac:chgData name="Zhi Wang" userId="7588ea56f58b19c7" providerId="LiveId" clId="{96B72205-E234-467C-A3DC-8BF4882781A8}" dt="2026-09-13T12:16:03.781" v="4189" actId="1076"/>
          <ac:spMkLst>
            <pc:docMk/>
            <pc:sldMk cId="342309433" sldId="475"/>
            <ac:spMk id="4" creationId="{1C19672F-9E67-404E-1981-0D37D299A361}"/>
          </ac:spMkLst>
        </pc:spChg>
        <pc:spChg chg="mod">
          <ac:chgData name="Zhi Wang" userId="7588ea56f58b19c7" providerId="LiveId" clId="{96B72205-E234-467C-A3DC-8BF4882781A8}" dt="2026-09-13T12:16:03.781" v="4189" actId="1076"/>
          <ac:spMkLst>
            <pc:docMk/>
            <pc:sldMk cId="342309433" sldId="475"/>
            <ac:spMk id="5" creationId="{B1EDE116-9642-3C21-D456-308D0B0E57DE}"/>
          </ac:spMkLst>
        </pc:spChg>
        <pc:spChg chg="mod">
          <ac:chgData name="Zhi Wang" userId="7588ea56f58b19c7" providerId="LiveId" clId="{96B72205-E234-467C-A3DC-8BF4882781A8}" dt="2026-09-13T12:16:03.781" v="4189" actId="1076"/>
          <ac:spMkLst>
            <pc:docMk/>
            <pc:sldMk cId="342309433" sldId="475"/>
            <ac:spMk id="6" creationId="{935AA787-6A0C-4440-8DB9-714001B014FE}"/>
          </ac:spMkLst>
        </pc:spChg>
        <pc:spChg chg="add mod">
          <ac:chgData name="Zhi Wang" userId="7588ea56f58b19c7" providerId="LiveId" clId="{96B72205-E234-467C-A3DC-8BF4882781A8}" dt="2026-09-13T12:15:40.528" v="4183"/>
          <ac:spMkLst>
            <pc:docMk/>
            <pc:sldMk cId="342309433" sldId="475"/>
            <ac:spMk id="9" creationId="{019AB54C-0689-9422-BF1F-1568892FAFCC}"/>
          </ac:spMkLst>
        </pc:spChg>
        <pc:spChg chg="add mod">
          <ac:chgData name="Zhi Wang" userId="7588ea56f58b19c7" providerId="LiveId" clId="{96B72205-E234-467C-A3DC-8BF4882781A8}" dt="2026-09-13T12:16:03.781" v="4189" actId="1076"/>
          <ac:spMkLst>
            <pc:docMk/>
            <pc:sldMk cId="342309433" sldId="475"/>
            <ac:spMk id="10" creationId="{9042AF6D-11DE-DAE4-6435-F1EFC0581ED8}"/>
          </ac:spMkLst>
        </pc:spChg>
        <pc:graphicFrameChg chg="del">
          <ac:chgData name="Zhi Wang" userId="7588ea56f58b19c7" providerId="LiveId" clId="{96B72205-E234-467C-A3DC-8BF4882781A8}" dt="2026-09-13T12:36:26.901" v="4853" actId="478"/>
          <ac:graphicFrameMkLst>
            <pc:docMk/>
            <pc:sldMk cId="342309433" sldId="475"/>
            <ac:graphicFrameMk id="7" creationId="{E0D8B429-58C3-74A5-317B-D1A77857B61D}"/>
          </ac:graphicFrameMkLst>
        </pc:graphicFrameChg>
        <pc:graphicFrameChg chg="add">
          <ac:chgData name="Zhi Wang" userId="7588ea56f58b19c7" providerId="LiveId" clId="{96B72205-E234-467C-A3DC-8BF4882781A8}" dt="2026-09-13T12:36:27.251" v="4854" actId="22"/>
          <ac:graphicFrameMkLst>
            <pc:docMk/>
            <pc:sldMk cId="342309433" sldId="475"/>
            <ac:graphicFrameMk id="12" creationId="{FE25EB05-B99F-E575-86D2-6709D34585F9}"/>
          </ac:graphicFrameMkLst>
        </pc:graphicFrameChg>
        <pc:picChg chg="mod">
          <ac:chgData name="Zhi Wang" userId="7588ea56f58b19c7" providerId="LiveId" clId="{96B72205-E234-467C-A3DC-8BF4882781A8}" dt="2026-09-13T12:16:03.781" v="4189" actId="1076"/>
          <ac:picMkLst>
            <pc:docMk/>
            <pc:sldMk cId="342309433" sldId="475"/>
            <ac:picMk id="3" creationId="{E4B1DA82-4A82-7793-2213-ED7C6DC8C5AF}"/>
          </ac:picMkLst>
        </pc:picChg>
      </pc:sldChg>
      <pc:sldChg chg="addSp delSp modSp mod ord addAnim delAnim modAnim">
        <pc:chgData name="Zhi Wang" userId="7588ea56f58b19c7" providerId="LiveId" clId="{96B72205-E234-467C-A3DC-8BF4882781A8}" dt="2026-09-13T12:39:05.509" v="4890"/>
        <pc:sldMkLst>
          <pc:docMk/>
          <pc:sldMk cId="350320778" sldId="477"/>
        </pc:sldMkLst>
        <pc:spChg chg="del">
          <ac:chgData name="Zhi Wang" userId="7588ea56f58b19c7" providerId="LiveId" clId="{96B72205-E234-467C-A3DC-8BF4882781A8}" dt="2026-09-13T10:08:31.341" v="1397" actId="478"/>
          <ac:spMkLst>
            <pc:docMk/>
            <pc:sldMk cId="350320778" sldId="477"/>
            <ac:spMk id="2" creationId="{96313DC3-0CDE-881A-1FF9-F2B47DAC3095}"/>
          </ac:spMkLst>
        </pc:spChg>
        <pc:spChg chg="mod">
          <ac:chgData name="Zhi Wang" userId="7588ea56f58b19c7" providerId="LiveId" clId="{96B72205-E234-467C-A3DC-8BF4882781A8}" dt="2026-09-13T10:09:16.598" v="1414" actId="1076"/>
          <ac:spMkLst>
            <pc:docMk/>
            <pc:sldMk cId="350320778" sldId="477"/>
            <ac:spMk id="3" creationId="{A9799497-A814-5EBC-FBEF-245965697853}"/>
          </ac:spMkLst>
        </pc:spChg>
        <pc:spChg chg="mod">
          <ac:chgData name="Zhi Wang" userId="7588ea56f58b19c7" providerId="LiveId" clId="{96B72205-E234-467C-A3DC-8BF4882781A8}" dt="2026-09-13T10:09:36.376" v="1451" actId="1076"/>
          <ac:spMkLst>
            <pc:docMk/>
            <pc:sldMk cId="350320778" sldId="477"/>
            <ac:spMk id="6" creationId="{F9C0AC4F-10D1-2E50-9A35-ADB70406E3BB}"/>
          </ac:spMkLst>
        </pc:spChg>
        <pc:spChg chg="add mod">
          <ac:chgData name="Zhi Wang" userId="7588ea56f58b19c7" providerId="LiveId" clId="{96B72205-E234-467C-A3DC-8BF4882781A8}" dt="2026-09-13T10:08:28.761" v="1396"/>
          <ac:spMkLst>
            <pc:docMk/>
            <pc:sldMk cId="350320778" sldId="477"/>
            <ac:spMk id="8" creationId="{F0957E12-8D05-8369-454D-D0C381353198}"/>
          </ac:spMkLst>
        </pc:spChg>
        <pc:spChg chg="add del mod">
          <ac:chgData name="Zhi Wang" userId="7588ea56f58b19c7" providerId="LiveId" clId="{96B72205-E234-467C-A3DC-8BF4882781A8}" dt="2026-09-13T10:08:32.293" v="1398" actId="478"/>
          <ac:spMkLst>
            <pc:docMk/>
            <pc:sldMk cId="350320778" sldId="477"/>
            <ac:spMk id="10" creationId="{17E1E612-1A4D-DD35-6A27-AF8F66F3E172}"/>
          </ac:spMkLst>
        </pc:spChg>
        <pc:graphicFrameChg chg="del">
          <ac:chgData name="Zhi Wang" userId="7588ea56f58b19c7" providerId="LiveId" clId="{96B72205-E234-467C-A3DC-8BF4882781A8}" dt="2026-09-13T12:34:52.214" v="4748" actId="478"/>
          <ac:graphicFrameMkLst>
            <pc:docMk/>
            <pc:sldMk cId="350320778" sldId="477"/>
            <ac:graphicFrameMk id="4" creationId="{F47440E5-C823-8C01-9EDE-445231A9CD5D}"/>
          </ac:graphicFrameMkLst>
        </pc:graphicFrameChg>
        <pc:graphicFrameChg chg="add">
          <ac:chgData name="Zhi Wang" userId="7588ea56f58b19c7" providerId="LiveId" clId="{96B72205-E234-467C-A3DC-8BF4882781A8}" dt="2026-09-13T12:34:52.446" v="4749" actId="22"/>
          <ac:graphicFrameMkLst>
            <pc:docMk/>
            <pc:sldMk cId="350320778" sldId="477"/>
            <ac:graphicFrameMk id="12" creationId="{8242A22D-2AE3-7D0F-F881-46EFCEE9AD7A}"/>
          </ac:graphicFrameMkLst>
        </pc:graphicFrameChg>
      </pc:sldChg>
      <pc:sldChg chg="addSp modSp mod">
        <pc:chgData name="Zhi Wang" userId="7588ea56f58b19c7" providerId="LiveId" clId="{96B72205-E234-467C-A3DC-8BF4882781A8}" dt="2026-09-13T12:45:06.416" v="4955" actId="14100"/>
        <pc:sldMkLst>
          <pc:docMk/>
          <pc:sldMk cId="1316004339" sldId="483"/>
        </pc:sldMkLst>
        <pc:spChg chg="mod">
          <ac:chgData name="Zhi Wang" userId="7588ea56f58b19c7" providerId="LiveId" clId="{96B72205-E234-467C-A3DC-8BF4882781A8}" dt="2026-09-13T12:45:06.416" v="4955" actId="14100"/>
          <ac:spMkLst>
            <pc:docMk/>
            <pc:sldMk cId="1316004339" sldId="483"/>
            <ac:spMk id="4" creationId="{00000000-0000-0000-0000-000000000000}"/>
          </ac:spMkLst>
        </pc:spChg>
        <pc:spChg chg="mod">
          <ac:chgData name="Zhi Wang" userId="7588ea56f58b19c7" providerId="LiveId" clId="{96B72205-E234-467C-A3DC-8BF4882781A8}" dt="2026-09-13T12:32:10.588" v="4672"/>
          <ac:spMkLst>
            <pc:docMk/>
            <pc:sldMk cId="1316004339" sldId="483"/>
            <ac:spMk id="5" creationId="{00000000-0000-0000-0000-000000000000}"/>
          </ac:spMkLst>
        </pc:spChg>
        <pc:graphicFrameChg chg="mod">
          <ac:chgData name="Zhi Wang" userId="7588ea56f58b19c7" providerId="LiveId" clId="{96B72205-E234-467C-A3DC-8BF4882781A8}" dt="2026-09-13T12:37:18.298" v="4879"/>
          <ac:graphicFrameMkLst>
            <pc:docMk/>
            <pc:sldMk cId="1316004339" sldId="483"/>
            <ac:graphicFrameMk id="2" creationId="{B2499E88-FF83-93F2-2182-F0733D404B7F}"/>
          </ac:graphicFrameMkLst>
        </pc:graphicFrameChg>
        <pc:picChg chg="mod modCrop">
          <ac:chgData name="Zhi Wang" userId="7588ea56f58b19c7" providerId="LiveId" clId="{96B72205-E234-467C-A3DC-8BF4882781A8}" dt="2026-09-13T12:33:07.413" v="4713" actId="1076"/>
          <ac:picMkLst>
            <pc:docMk/>
            <pc:sldMk cId="1316004339" sldId="483"/>
            <ac:picMk id="7" creationId="{00000000-0000-0000-0000-000000000000}"/>
          </ac:picMkLst>
        </pc:picChg>
        <pc:picChg chg="add mod">
          <ac:chgData name="Zhi Wang" userId="7588ea56f58b19c7" providerId="LiveId" clId="{96B72205-E234-467C-A3DC-8BF4882781A8}" dt="2026-09-13T12:33:07.413" v="4713" actId="1076"/>
          <ac:picMkLst>
            <pc:docMk/>
            <pc:sldMk cId="1316004339" sldId="483"/>
            <ac:picMk id="8" creationId="{34CDF818-0E70-B228-5792-E7469173FF42}"/>
          </ac:picMkLst>
        </pc:picChg>
      </pc:sldChg>
      <pc:sldChg chg="addSp delSp mod">
        <pc:chgData name="Zhi Wang" userId="7588ea56f58b19c7" providerId="LiveId" clId="{96B72205-E234-467C-A3DC-8BF4882781A8}" dt="2026-09-13T12:36:43.547" v="4862" actId="22"/>
        <pc:sldMkLst>
          <pc:docMk/>
          <pc:sldMk cId="2669564043" sldId="484"/>
        </pc:sldMkLst>
        <pc:graphicFrameChg chg="del">
          <ac:chgData name="Zhi Wang" userId="7588ea56f58b19c7" providerId="LiveId" clId="{96B72205-E234-467C-A3DC-8BF4882781A8}" dt="2026-09-13T12:36:43.222" v="4861" actId="478"/>
          <ac:graphicFrameMkLst>
            <pc:docMk/>
            <pc:sldMk cId="2669564043" sldId="484"/>
            <ac:graphicFrameMk id="2" creationId="{2A2A2988-2196-6A86-CD4F-4D802A794184}"/>
          </ac:graphicFrameMkLst>
        </pc:graphicFrameChg>
        <pc:graphicFrameChg chg="add">
          <ac:chgData name="Zhi Wang" userId="7588ea56f58b19c7" providerId="LiveId" clId="{96B72205-E234-467C-A3DC-8BF4882781A8}" dt="2026-09-13T12:36:43.547" v="4862" actId="22"/>
          <ac:graphicFrameMkLst>
            <pc:docMk/>
            <pc:sldMk cId="2669564043" sldId="484"/>
            <ac:graphicFrameMk id="4" creationId="{93FED61E-D637-FE40-1478-4878ED89CE3E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47.609" v="4864" actId="22"/>
        <pc:sldMkLst>
          <pc:docMk/>
          <pc:sldMk cId="279023808" sldId="485"/>
        </pc:sldMkLst>
        <pc:spChg chg="mod">
          <ac:chgData name="Zhi Wang" userId="7588ea56f58b19c7" providerId="LiveId" clId="{96B72205-E234-467C-A3DC-8BF4882781A8}" dt="2026-09-13T12:18:22.697" v="4245" actId="14100"/>
          <ac:spMkLst>
            <pc:docMk/>
            <pc:sldMk cId="279023808" sldId="485"/>
            <ac:spMk id="46082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6:47.270" v="4863" actId="478"/>
          <ac:graphicFrameMkLst>
            <pc:docMk/>
            <pc:sldMk cId="279023808" sldId="485"/>
            <ac:graphicFrameMk id="2" creationId="{23277322-BFE0-9F8D-EBFA-CC052191BD19}"/>
          </ac:graphicFrameMkLst>
        </pc:graphicFrameChg>
        <pc:graphicFrameChg chg="add">
          <ac:chgData name="Zhi Wang" userId="7588ea56f58b19c7" providerId="LiveId" clId="{96B72205-E234-467C-A3DC-8BF4882781A8}" dt="2026-09-13T12:36:47.609" v="4864" actId="22"/>
          <ac:graphicFrameMkLst>
            <pc:docMk/>
            <pc:sldMk cId="279023808" sldId="485"/>
            <ac:graphicFrameMk id="4" creationId="{815F3D62-9F79-14F5-A459-9F3DBFA21953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51.766" v="4866" actId="22"/>
        <pc:sldMkLst>
          <pc:docMk/>
          <pc:sldMk cId="1634375510" sldId="486"/>
        </pc:sldMkLst>
        <pc:spChg chg="mod">
          <ac:chgData name="Zhi Wang" userId="7588ea56f58b19c7" providerId="LiveId" clId="{96B72205-E234-467C-A3DC-8BF4882781A8}" dt="2026-09-13T12:18:26.327" v="4247" actId="14100"/>
          <ac:spMkLst>
            <pc:docMk/>
            <pc:sldMk cId="1634375510" sldId="486"/>
            <ac:spMk id="47106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6:51.427" v="4865" actId="478"/>
          <ac:graphicFrameMkLst>
            <pc:docMk/>
            <pc:sldMk cId="1634375510" sldId="486"/>
            <ac:graphicFrameMk id="2" creationId="{D7693545-3DB3-5884-0B37-3F43B4E44B17}"/>
          </ac:graphicFrameMkLst>
        </pc:graphicFrameChg>
        <pc:graphicFrameChg chg="add">
          <ac:chgData name="Zhi Wang" userId="7588ea56f58b19c7" providerId="LiveId" clId="{96B72205-E234-467C-A3DC-8BF4882781A8}" dt="2026-09-13T12:36:51.766" v="4866" actId="22"/>
          <ac:graphicFrameMkLst>
            <pc:docMk/>
            <pc:sldMk cId="1634375510" sldId="486"/>
            <ac:graphicFrameMk id="4" creationId="{305C9B44-CEAB-EBB7-91D2-F2596799E352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54.852" v="4868" actId="22"/>
        <pc:sldMkLst>
          <pc:docMk/>
          <pc:sldMk cId="1562631991" sldId="487"/>
        </pc:sldMkLst>
        <pc:spChg chg="mod">
          <ac:chgData name="Zhi Wang" userId="7588ea56f58b19c7" providerId="LiveId" clId="{96B72205-E234-467C-A3DC-8BF4882781A8}" dt="2026-09-13T12:18:30.904" v="4254" actId="14100"/>
          <ac:spMkLst>
            <pc:docMk/>
            <pc:sldMk cId="1562631991" sldId="487"/>
            <ac:spMk id="5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6:54.529" v="4867" actId="478"/>
          <ac:graphicFrameMkLst>
            <pc:docMk/>
            <pc:sldMk cId="1562631991" sldId="487"/>
            <ac:graphicFrameMk id="2" creationId="{BE2BB42D-5D23-3983-6B43-5FB003098C43}"/>
          </ac:graphicFrameMkLst>
        </pc:graphicFrameChg>
        <pc:graphicFrameChg chg="add">
          <ac:chgData name="Zhi Wang" userId="7588ea56f58b19c7" providerId="LiveId" clId="{96B72205-E234-467C-A3DC-8BF4882781A8}" dt="2026-09-13T12:36:54.852" v="4868" actId="22"/>
          <ac:graphicFrameMkLst>
            <pc:docMk/>
            <pc:sldMk cId="1562631991" sldId="487"/>
            <ac:graphicFrameMk id="7" creationId="{C4754778-F4C0-975C-BD65-43E6B869E657}"/>
          </ac:graphicFrameMkLst>
        </pc:graphicFrameChg>
      </pc:sldChg>
      <pc:sldChg chg="modSp mod">
        <pc:chgData name="Zhi Wang" userId="7588ea56f58b19c7" providerId="LiveId" clId="{96B72205-E234-467C-A3DC-8BF4882781A8}" dt="2026-09-13T12:37:20.521" v="4880"/>
        <pc:sldMkLst>
          <pc:docMk/>
          <pc:sldMk cId="2575850608" sldId="488"/>
        </pc:sldMkLst>
        <pc:spChg chg="mod">
          <ac:chgData name="Zhi Wang" userId="7588ea56f58b19c7" providerId="LiveId" clId="{96B72205-E234-467C-A3DC-8BF4882781A8}" dt="2026-09-13T12:33:10.975" v="4714" actId="20577"/>
          <ac:spMkLst>
            <pc:docMk/>
            <pc:sldMk cId="2575850608" sldId="488"/>
            <ac:spMk id="39938" creationId="{00000000-0000-0000-0000-000000000000}"/>
          </ac:spMkLst>
        </pc:spChg>
        <pc:graphicFrameChg chg="mod">
          <ac:chgData name="Zhi Wang" userId="7588ea56f58b19c7" providerId="LiveId" clId="{96B72205-E234-467C-A3DC-8BF4882781A8}" dt="2026-09-13T12:37:20.521" v="4880"/>
          <ac:graphicFrameMkLst>
            <pc:docMk/>
            <pc:sldMk cId="2575850608" sldId="488"/>
            <ac:graphicFrameMk id="2" creationId="{12259F3C-8F94-D91C-5840-9F687B8F5548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6:57.948" v="4870" actId="22"/>
        <pc:sldMkLst>
          <pc:docMk/>
          <pc:sldMk cId="273693857" sldId="492"/>
        </pc:sldMkLst>
        <pc:spChg chg="mod">
          <ac:chgData name="Zhi Wang" userId="7588ea56f58b19c7" providerId="LiveId" clId="{96B72205-E234-467C-A3DC-8BF4882781A8}" dt="2026-09-13T12:18:41.410" v="4279" actId="14100"/>
          <ac:spMkLst>
            <pc:docMk/>
            <pc:sldMk cId="273693857" sldId="492"/>
            <ac:spMk id="41986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6:57.622" v="4869" actId="478"/>
          <ac:graphicFrameMkLst>
            <pc:docMk/>
            <pc:sldMk cId="273693857" sldId="492"/>
            <ac:graphicFrameMk id="2" creationId="{5DF1B448-9382-2D88-E8ED-A52D573D1E03}"/>
          </ac:graphicFrameMkLst>
        </pc:graphicFrameChg>
        <pc:graphicFrameChg chg="add">
          <ac:chgData name="Zhi Wang" userId="7588ea56f58b19c7" providerId="LiveId" clId="{96B72205-E234-467C-A3DC-8BF4882781A8}" dt="2026-09-13T12:36:57.948" v="4870" actId="22"/>
          <ac:graphicFrameMkLst>
            <pc:docMk/>
            <pc:sldMk cId="273693857" sldId="492"/>
            <ac:graphicFrameMk id="4" creationId="{9D8AC3EA-CE81-08BF-977F-93AB0C3914A3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7:00.950" v="4872" actId="22"/>
        <pc:sldMkLst>
          <pc:docMk/>
          <pc:sldMk cId="3497924197" sldId="493"/>
        </pc:sldMkLst>
        <pc:spChg chg="add del mod">
          <ac:chgData name="Zhi Wang" userId="7588ea56f58b19c7" providerId="LiveId" clId="{96B72205-E234-467C-A3DC-8BF4882781A8}" dt="2026-09-13T12:18:51.010" v="4281" actId="478"/>
          <ac:spMkLst>
            <pc:docMk/>
            <pc:sldMk cId="3497924197" sldId="493"/>
            <ac:spMk id="4" creationId="{64A76788-0C34-A8E0-4FBE-02695286144E}"/>
          </ac:spMkLst>
        </pc:spChg>
        <pc:spChg chg="add mod">
          <ac:chgData name="Zhi Wang" userId="7588ea56f58b19c7" providerId="LiveId" clId="{96B72205-E234-467C-A3DC-8BF4882781A8}" dt="2026-09-13T12:18:51.268" v="4282"/>
          <ac:spMkLst>
            <pc:docMk/>
            <pc:sldMk cId="3497924197" sldId="493"/>
            <ac:spMk id="5" creationId="{C0EEAE7C-0ECD-8DB3-2F65-059604014DD2}"/>
          </ac:spMkLst>
        </pc:spChg>
        <pc:spChg chg="del">
          <ac:chgData name="Zhi Wang" userId="7588ea56f58b19c7" providerId="LiveId" clId="{96B72205-E234-467C-A3DC-8BF4882781A8}" dt="2026-09-13T12:18:49.005" v="4280" actId="478"/>
          <ac:spMkLst>
            <pc:docMk/>
            <pc:sldMk cId="3497924197" sldId="493"/>
            <ac:spMk id="43010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7:00.654" v="4871" actId="478"/>
          <ac:graphicFrameMkLst>
            <pc:docMk/>
            <pc:sldMk cId="3497924197" sldId="493"/>
            <ac:graphicFrameMk id="2" creationId="{38296238-8291-F07D-6B26-32B1AE35E51A}"/>
          </ac:graphicFrameMkLst>
        </pc:graphicFrameChg>
        <pc:graphicFrameChg chg="add">
          <ac:chgData name="Zhi Wang" userId="7588ea56f58b19c7" providerId="LiveId" clId="{96B72205-E234-467C-A3DC-8BF4882781A8}" dt="2026-09-13T12:37:00.950" v="4872" actId="22"/>
          <ac:graphicFrameMkLst>
            <pc:docMk/>
            <pc:sldMk cId="3497924197" sldId="493"/>
            <ac:graphicFrameMk id="8" creationId="{BB12B32D-2D6B-EC55-2E09-30EA496AA653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7:07.066" v="4876" actId="22"/>
        <pc:sldMkLst>
          <pc:docMk/>
          <pc:sldMk cId="3787276993" sldId="495"/>
        </pc:sldMkLst>
        <pc:spChg chg="mod">
          <ac:chgData name="Zhi Wang" userId="7588ea56f58b19c7" providerId="LiveId" clId="{96B72205-E234-467C-A3DC-8BF4882781A8}" dt="2026-09-13T12:20:46.491" v="4302"/>
          <ac:spMkLst>
            <pc:docMk/>
            <pc:sldMk cId="3787276993" sldId="495"/>
            <ac:spMk id="37890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7:06.760" v="4875" actId="478"/>
          <ac:graphicFrameMkLst>
            <pc:docMk/>
            <pc:sldMk cId="3787276993" sldId="495"/>
            <ac:graphicFrameMk id="2" creationId="{4FF3D340-2FD7-83F4-A3CA-5202D294664D}"/>
          </ac:graphicFrameMkLst>
        </pc:graphicFrameChg>
        <pc:graphicFrameChg chg="add">
          <ac:chgData name="Zhi Wang" userId="7588ea56f58b19c7" providerId="LiveId" clId="{96B72205-E234-467C-A3DC-8BF4882781A8}" dt="2026-09-13T12:37:07.066" v="4876" actId="22"/>
          <ac:graphicFrameMkLst>
            <pc:docMk/>
            <pc:sldMk cId="3787276993" sldId="495"/>
            <ac:graphicFrameMk id="4" creationId="{5CBA3617-9D0E-DABE-E5AF-DA94F14BCFAD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7:03.938" v="4874" actId="22"/>
        <pc:sldMkLst>
          <pc:docMk/>
          <pc:sldMk cId="2230388109" sldId="498"/>
        </pc:sldMkLst>
        <pc:spChg chg="mod">
          <ac:chgData name="Zhi Wang" userId="7588ea56f58b19c7" providerId="LiveId" clId="{96B72205-E234-467C-A3DC-8BF4882781A8}" dt="2026-09-13T12:19:28.763" v="4300"/>
          <ac:spMkLst>
            <pc:docMk/>
            <pc:sldMk cId="2230388109" sldId="498"/>
            <ac:spMk id="44034" creationId="{00000000-0000-0000-0000-000000000000}"/>
          </ac:spMkLst>
        </pc:spChg>
        <pc:graphicFrameChg chg="del">
          <ac:chgData name="Zhi Wang" userId="7588ea56f58b19c7" providerId="LiveId" clId="{96B72205-E234-467C-A3DC-8BF4882781A8}" dt="2026-09-13T12:37:03.618" v="4873" actId="478"/>
          <ac:graphicFrameMkLst>
            <pc:docMk/>
            <pc:sldMk cId="2230388109" sldId="498"/>
            <ac:graphicFrameMk id="2" creationId="{41E9DC80-215C-44C6-2AB8-65970DCF2590}"/>
          </ac:graphicFrameMkLst>
        </pc:graphicFrameChg>
        <pc:graphicFrameChg chg="add">
          <ac:chgData name="Zhi Wang" userId="7588ea56f58b19c7" providerId="LiveId" clId="{96B72205-E234-467C-A3DC-8BF4882781A8}" dt="2026-09-13T12:37:03.938" v="4874" actId="22"/>
          <ac:graphicFrameMkLst>
            <pc:docMk/>
            <pc:sldMk cId="2230388109" sldId="498"/>
            <ac:graphicFrameMk id="4" creationId="{28FBB33F-0F9E-D373-EAE0-B667F2A6FCC3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41:46.613" v="4908"/>
        <pc:sldMkLst>
          <pc:docMk/>
          <pc:sldMk cId="2081167297" sldId="499"/>
        </pc:sldMkLst>
        <pc:spChg chg="mod">
          <ac:chgData name="Zhi Wang" userId="7588ea56f58b19c7" providerId="LiveId" clId="{96B72205-E234-467C-A3DC-8BF4882781A8}" dt="2026-09-13T10:30:58.802" v="2409" actId="1076"/>
          <ac:spMkLst>
            <pc:docMk/>
            <pc:sldMk cId="2081167297" sldId="499"/>
            <ac:spMk id="3" creationId="{00000000-0000-0000-0000-000000000000}"/>
          </ac:spMkLst>
        </pc:spChg>
        <pc:spChg chg="add mod">
          <ac:chgData name="Zhi Wang" userId="7588ea56f58b19c7" providerId="LiveId" clId="{96B72205-E234-467C-A3DC-8BF4882781A8}" dt="2026-09-13T10:23:31.369" v="2193"/>
          <ac:spMkLst>
            <pc:docMk/>
            <pc:sldMk cId="2081167297" sldId="499"/>
            <ac:spMk id="6" creationId="{114C011F-31B6-D46B-945F-8F92D550026B}"/>
          </ac:spMkLst>
        </pc:spChg>
        <pc:spChg chg="mo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8" creationId="{3B61C82E-D4D1-5838-A4E6-585D1C56747B}"/>
          </ac:spMkLst>
        </pc:spChg>
        <pc:spChg chg="mo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9" creationId="{5028F28D-C76B-3D35-924E-0458EEFD502B}"/>
          </ac:spMkLst>
        </pc:spChg>
        <pc:spChg chg="mod">
          <ac:chgData name="Zhi Wang" userId="7588ea56f58b19c7" providerId="LiveId" clId="{96B72205-E234-467C-A3DC-8BF4882781A8}" dt="2026-09-13T10:31:05.754" v="2411" actId="208"/>
          <ac:spMkLst>
            <pc:docMk/>
            <pc:sldMk cId="2081167297" sldId="499"/>
            <ac:spMk id="10" creationId="{00000000-0000-0000-0000-000000000000}"/>
          </ac:spMkLst>
        </pc:spChg>
        <pc:spChg chg="mo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11" creationId="{00000000-0000-0000-0000-000000000000}"/>
          </ac:spMkLst>
        </pc:spChg>
        <pc:spChg chg="mo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13" creationId="{1FBCFFCA-C9B4-77D2-E106-C17D05F13C24}"/>
          </ac:spMkLst>
        </pc:spChg>
        <pc:spChg chg="add mod or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14" creationId="{110F322E-63E8-3B8A-5BA5-8706C81A6A2D}"/>
          </ac:spMkLst>
        </pc:spChg>
        <pc:spChg chg="mo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22" creationId="{DDE13837-BEAA-4BB6-F692-FD27FA2B8C21}"/>
          </ac:spMkLst>
        </pc:spChg>
        <pc:spChg chg="add del">
          <ac:chgData name="Zhi Wang" userId="7588ea56f58b19c7" providerId="LiveId" clId="{96B72205-E234-467C-A3DC-8BF4882781A8}" dt="2026-09-13T10:26:55.093" v="2299" actId="22"/>
          <ac:spMkLst>
            <pc:docMk/>
            <pc:sldMk cId="2081167297" sldId="499"/>
            <ac:spMk id="24" creationId="{B27E7797-D9B3-3664-DF7D-9B576F2A1A0A}"/>
          </ac:spMkLst>
        </pc:spChg>
        <pc:spChg chg="add mod or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26" creationId="{AC6B93A5-71D6-F5AE-D4BA-8B62ED24BD8F}"/>
          </ac:spMkLst>
        </pc:spChg>
        <pc:spChg chg="add mod ord">
          <ac:chgData name="Zhi Wang" userId="7588ea56f58b19c7" providerId="LiveId" clId="{96B72205-E234-467C-A3DC-8BF4882781A8}" dt="2026-09-13T10:30:23.717" v="2401" actId="1037"/>
          <ac:spMkLst>
            <pc:docMk/>
            <pc:sldMk cId="2081167297" sldId="499"/>
            <ac:spMk id="31" creationId="{7698EAB4-F809-3AD1-01C4-8671723BD119}"/>
          </ac:spMkLst>
        </pc:spChg>
        <pc:spChg chg="add del mod">
          <ac:chgData name="Zhi Wang" userId="7588ea56f58b19c7" providerId="LiveId" clId="{96B72205-E234-467C-A3DC-8BF4882781A8}" dt="2026-09-13T10:30:16.655" v="2364"/>
          <ac:spMkLst>
            <pc:docMk/>
            <pc:sldMk cId="2081167297" sldId="499"/>
            <ac:spMk id="40" creationId="{1CFC487B-1106-5CBA-DD93-8FB9827E238D}"/>
          </ac:spMkLst>
        </pc:spChg>
        <pc:spChg chg="del mod">
          <ac:chgData name="Zhi Wang" userId="7588ea56f58b19c7" providerId="LiveId" clId="{96B72205-E234-467C-A3DC-8BF4882781A8}" dt="2026-09-13T10:23:28.988" v="2192" actId="478"/>
          <ac:spMkLst>
            <pc:docMk/>
            <pc:sldMk cId="2081167297" sldId="499"/>
            <ac:spMk id="23554" creationId="{00000000-0000-0000-0000-000000000000}"/>
          </ac:spMkLst>
        </pc:spChg>
        <pc:spChg chg="mod">
          <ac:chgData name="Zhi Wang" userId="7588ea56f58b19c7" providerId="LiveId" clId="{96B72205-E234-467C-A3DC-8BF4882781A8}" dt="2026-09-13T10:40:36.616" v="2648" actId="20577"/>
          <ac:spMkLst>
            <pc:docMk/>
            <pc:sldMk cId="2081167297" sldId="499"/>
            <ac:spMk id="23555" creationId="{00000000-0000-0000-0000-000000000000}"/>
          </ac:spMkLst>
        </pc:spChg>
        <pc:grpChg chg="add mod">
          <ac:chgData name="Zhi Wang" userId="7588ea56f58b19c7" providerId="LiveId" clId="{96B72205-E234-467C-A3DC-8BF4882781A8}" dt="2026-09-13T10:26:34.601" v="2292" actId="1076"/>
          <ac:grpSpMkLst>
            <pc:docMk/>
            <pc:sldMk cId="2081167297" sldId="499"/>
            <ac:grpSpMk id="17" creationId="{0BA4E809-DAB5-7C5D-125B-4467E60BC0EB}"/>
          </ac:grpSpMkLst>
        </pc:grpChg>
        <pc:grpChg chg="add mod">
          <ac:chgData name="Zhi Wang" userId="7588ea56f58b19c7" providerId="LiveId" clId="{96B72205-E234-467C-A3DC-8BF4882781A8}" dt="2026-09-13T10:27:17.499" v="2306" actId="1076"/>
          <ac:grpSpMkLst>
            <pc:docMk/>
            <pc:sldMk cId="2081167297" sldId="499"/>
            <ac:grpSpMk id="27" creationId="{FE1845DF-3E97-4E2F-1B45-A07E9A1213A0}"/>
          </ac:grpSpMkLst>
        </pc:grpChg>
        <pc:grpChg chg="add mod">
          <ac:chgData name="Zhi Wang" userId="7588ea56f58b19c7" providerId="LiveId" clId="{96B72205-E234-467C-A3DC-8BF4882781A8}" dt="2026-09-13T10:27:48.142" v="2317" actId="1076"/>
          <ac:grpSpMkLst>
            <pc:docMk/>
            <pc:sldMk cId="2081167297" sldId="499"/>
            <ac:grpSpMk id="32" creationId="{EEF6845C-B179-FAD9-6A36-9A150A5B82C2}"/>
          </ac:grpSpMkLst>
        </pc:grpChg>
        <pc:graphicFrameChg chg="del">
          <ac:chgData name="Zhi Wang" userId="7588ea56f58b19c7" providerId="LiveId" clId="{96B72205-E234-467C-A3DC-8BF4882781A8}" dt="2026-09-13T12:35:20.382" v="4770" actId="478"/>
          <ac:graphicFrameMkLst>
            <pc:docMk/>
            <pc:sldMk cId="2081167297" sldId="499"/>
            <ac:graphicFrameMk id="2" creationId="{5054A006-B628-D5F5-F709-80BBA53F58AA}"/>
          </ac:graphicFrameMkLst>
        </pc:graphicFrameChg>
        <pc:graphicFrameChg chg="add">
          <ac:chgData name="Zhi Wang" userId="7588ea56f58b19c7" providerId="LiveId" clId="{96B72205-E234-467C-A3DC-8BF4882781A8}" dt="2026-09-13T12:35:20.648" v="4771" actId="22"/>
          <ac:graphicFrameMkLst>
            <pc:docMk/>
            <pc:sldMk cId="2081167297" sldId="499"/>
            <ac:graphicFrameMk id="42" creationId="{7B973A74-7784-697F-A10A-8CED09770559}"/>
          </ac:graphicFrameMkLst>
        </pc:graphicFrameChg>
        <pc:picChg chg="mod">
          <ac:chgData name="Zhi Wang" userId="7588ea56f58b19c7" providerId="LiveId" clId="{96B72205-E234-467C-A3DC-8BF4882781A8}" dt="2026-09-13T10:26:30.824" v="2291" actId="164"/>
          <ac:picMkLst>
            <pc:docMk/>
            <pc:sldMk cId="2081167297" sldId="499"/>
            <ac:picMk id="5" creationId="{96EEB904-343D-06BE-738F-D2AD9A1AA935}"/>
          </ac:picMkLst>
        </pc:picChg>
        <pc:picChg chg="mod">
          <ac:chgData name="Zhi Wang" userId="7588ea56f58b19c7" providerId="LiveId" clId="{96B72205-E234-467C-A3DC-8BF4882781A8}" dt="2026-09-13T10:30:23.717" v="2401" actId="1037"/>
          <ac:picMkLst>
            <pc:docMk/>
            <pc:sldMk cId="2081167297" sldId="499"/>
            <ac:picMk id="7" creationId="{36ECFB2F-4BF7-433C-F69E-4A192486D2D3}"/>
          </ac:picMkLst>
        </pc:picChg>
        <pc:picChg chg="mod">
          <ac:chgData name="Zhi Wang" userId="7588ea56f58b19c7" providerId="LiveId" clId="{96B72205-E234-467C-A3DC-8BF4882781A8}" dt="2026-09-13T10:27:43.044" v="2316" actId="164"/>
          <ac:picMkLst>
            <pc:docMk/>
            <pc:sldMk cId="2081167297" sldId="499"/>
            <ac:picMk id="21" creationId="{F80844B5-8380-75AD-03FA-B447C4C49E2B}"/>
          </ac:picMkLst>
        </pc:picChg>
        <pc:picChg chg="mod">
          <ac:chgData name="Zhi Wang" userId="7588ea56f58b19c7" providerId="LiveId" clId="{96B72205-E234-467C-A3DC-8BF4882781A8}" dt="2026-09-13T10:27:17.499" v="2306" actId="1076"/>
          <ac:picMkLst>
            <pc:docMk/>
            <pc:sldMk cId="2081167297" sldId="499"/>
            <ac:picMk id="1026" creationId="{B3A4B177-677F-F458-6709-12DC494C2499}"/>
          </ac:picMkLst>
        </pc:picChg>
        <pc:cxnChg chg="del mod">
          <ac:chgData name="Zhi Wang" userId="7588ea56f58b19c7" providerId="LiveId" clId="{96B72205-E234-467C-A3DC-8BF4882781A8}" dt="2026-09-13T10:27:55.036" v="2319" actId="478"/>
          <ac:cxnSpMkLst>
            <pc:docMk/>
            <pc:sldMk cId="2081167297" sldId="499"/>
            <ac:cxnSpMk id="15" creationId="{FD8DA472-1242-E3B2-5B4B-CFCBCD28E480}"/>
          </ac:cxnSpMkLst>
        </pc:cxnChg>
        <pc:cxnChg chg="mod">
          <ac:chgData name="Zhi Wang" userId="7588ea56f58b19c7" providerId="LiveId" clId="{96B72205-E234-467C-A3DC-8BF4882781A8}" dt="2026-09-13T10:28:00.598" v="2321" actId="14100"/>
          <ac:cxnSpMkLst>
            <pc:docMk/>
            <pc:sldMk cId="2081167297" sldId="499"/>
            <ac:cxnSpMk id="16" creationId="{85B8EDB1-F3D9-0203-9AB1-DCD63AEA2B51}"/>
          </ac:cxnSpMkLst>
        </pc:cxnChg>
        <pc:cxnChg chg="mod">
          <ac:chgData name="Zhi Wang" userId="7588ea56f58b19c7" providerId="LiveId" clId="{96B72205-E234-467C-A3DC-8BF4882781A8}" dt="2026-09-13T10:28:06.035" v="2324" actId="14100"/>
          <ac:cxnSpMkLst>
            <pc:docMk/>
            <pc:sldMk cId="2081167297" sldId="499"/>
            <ac:cxnSpMk id="23" creationId="{E2F3DB2E-78C1-DC67-EEF5-0E6B71E78D19}"/>
          </ac:cxnSpMkLst>
        </pc:cxnChg>
        <pc:cxnChg chg="add mod">
          <ac:chgData name="Zhi Wang" userId="7588ea56f58b19c7" providerId="LiveId" clId="{96B72205-E234-467C-A3DC-8BF4882781A8}" dt="2026-09-13T10:28:12.368" v="2327" actId="14100"/>
          <ac:cxnSpMkLst>
            <pc:docMk/>
            <pc:sldMk cId="2081167297" sldId="499"/>
            <ac:cxnSpMk id="37" creationId="{8F86562A-F5AC-9AC4-E1F7-9A9428A20725}"/>
          </ac:cxnSpMkLst>
        </pc:cxnChg>
      </pc:sldChg>
      <pc:sldChg chg="addSp delSp modSp mod">
        <pc:chgData name="Zhi Wang" userId="7588ea56f58b19c7" providerId="LiveId" clId="{96B72205-E234-467C-A3DC-8BF4882781A8}" dt="2026-09-13T12:36:02.666" v="4842" actId="207"/>
        <pc:sldMkLst>
          <pc:docMk/>
          <pc:sldMk cId="3425708867" sldId="500"/>
        </pc:sldMkLst>
        <pc:spChg chg="del mod">
          <ac:chgData name="Zhi Wang" userId="7588ea56f58b19c7" providerId="LiveId" clId="{96B72205-E234-467C-A3DC-8BF4882781A8}" dt="2026-09-13T11:34:35.031" v="2746" actId="478"/>
          <ac:spMkLst>
            <pc:docMk/>
            <pc:sldMk cId="3425708867" sldId="500"/>
            <ac:spMk id="2" creationId="{A2329453-E445-C766-DAC8-4E15EAD4B55F}"/>
          </ac:spMkLst>
        </pc:spChg>
        <pc:spChg chg="mod">
          <ac:chgData name="Zhi Wang" userId="7588ea56f58b19c7" providerId="LiveId" clId="{96B72205-E234-467C-A3DC-8BF4882781A8}" dt="2026-09-13T11:35:19.115" v="2764" actId="11"/>
          <ac:spMkLst>
            <pc:docMk/>
            <pc:sldMk cId="3425708867" sldId="500"/>
            <ac:spMk id="3" creationId="{E648D541-B724-4B46-BA05-9F7CAA057B97}"/>
          </ac:spMkLst>
        </pc:spChg>
        <pc:spChg chg="add mod">
          <ac:chgData name="Zhi Wang" userId="7588ea56f58b19c7" providerId="LiveId" clId="{96B72205-E234-467C-A3DC-8BF4882781A8}" dt="2026-09-13T12:36:02.666" v="4842" actId="207"/>
          <ac:spMkLst>
            <pc:docMk/>
            <pc:sldMk cId="3425708867" sldId="500"/>
            <ac:spMk id="6" creationId="{F57A1492-7D06-9A48-793B-CA6D5617326D}"/>
          </ac:spMkLst>
        </pc:spChg>
        <pc:spChg chg="add del mod">
          <ac:chgData name="Zhi Wang" userId="7588ea56f58b19c7" providerId="LiveId" clId="{96B72205-E234-467C-A3DC-8BF4882781A8}" dt="2026-09-13T11:34:36.052" v="2747" actId="478"/>
          <ac:spMkLst>
            <pc:docMk/>
            <pc:sldMk cId="3425708867" sldId="500"/>
            <ac:spMk id="8" creationId="{32E8590E-09C3-06C3-7893-EC0CEAB78DD5}"/>
          </ac:spMkLst>
        </pc:spChg>
        <pc:graphicFrameChg chg="del">
          <ac:chgData name="Zhi Wang" userId="7588ea56f58b19c7" providerId="LiveId" clId="{96B72205-E234-467C-A3DC-8BF4882781A8}" dt="2026-09-13T12:35:40.826" v="4783" actId="478"/>
          <ac:graphicFrameMkLst>
            <pc:docMk/>
            <pc:sldMk cId="3425708867" sldId="500"/>
            <ac:graphicFrameMk id="4" creationId="{7983667A-47CE-8818-157C-8F69E4DB5FDB}"/>
          </ac:graphicFrameMkLst>
        </pc:graphicFrameChg>
        <pc:graphicFrameChg chg="add">
          <ac:chgData name="Zhi Wang" userId="7588ea56f58b19c7" providerId="LiveId" clId="{96B72205-E234-467C-A3DC-8BF4882781A8}" dt="2026-09-13T12:35:41.146" v="4784" actId="22"/>
          <ac:graphicFrameMkLst>
            <pc:docMk/>
            <pc:sldMk cId="3425708867" sldId="500"/>
            <ac:graphicFrameMk id="10" creationId="{5696C018-81C1-8E3E-BF64-10659A4BCF93}"/>
          </ac:graphicFrameMkLst>
        </pc:graphicFrameChg>
      </pc:sldChg>
      <pc:sldChg chg="addSp delSp mod ord">
        <pc:chgData name="Zhi Wang" userId="7588ea56f58b19c7" providerId="LiveId" clId="{96B72205-E234-467C-A3DC-8BF4882781A8}" dt="2026-09-13T12:35:25.839" v="4775" actId="22"/>
        <pc:sldMkLst>
          <pc:docMk/>
          <pc:sldMk cId="3998931583" sldId="502"/>
        </pc:sldMkLst>
        <pc:graphicFrameChg chg="del">
          <ac:chgData name="Zhi Wang" userId="7588ea56f58b19c7" providerId="LiveId" clId="{96B72205-E234-467C-A3DC-8BF4882781A8}" dt="2026-09-13T12:35:25.589" v="4774" actId="478"/>
          <ac:graphicFrameMkLst>
            <pc:docMk/>
            <pc:sldMk cId="3998931583" sldId="502"/>
            <ac:graphicFrameMk id="3" creationId="{FE39E6BB-7F6B-232F-5427-9182AC3A0373}"/>
          </ac:graphicFrameMkLst>
        </pc:graphicFrameChg>
        <pc:graphicFrameChg chg="add">
          <ac:chgData name="Zhi Wang" userId="7588ea56f58b19c7" providerId="LiveId" clId="{96B72205-E234-467C-A3DC-8BF4882781A8}" dt="2026-09-13T12:35:25.839" v="4775" actId="22"/>
          <ac:graphicFrameMkLst>
            <pc:docMk/>
            <pc:sldMk cId="3998931583" sldId="502"/>
            <ac:graphicFrameMk id="6" creationId="{C478269C-0BF8-19FF-D5C4-5BB9A05C60E1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40:58.484" v="4901"/>
        <pc:sldMkLst>
          <pc:docMk/>
          <pc:sldMk cId="747534579" sldId="503"/>
        </pc:sldMkLst>
        <pc:spChg chg="del">
          <ac:chgData name="Zhi Wang" userId="7588ea56f58b19c7" providerId="LiveId" clId="{96B72205-E234-467C-A3DC-8BF4882781A8}" dt="2026-09-13T10:11:52.708" v="1467" actId="478"/>
          <ac:spMkLst>
            <pc:docMk/>
            <pc:sldMk cId="747534579" sldId="503"/>
            <ac:spMk id="2" creationId="{F0D37685-155D-2C2D-71E0-28D50AF2CF42}"/>
          </ac:spMkLst>
        </pc:spChg>
        <pc:spChg chg="mod">
          <ac:chgData name="Zhi Wang" userId="7588ea56f58b19c7" providerId="LiveId" clId="{96B72205-E234-467C-A3DC-8BF4882781A8}" dt="2026-09-13T10:12:49.447" v="1483" actId="20577"/>
          <ac:spMkLst>
            <pc:docMk/>
            <pc:sldMk cId="747534579" sldId="503"/>
            <ac:spMk id="3" creationId="{F1FA3A1B-2302-C58E-6B64-F0CF8599B937}"/>
          </ac:spMkLst>
        </pc:spChg>
        <pc:spChg chg="add mod">
          <ac:chgData name="Zhi Wang" userId="7588ea56f58b19c7" providerId="LiveId" clId="{96B72205-E234-467C-A3DC-8BF4882781A8}" dt="2026-09-13T10:11:50.395" v="1466"/>
          <ac:spMkLst>
            <pc:docMk/>
            <pc:sldMk cId="747534579" sldId="503"/>
            <ac:spMk id="6" creationId="{7AAD6902-08D9-834B-B0C6-FFFBCEC2244C}"/>
          </ac:spMkLst>
        </pc:spChg>
        <pc:spChg chg="add del mod">
          <ac:chgData name="Zhi Wang" userId="7588ea56f58b19c7" providerId="LiveId" clId="{96B72205-E234-467C-A3DC-8BF4882781A8}" dt="2026-09-13T10:11:53.719" v="1468" actId="478"/>
          <ac:spMkLst>
            <pc:docMk/>
            <pc:sldMk cId="747534579" sldId="503"/>
            <ac:spMk id="8" creationId="{99E05D59-0101-987A-1BD3-E491D17EC3C6}"/>
          </ac:spMkLst>
        </pc:spChg>
        <pc:graphicFrameChg chg="del">
          <ac:chgData name="Zhi Wang" userId="7588ea56f58b19c7" providerId="LiveId" clId="{96B72205-E234-467C-A3DC-8BF4882781A8}" dt="2026-09-13T12:35:12.340" v="4764" actId="478"/>
          <ac:graphicFrameMkLst>
            <pc:docMk/>
            <pc:sldMk cId="747534579" sldId="503"/>
            <ac:graphicFrameMk id="4" creationId="{04D16CC4-5E2B-A29A-4C51-49CE83C9E59C}"/>
          </ac:graphicFrameMkLst>
        </pc:graphicFrameChg>
        <pc:graphicFrameChg chg="add">
          <ac:chgData name="Zhi Wang" userId="7588ea56f58b19c7" providerId="LiveId" clId="{96B72205-E234-467C-A3DC-8BF4882781A8}" dt="2026-09-13T12:35:12.612" v="4765" actId="22"/>
          <ac:graphicFrameMkLst>
            <pc:docMk/>
            <pc:sldMk cId="747534579" sldId="503"/>
            <ac:graphicFrameMk id="10" creationId="{A45BBD05-1863-A86C-517D-44930166FCA9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41:11.166" v="4902"/>
        <pc:sldMkLst>
          <pc:docMk/>
          <pc:sldMk cId="4168260697" sldId="504"/>
        </pc:sldMkLst>
        <pc:spChg chg="del">
          <ac:chgData name="Zhi Wang" userId="7588ea56f58b19c7" providerId="LiveId" clId="{96B72205-E234-467C-A3DC-8BF4882781A8}" dt="2026-09-13T10:13:05.518" v="1486" actId="478"/>
          <ac:spMkLst>
            <pc:docMk/>
            <pc:sldMk cId="4168260697" sldId="504"/>
            <ac:spMk id="2" creationId="{430DA551-80BB-EA9E-C0FF-F38A812159BC}"/>
          </ac:spMkLst>
        </pc:spChg>
        <pc:spChg chg="mod">
          <ac:chgData name="Zhi Wang" userId="7588ea56f58b19c7" providerId="LiveId" clId="{96B72205-E234-467C-A3DC-8BF4882781A8}" dt="2026-09-13T10:22:52.670" v="2112" actId="20577"/>
          <ac:spMkLst>
            <pc:docMk/>
            <pc:sldMk cId="4168260697" sldId="504"/>
            <ac:spMk id="3" creationId="{6F472CAC-E898-2FCC-3D83-2AAE5A92105D}"/>
          </ac:spMkLst>
        </pc:spChg>
        <pc:spChg chg="add mod">
          <ac:chgData name="Zhi Wang" userId="7588ea56f58b19c7" providerId="LiveId" clId="{96B72205-E234-467C-A3DC-8BF4882781A8}" dt="2026-09-13T10:13:03.464" v="1485"/>
          <ac:spMkLst>
            <pc:docMk/>
            <pc:sldMk cId="4168260697" sldId="504"/>
            <ac:spMk id="6" creationId="{8C25C8A3-F2BB-D52C-FF46-1E0D91E76375}"/>
          </ac:spMkLst>
        </pc:spChg>
        <pc:spChg chg="add del mod">
          <ac:chgData name="Zhi Wang" userId="7588ea56f58b19c7" providerId="LiveId" clId="{96B72205-E234-467C-A3DC-8BF4882781A8}" dt="2026-09-13T10:13:06.964" v="1487" actId="478"/>
          <ac:spMkLst>
            <pc:docMk/>
            <pc:sldMk cId="4168260697" sldId="504"/>
            <ac:spMk id="8" creationId="{7DF36163-29D4-CA5D-5D3B-E3E43A7E46AB}"/>
          </ac:spMkLst>
        </pc:spChg>
        <pc:graphicFrameChg chg="del">
          <ac:chgData name="Zhi Wang" userId="7588ea56f58b19c7" providerId="LiveId" clId="{96B72205-E234-467C-A3DC-8BF4882781A8}" dt="2026-09-13T12:35:14.997" v="4766" actId="478"/>
          <ac:graphicFrameMkLst>
            <pc:docMk/>
            <pc:sldMk cId="4168260697" sldId="504"/>
            <ac:graphicFrameMk id="4" creationId="{E6C82089-BC5E-B777-6C97-707B36A9880E}"/>
          </ac:graphicFrameMkLst>
        </pc:graphicFrameChg>
        <pc:graphicFrameChg chg="add">
          <ac:chgData name="Zhi Wang" userId="7588ea56f58b19c7" providerId="LiveId" clId="{96B72205-E234-467C-A3DC-8BF4882781A8}" dt="2026-09-13T12:35:15.263" v="4767" actId="22"/>
          <ac:graphicFrameMkLst>
            <pc:docMk/>
            <pc:sldMk cId="4168260697" sldId="504"/>
            <ac:graphicFrameMk id="10" creationId="{CE569CC5-BDC0-E1B3-D675-38457863D85C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41:15.784" v="4903"/>
        <pc:sldMkLst>
          <pc:docMk/>
          <pc:sldMk cId="3380217378" sldId="505"/>
        </pc:sldMkLst>
        <pc:spChg chg="del">
          <ac:chgData name="Zhi Wang" userId="7588ea56f58b19c7" providerId="LiveId" clId="{96B72205-E234-467C-A3DC-8BF4882781A8}" dt="2026-09-13T10:17:57.768" v="1778" actId="478"/>
          <ac:spMkLst>
            <pc:docMk/>
            <pc:sldMk cId="3380217378" sldId="505"/>
            <ac:spMk id="2" creationId="{B2E67E8A-931E-8B0C-0119-7B5F12480ED5}"/>
          </ac:spMkLst>
        </pc:spChg>
        <pc:spChg chg="mod">
          <ac:chgData name="Zhi Wang" userId="7588ea56f58b19c7" providerId="LiveId" clId="{96B72205-E234-467C-A3DC-8BF4882781A8}" dt="2026-09-13T10:23:04.857" v="2189"/>
          <ac:spMkLst>
            <pc:docMk/>
            <pc:sldMk cId="3380217378" sldId="505"/>
            <ac:spMk id="3" creationId="{75EC38C9-4A1C-2B41-3DE3-318D3231D4EC}"/>
          </ac:spMkLst>
        </pc:spChg>
        <pc:spChg chg="add mod">
          <ac:chgData name="Zhi Wang" userId="7588ea56f58b19c7" providerId="LiveId" clId="{96B72205-E234-467C-A3DC-8BF4882781A8}" dt="2026-09-13T10:18:16.133" v="1811" actId="27636"/>
          <ac:spMkLst>
            <pc:docMk/>
            <pc:sldMk cId="3380217378" sldId="505"/>
            <ac:spMk id="6" creationId="{C08789FB-43F6-3212-A5E0-9967B9475844}"/>
          </ac:spMkLst>
        </pc:spChg>
        <pc:spChg chg="add del mod">
          <ac:chgData name="Zhi Wang" userId="7588ea56f58b19c7" providerId="LiveId" clId="{96B72205-E234-467C-A3DC-8BF4882781A8}" dt="2026-09-13T10:17:58.565" v="1779" actId="478"/>
          <ac:spMkLst>
            <pc:docMk/>
            <pc:sldMk cId="3380217378" sldId="505"/>
            <ac:spMk id="8" creationId="{4594509F-D1FF-D097-FB93-71FEE35C33A4}"/>
          </ac:spMkLst>
        </pc:spChg>
        <pc:graphicFrameChg chg="del">
          <ac:chgData name="Zhi Wang" userId="7588ea56f58b19c7" providerId="LiveId" clId="{96B72205-E234-467C-A3DC-8BF4882781A8}" dt="2026-09-13T12:35:17.467" v="4768" actId="478"/>
          <ac:graphicFrameMkLst>
            <pc:docMk/>
            <pc:sldMk cId="3380217378" sldId="505"/>
            <ac:graphicFrameMk id="4" creationId="{589D7A8A-F966-8414-DEE3-D18DD5753800}"/>
          </ac:graphicFrameMkLst>
        </pc:graphicFrameChg>
        <pc:graphicFrameChg chg="add">
          <ac:chgData name="Zhi Wang" userId="7588ea56f58b19c7" providerId="LiveId" clId="{96B72205-E234-467C-A3DC-8BF4882781A8}" dt="2026-09-13T12:35:17.746" v="4769" actId="22"/>
          <ac:graphicFrameMkLst>
            <pc:docMk/>
            <pc:sldMk cId="3380217378" sldId="505"/>
            <ac:graphicFrameMk id="10" creationId="{B41C46B6-7B5A-573C-42B9-529063E42617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5:34.074" v="4780" actId="22"/>
        <pc:sldMkLst>
          <pc:docMk/>
          <pc:sldMk cId="3740682475" sldId="506"/>
        </pc:sldMkLst>
        <pc:spChg chg="add mod">
          <ac:chgData name="Zhi Wang" userId="7588ea56f58b19c7" providerId="LiveId" clId="{96B72205-E234-467C-A3DC-8BF4882781A8}" dt="2026-09-13T11:40:13.096" v="2859" actId="1076"/>
          <ac:spMkLst>
            <pc:docMk/>
            <pc:sldMk cId="3740682475" sldId="506"/>
            <ac:spMk id="4" creationId="{97B13C09-B87F-682E-E2DF-473044643929}"/>
          </ac:spMkLst>
        </pc:spChg>
        <pc:graphicFrameChg chg="del modGraphic">
          <ac:chgData name="Zhi Wang" userId="7588ea56f58b19c7" providerId="LiveId" clId="{96B72205-E234-467C-A3DC-8BF4882781A8}" dt="2026-09-13T12:35:33.797" v="4779" actId="478"/>
          <ac:graphicFrameMkLst>
            <pc:docMk/>
            <pc:sldMk cId="3740682475" sldId="506"/>
            <ac:graphicFrameMk id="3" creationId="{955610A8-7823-6C13-8418-68C34360086C}"/>
          </ac:graphicFrameMkLst>
        </pc:graphicFrameChg>
        <pc:graphicFrameChg chg="add">
          <ac:chgData name="Zhi Wang" userId="7588ea56f58b19c7" providerId="LiveId" clId="{96B72205-E234-467C-A3DC-8BF4882781A8}" dt="2026-09-13T12:35:34.074" v="4780" actId="22"/>
          <ac:graphicFrameMkLst>
            <pc:docMk/>
            <pc:sldMk cId="3740682475" sldId="506"/>
            <ac:graphicFrameMk id="6" creationId="{840B7BAD-ECA1-C7CA-42C7-23247705F839}"/>
          </ac:graphicFrameMkLst>
        </pc:graphicFrameChg>
        <pc:picChg chg="mod">
          <ac:chgData name="Zhi Wang" userId="7588ea56f58b19c7" providerId="LiveId" clId="{96B72205-E234-467C-A3DC-8BF4882781A8}" dt="2026-09-13T11:36:42.061" v="2774" actId="1036"/>
          <ac:picMkLst>
            <pc:docMk/>
            <pc:sldMk cId="3740682475" sldId="506"/>
            <ac:picMk id="2" creationId="{11B5516A-EE25-1264-13F9-4B1CE9D76739}"/>
          </ac:picMkLst>
        </pc:picChg>
      </pc:sldChg>
      <pc:sldChg chg="addSp delSp modSp mod">
        <pc:chgData name="Zhi Wang" userId="7588ea56f58b19c7" providerId="LiveId" clId="{96B72205-E234-467C-A3DC-8BF4882781A8}" dt="2026-09-13T12:36:31.298" v="4856" actId="22"/>
        <pc:sldMkLst>
          <pc:docMk/>
          <pc:sldMk cId="4133539355" sldId="507"/>
        </pc:sldMkLst>
        <pc:spChg chg="add mod">
          <ac:chgData name="Zhi Wang" userId="7588ea56f58b19c7" providerId="LiveId" clId="{96B72205-E234-467C-A3DC-8BF4882781A8}" dt="2026-09-13T12:17:25.878" v="4243" actId="14100"/>
          <ac:spMkLst>
            <pc:docMk/>
            <pc:sldMk cId="4133539355" sldId="507"/>
            <ac:spMk id="6" creationId="{6936702E-92DF-F194-36D1-773D1F382C05}"/>
          </ac:spMkLst>
        </pc:spChg>
        <pc:graphicFrameChg chg="del">
          <ac:chgData name="Zhi Wang" userId="7588ea56f58b19c7" providerId="LiveId" clId="{96B72205-E234-467C-A3DC-8BF4882781A8}" dt="2026-09-13T12:36:31.006" v="4855" actId="478"/>
          <ac:graphicFrameMkLst>
            <pc:docMk/>
            <pc:sldMk cId="4133539355" sldId="507"/>
            <ac:graphicFrameMk id="2" creationId="{0000610C-1690-3156-790C-CA30DF2AFED7}"/>
          </ac:graphicFrameMkLst>
        </pc:graphicFrameChg>
        <pc:graphicFrameChg chg="add">
          <ac:chgData name="Zhi Wang" userId="7588ea56f58b19c7" providerId="LiveId" clId="{96B72205-E234-467C-A3DC-8BF4882781A8}" dt="2026-09-13T12:36:31.298" v="4856" actId="22"/>
          <ac:graphicFrameMkLst>
            <pc:docMk/>
            <pc:sldMk cId="4133539355" sldId="507"/>
            <ac:graphicFrameMk id="9" creationId="{FA24AF8B-4918-09B9-12E6-4841A493F01F}"/>
          </ac:graphicFrameMkLst>
        </pc:graphicFrameChg>
        <pc:picChg chg="mod">
          <ac:chgData name="Zhi Wang" userId="7588ea56f58b19c7" providerId="LiveId" clId="{96B72205-E234-467C-A3DC-8BF4882781A8}" dt="2026-09-13T12:16:41.863" v="4192" actId="1076"/>
          <ac:picMkLst>
            <pc:docMk/>
            <pc:sldMk cId="4133539355" sldId="507"/>
            <ac:picMk id="3" creationId="{34441637-8CCF-952D-6168-91395D99EB06}"/>
          </ac:picMkLst>
        </pc:picChg>
      </pc:sldChg>
      <pc:sldChg chg="addSp delSp mod">
        <pc:chgData name="Zhi Wang" userId="7588ea56f58b19c7" providerId="LiveId" clId="{96B72205-E234-467C-A3DC-8BF4882781A8}" dt="2026-09-13T12:36:34.476" v="4858" actId="22"/>
        <pc:sldMkLst>
          <pc:docMk/>
          <pc:sldMk cId="3133719917" sldId="509"/>
        </pc:sldMkLst>
        <pc:graphicFrameChg chg="del">
          <ac:chgData name="Zhi Wang" userId="7588ea56f58b19c7" providerId="LiveId" clId="{96B72205-E234-467C-A3DC-8BF4882781A8}" dt="2026-09-13T12:36:34.193" v="4857" actId="478"/>
          <ac:graphicFrameMkLst>
            <pc:docMk/>
            <pc:sldMk cId="3133719917" sldId="509"/>
            <ac:graphicFrameMk id="5" creationId="{012EB3DB-2638-0CEE-46EB-F3A12F5CBB47}"/>
          </ac:graphicFrameMkLst>
        </pc:graphicFrameChg>
        <pc:graphicFrameChg chg="add">
          <ac:chgData name="Zhi Wang" userId="7588ea56f58b19c7" providerId="LiveId" clId="{96B72205-E234-467C-A3DC-8BF4882781A8}" dt="2026-09-13T12:36:34.476" v="4858" actId="22"/>
          <ac:graphicFrameMkLst>
            <pc:docMk/>
            <pc:sldMk cId="3133719917" sldId="509"/>
            <ac:graphicFrameMk id="8" creationId="{37FA5481-FD11-944B-456E-13FC7024D645}"/>
          </ac:graphicFrameMkLst>
        </pc:graphicFrameChg>
      </pc:sldChg>
      <pc:sldChg chg="addSp delSp mod">
        <pc:chgData name="Zhi Wang" userId="7588ea56f58b19c7" providerId="LiveId" clId="{96B72205-E234-467C-A3DC-8BF4882781A8}" dt="2026-09-13T12:36:38.809" v="4860" actId="22"/>
        <pc:sldMkLst>
          <pc:docMk/>
          <pc:sldMk cId="2114019481" sldId="510"/>
        </pc:sldMkLst>
        <pc:graphicFrameChg chg="del">
          <ac:chgData name="Zhi Wang" userId="7588ea56f58b19c7" providerId="LiveId" clId="{96B72205-E234-467C-A3DC-8BF4882781A8}" dt="2026-09-13T12:36:38.534" v="4859" actId="478"/>
          <ac:graphicFrameMkLst>
            <pc:docMk/>
            <pc:sldMk cId="2114019481" sldId="510"/>
            <ac:graphicFrameMk id="3" creationId="{0C54AD2C-25A2-7BCB-9D6B-C56A7BED5F27}"/>
          </ac:graphicFrameMkLst>
        </pc:graphicFrameChg>
        <pc:graphicFrameChg chg="add">
          <ac:chgData name="Zhi Wang" userId="7588ea56f58b19c7" providerId="LiveId" clId="{96B72205-E234-467C-A3DC-8BF4882781A8}" dt="2026-09-13T12:36:38.809" v="4860" actId="22"/>
          <ac:graphicFrameMkLst>
            <pc:docMk/>
            <pc:sldMk cId="2114019481" sldId="510"/>
            <ac:graphicFrameMk id="6" creationId="{468634FA-3015-F120-74F4-36D0F1E82F97}"/>
          </ac:graphicFrameMkLst>
        </pc:graphicFrameChg>
      </pc:sldChg>
      <pc:sldChg chg="modSp">
        <pc:chgData name="Zhi Wang" userId="7588ea56f58b19c7" providerId="LiveId" clId="{96B72205-E234-467C-A3DC-8BF4882781A8}" dt="2026-09-13T12:37:30.907" v="4883"/>
        <pc:sldMkLst>
          <pc:docMk/>
          <pc:sldMk cId="949201982" sldId="511"/>
        </pc:sldMkLst>
        <pc:graphicFrameChg chg="mod">
          <ac:chgData name="Zhi Wang" userId="7588ea56f58b19c7" providerId="LiveId" clId="{96B72205-E234-467C-A3DC-8BF4882781A8}" dt="2026-09-13T12:37:30.907" v="4883"/>
          <ac:graphicFrameMkLst>
            <pc:docMk/>
            <pc:sldMk cId="949201982" sldId="511"/>
            <ac:graphicFrameMk id="4" creationId="{8D47EC0A-4913-9F01-EE42-30AED7CF60FF}"/>
          </ac:graphicFrameMkLst>
        </pc:graphicFrameChg>
      </pc:sldChg>
      <pc:sldChg chg="addSp delSp mod">
        <pc:chgData name="Zhi Wang" userId="7588ea56f58b19c7" providerId="LiveId" clId="{96B72205-E234-467C-A3DC-8BF4882781A8}" dt="2026-09-13T12:34:23.548" v="4721" actId="22"/>
        <pc:sldMkLst>
          <pc:docMk/>
          <pc:sldMk cId="2249325175" sldId="513"/>
        </pc:sldMkLst>
        <pc:graphicFrameChg chg="add">
          <ac:chgData name="Zhi Wang" userId="7588ea56f58b19c7" providerId="LiveId" clId="{96B72205-E234-467C-A3DC-8BF4882781A8}" dt="2026-09-13T12:34:23.548" v="4721" actId="22"/>
          <ac:graphicFrameMkLst>
            <pc:docMk/>
            <pc:sldMk cId="2249325175" sldId="513"/>
            <ac:graphicFrameMk id="8" creationId="{5AF35090-5EC7-5A88-388B-FBB882CDF94A}"/>
          </ac:graphicFrameMkLst>
        </pc:graphicFrameChg>
        <pc:graphicFrameChg chg="del">
          <ac:chgData name="Zhi Wang" userId="7588ea56f58b19c7" providerId="LiveId" clId="{96B72205-E234-467C-A3DC-8BF4882781A8}" dt="2026-09-13T12:34:23.291" v="4720" actId="478"/>
          <ac:graphicFrameMkLst>
            <pc:docMk/>
            <pc:sldMk cId="2249325175" sldId="513"/>
            <ac:graphicFrameMk id="30" creationId="{E00ACA8C-7E13-ECD6-B8B2-62E3FFFC93C6}"/>
          </ac:graphicFrameMkLst>
        </pc:graphicFrameChg>
      </pc:sldChg>
      <pc:sldChg chg="addSp delSp mod">
        <pc:chgData name="Zhi Wang" userId="7588ea56f58b19c7" providerId="LiveId" clId="{96B72205-E234-467C-A3DC-8BF4882781A8}" dt="2026-09-13T12:34:35.313" v="4731" actId="22"/>
        <pc:sldMkLst>
          <pc:docMk/>
          <pc:sldMk cId="1638924637" sldId="514"/>
        </pc:sldMkLst>
        <pc:graphicFrameChg chg="add">
          <ac:chgData name="Zhi Wang" userId="7588ea56f58b19c7" providerId="LiveId" clId="{96B72205-E234-467C-A3DC-8BF4882781A8}" dt="2026-09-13T12:34:35.313" v="4731" actId="22"/>
          <ac:graphicFrameMkLst>
            <pc:docMk/>
            <pc:sldMk cId="1638924637" sldId="514"/>
            <ac:graphicFrameMk id="3" creationId="{C77FB53E-41B1-95E8-B937-719FE1A97423}"/>
          </ac:graphicFrameMkLst>
        </pc:graphicFrameChg>
        <pc:graphicFrameChg chg="del">
          <ac:chgData name="Zhi Wang" userId="7588ea56f58b19c7" providerId="LiveId" clId="{96B72205-E234-467C-A3DC-8BF4882781A8}" dt="2026-09-13T12:34:35.069" v="4730" actId="478"/>
          <ac:graphicFrameMkLst>
            <pc:docMk/>
            <pc:sldMk cId="1638924637" sldId="514"/>
            <ac:graphicFrameMk id="9" creationId="{B2A6F338-01C6-E539-08E6-E93BF9481115}"/>
          </ac:graphicFrameMkLst>
        </pc:graphicFrameChg>
      </pc:sldChg>
      <pc:sldChg chg="addSp delSp mod">
        <pc:chgData name="Zhi Wang" userId="7588ea56f58b19c7" providerId="LiveId" clId="{96B72205-E234-467C-A3DC-8BF4882781A8}" dt="2026-09-13T12:34:41.034" v="4737" actId="22"/>
        <pc:sldMkLst>
          <pc:docMk/>
          <pc:sldMk cId="2082624782" sldId="515"/>
        </pc:sldMkLst>
        <pc:graphicFrameChg chg="add">
          <ac:chgData name="Zhi Wang" userId="7588ea56f58b19c7" providerId="LiveId" clId="{96B72205-E234-467C-A3DC-8BF4882781A8}" dt="2026-09-13T12:34:41.034" v="4737" actId="22"/>
          <ac:graphicFrameMkLst>
            <pc:docMk/>
            <pc:sldMk cId="2082624782" sldId="515"/>
            <ac:graphicFrameMk id="5" creationId="{FB927B2A-F28B-3F9D-3ECE-0D478D4DA902}"/>
          </ac:graphicFrameMkLst>
        </pc:graphicFrameChg>
        <pc:graphicFrameChg chg="del">
          <ac:chgData name="Zhi Wang" userId="7588ea56f58b19c7" providerId="LiveId" clId="{96B72205-E234-467C-A3DC-8BF4882781A8}" dt="2026-09-13T12:34:40.791" v="4736" actId="478"/>
          <ac:graphicFrameMkLst>
            <pc:docMk/>
            <pc:sldMk cId="2082624782" sldId="515"/>
            <ac:graphicFrameMk id="6" creationId="{00B05613-B788-1BA4-EA4B-7E514BD52FB0}"/>
          </ac:graphicFrameMkLst>
        </pc:graphicFrameChg>
      </pc:sldChg>
      <pc:sldChg chg="addSp delSp mod">
        <pc:chgData name="Zhi Wang" userId="7588ea56f58b19c7" providerId="LiveId" clId="{96B72205-E234-467C-A3DC-8BF4882781A8}" dt="2026-09-13T12:34:46.662" v="4743" actId="22"/>
        <pc:sldMkLst>
          <pc:docMk/>
          <pc:sldMk cId="1575083375" sldId="516"/>
        </pc:sldMkLst>
        <pc:graphicFrameChg chg="add">
          <ac:chgData name="Zhi Wang" userId="7588ea56f58b19c7" providerId="LiveId" clId="{96B72205-E234-467C-A3DC-8BF4882781A8}" dt="2026-09-13T12:34:46.662" v="4743" actId="22"/>
          <ac:graphicFrameMkLst>
            <pc:docMk/>
            <pc:sldMk cId="1575083375" sldId="516"/>
            <ac:graphicFrameMk id="4" creationId="{EA8FEB84-AB91-0490-57C0-151184C86BD2}"/>
          </ac:graphicFrameMkLst>
        </pc:graphicFrameChg>
        <pc:graphicFrameChg chg="del">
          <ac:chgData name="Zhi Wang" userId="7588ea56f58b19c7" providerId="LiveId" clId="{96B72205-E234-467C-A3DC-8BF4882781A8}" dt="2026-09-13T12:34:46.429" v="4742" actId="478"/>
          <ac:graphicFrameMkLst>
            <pc:docMk/>
            <pc:sldMk cId="1575083375" sldId="516"/>
            <ac:graphicFrameMk id="12" creationId="{5162D084-6517-8628-1234-8784D44CA7F3}"/>
          </ac:graphicFrameMkLst>
        </pc:graphicFrameChg>
      </pc:sldChg>
      <pc:sldChg chg="addSp delSp modSp mod">
        <pc:chgData name="Zhi Wang" userId="7588ea56f58b19c7" providerId="LiveId" clId="{96B72205-E234-467C-A3DC-8BF4882781A8}" dt="2026-09-13T12:35:03.348" v="4759" actId="22"/>
        <pc:sldMkLst>
          <pc:docMk/>
          <pc:sldMk cId="726899973" sldId="517"/>
        </pc:sldMkLst>
        <pc:graphicFrameChg chg="add">
          <ac:chgData name="Zhi Wang" userId="7588ea56f58b19c7" providerId="LiveId" clId="{96B72205-E234-467C-A3DC-8BF4882781A8}" dt="2026-09-13T12:35:03.348" v="4759" actId="22"/>
          <ac:graphicFrameMkLst>
            <pc:docMk/>
            <pc:sldMk cId="726899973" sldId="517"/>
            <ac:graphicFrameMk id="3" creationId="{4F2BA4C1-7DA7-C8B7-DA37-C19EC18A426C}"/>
          </ac:graphicFrameMkLst>
        </pc:graphicFrameChg>
        <pc:graphicFrameChg chg="mod">
          <ac:chgData name="Zhi Wang" userId="7588ea56f58b19c7" providerId="LiveId" clId="{96B72205-E234-467C-A3DC-8BF4882781A8}" dt="2026-09-13T09:24:23.108" v="185"/>
          <ac:graphicFrameMkLst>
            <pc:docMk/>
            <pc:sldMk cId="726899973" sldId="517"/>
            <ac:graphicFrameMk id="8" creationId="{330EF788-2DAB-185D-945A-E8B5A0755CE5}"/>
          </ac:graphicFrameMkLst>
        </pc:graphicFrameChg>
        <pc:graphicFrameChg chg="mod modGraphic">
          <ac:chgData name="Zhi Wang" userId="7588ea56f58b19c7" providerId="LiveId" clId="{96B72205-E234-467C-A3DC-8BF4882781A8}" dt="2026-09-13T09:18:01.322" v="72"/>
          <ac:graphicFrameMkLst>
            <pc:docMk/>
            <pc:sldMk cId="726899973" sldId="517"/>
            <ac:graphicFrameMk id="9" creationId="{D10EBE4A-7705-010E-20BB-71577CD6E2E6}"/>
          </ac:graphicFrameMkLst>
        </pc:graphicFrameChg>
        <pc:graphicFrameChg chg="del mod modGraphic">
          <ac:chgData name="Zhi Wang" userId="7588ea56f58b19c7" providerId="LiveId" clId="{96B72205-E234-467C-A3DC-8BF4882781A8}" dt="2026-09-13T12:35:03.050" v="4758" actId="478"/>
          <ac:graphicFrameMkLst>
            <pc:docMk/>
            <pc:sldMk cId="726899973" sldId="517"/>
            <ac:graphicFrameMk id="10" creationId="{C839953E-D38F-E26C-54C8-92DF35171477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13T12:35:05.972" v="4761" actId="22"/>
        <pc:sldMkLst>
          <pc:docMk/>
          <pc:sldMk cId="261212203" sldId="518"/>
        </pc:sldMkLst>
        <pc:spChg chg="mod">
          <ac:chgData name="Zhi Wang" userId="7588ea56f58b19c7" providerId="LiveId" clId="{96B72205-E234-467C-A3DC-8BF4882781A8}" dt="2026-09-13T10:11:21.648" v="1463"/>
          <ac:spMkLst>
            <pc:docMk/>
            <pc:sldMk cId="261212203" sldId="518"/>
            <ac:spMk id="9" creationId="{B7FEB7B2-85D9-73B0-2959-667C2A8E7DD9}"/>
          </ac:spMkLst>
        </pc:spChg>
        <pc:graphicFrameChg chg="add">
          <ac:chgData name="Zhi Wang" userId="7588ea56f58b19c7" providerId="LiveId" clId="{96B72205-E234-467C-A3DC-8BF4882781A8}" dt="2026-09-13T12:35:05.972" v="4761" actId="22"/>
          <ac:graphicFrameMkLst>
            <pc:docMk/>
            <pc:sldMk cId="261212203" sldId="518"/>
            <ac:graphicFrameMk id="3" creationId="{BE7D7BF4-614D-B9E3-C52A-8429115A9485}"/>
          </ac:graphicFrameMkLst>
        </pc:graphicFrameChg>
        <pc:graphicFrameChg chg="mod modGraphic">
          <ac:chgData name="Zhi Wang" userId="7588ea56f58b19c7" providerId="LiveId" clId="{96B72205-E234-467C-A3DC-8BF4882781A8}" dt="2026-09-13T09:24:40.884" v="188" actId="20577"/>
          <ac:graphicFrameMkLst>
            <pc:docMk/>
            <pc:sldMk cId="261212203" sldId="518"/>
            <ac:graphicFrameMk id="4" creationId="{08B19356-F53F-9521-F40E-554777853286}"/>
          </ac:graphicFrameMkLst>
        </pc:graphicFrameChg>
        <pc:graphicFrameChg chg="del">
          <ac:chgData name="Zhi Wang" userId="7588ea56f58b19c7" providerId="LiveId" clId="{96B72205-E234-467C-A3DC-8BF4882781A8}" dt="2026-09-13T12:35:05.698" v="4760" actId="478"/>
          <ac:graphicFrameMkLst>
            <pc:docMk/>
            <pc:sldMk cId="261212203" sldId="518"/>
            <ac:graphicFrameMk id="10" creationId="{A23A3091-F80A-E2B2-70D3-4B5429B48D40}"/>
          </ac:graphicFrameMkLst>
        </pc:graphicFrameChg>
      </pc:sldChg>
      <pc:sldChg chg="addSp delSp modSp mod ord">
        <pc:chgData name="Zhi Wang" userId="7588ea56f58b19c7" providerId="LiveId" clId="{96B72205-E234-467C-A3DC-8BF4882781A8}" dt="2026-09-13T12:36:20.065" v="4850" actId="22"/>
        <pc:sldMkLst>
          <pc:docMk/>
          <pc:sldMk cId="1385009168" sldId="519"/>
        </pc:sldMkLst>
        <pc:spChg chg="add mod">
          <ac:chgData name="Zhi Wang" userId="7588ea56f58b19c7" providerId="LiveId" clId="{96B72205-E234-467C-A3DC-8BF4882781A8}" dt="2026-09-13T12:14:19.206" v="4125" actId="1076"/>
          <ac:spMkLst>
            <pc:docMk/>
            <pc:sldMk cId="1385009168" sldId="519"/>
            <ac:spMk id="2" creationId="{EAEE461F-94A0-A5BD-E4EB-1C6A8D153ED3}"/>
          </ac:spMkLst>
        </pc:spChg>
        <pc:spChg chg="mod">
          <ac:chgData name="Zhi Wang" userId="7588ea56f58b19c7" providerId="LiveId" clId="{96B72205-E234-467C-A3DC-8BF4882781A8}" dt="2026-09-13T12:12:33.211" v="4091"/>
          <ac:spMkLst>
            <pc:docMk/>
            <pc:sldMk cId="1385009168" sldId="519"/>
            <ac:spMk id="4" creationId="{A8724F5A-0C2A-F7BF-BDDC-927C721A3BB6}"/>
          </ac:spMkLst>
        </pc:spChg>
        <pc:spChg chg="add mod">
          <ac:chgData name="Zhi Wang" userId="7588ea56f58b19c7" providerId="LiveId" clId="{96B72205-E234-467C-A3DC-8BF4882781A8}" dt="2026-09-13T12:14:25.334" v="4127" actId="1076"/>
          <ac:spMkLst>
            <pc:docMk/>
            <pc:sldMk cId="1385009168" sldId="519"/>
            <ac:spMk id="7" creationId="{5796F0A6-7F3C-0BC7-907C-DEA57CA613BF}"/>
          </ac:spMkLst>
        </pc:spChg>
        <pc:spChg chg="add mod">
          <ac:chgData name="Zhi Wang" userId="7588ea56f58b19c7" providerId="LiveId" clId="{96B72205-E234-467C-A3DC-8BF4882781A8}" dt="2026-09-13T12:14:36.125" v="4131" actId="1076"/>
          <ac:spMkLst>
            <pc:docMk/>
            <pc:sldMk cId="1385009168" sldId="519"/>
            <ac:spMk id="9" creationId="{310A64D4-48FE-203E-D692-038123ECC263}"/>
          </ac:spMkLst>
        </pc:spChg>
        <pc:graphicFrameChg chg="del">
          <ac:chgData name="Zhi Wang" userId="7588ea56f58b19c7" providerId="LiveId" clId="{96B72205-E234-467C-A3DC-8BF4882781A8}" dt="2026-09-13T12:36:19.808" v="4849" actId="478"/>
          <ac:graphicFrameMkLst>
            <pc:docMk/>
            <pc:sldMk cId="1385009168" sldId="519"/>
            <ac:graphicFrameMk id="5" creationId="{45FB8BA3-65EC-67D7-8842-9A04030B80FB}"/>
          </ac:graphicFrameMkLst>
        </pc:graphicFrameChg>
        <pc:graphicFrameChg chg="add">
          <ac:chgData name="Zhi Wang" userId="7588ea56f58b19c7" providerId="LiveId" clId="{96B72205-E234-467C-A3DC-8BF4882781A8}" dt="2026-09-13T12:36:20.065" v="4850" actId="22"/>
          <ac:graphicFrameMkLst>
            <pc:docMk/>
            <pc:sldMk cId="1385009168" sldId="519"/>
            <ac:graphicFrameMk id="19" creationId="{933EC483-2A44-F739-62A6-5626F7C85E47}"/>
          </ac:graphicFrameMkLst>
        </pc:graphicFrameChg>
        <pc:cxnChg chg="add">
          <ac:chgData name="Zhi Wang" userId="7588ea56f58b19c7" providerId="LiveId" clId="{96B72205-E234-467C-A3DC-8BF4882781A8}" dt="2026-09-13T12:28:21.768" v="4640" actId="11529"/>
          <ac:cxnSpMkLst>
            <pc:docMk/>
            <pc:sldMk cId="1385009168" sldId="519"/>
            <ac:cxnSpMk id="11" creationId="{F69907D0-E6FE-64C2-4A11-3E547D4E3D6A}"/>
          </ac:cxnSpMkLst>
        </pc:cxnChg>
        <pc:cxnChg chg="add mod">
          <ac:chgData name="Zhi Wang" userId="7588ea56f58b19c7" providerId="LiveId" clId="{96B72205-E234-467C-A3DC-8BF4882781A8}" dt="2026-09-13T12:28:34.991" v="4647" actId="14100"/>
          <ac:cxnSpMkLst>
            <pc:docMk/>
            <pc:sldMk cId="1385009168" sldId="519"/>
            <ac:cxnSpMk id="12" creationId="{0035CB9B-BBB5-FD0D-921D-6A80F5A8B636}"/>
          </ac:cxnSpMkLst>
        </pc:cxnChg>
        <pc:cxnChg chg="add mod">
          <ac:chgData name="Zhi Wang" userId="7588ea56f58b19c7" providerId="LiveId" clId="{96B72205-E234-467C-A3DC-8BF4882781A8}" dt="2026-09-13T12:28:33.360" v="4646" actId="14100"/>
          <ac:cxnSpMkLst>
            <pc:docMk/>
            <pc:sldMk cId="1385009168" sldId="519"/>
            <ac:cxnSpMk id="15" creationId="{13E530EF-8470-84AA-D1C5-F9EB61BEB3FE}"/>
          </ac:cxnSpMkLst>
        </pc:cxnChg>
      </pc:sldChg>
      <pc:sldChg chg="addSp delSp mod ord">
        <pc:chgData name="Zhi Wang" userId="7588ea56f58b19c7" providerId="LiveId" clId="{96B72205-E234-467C-A3DC-8BF4882781A8}" dt="2026-09-13T12:36:23.066" v="4852" actId="22"/>
        <pc:sldMkLst>
          <pc:docMk/>
          <pc:sldMk cId="714465456" sldId="520"/>
        </pc:sldMkLst>
        <pc:graphicFrameChg chg="add">
          <ac:chgData name="Zhi Wang" userId="7588ea56f58b19c7" providerId="LiveId" clId="{96B72205-E234-467C-A3DC-8BF4882781A8}" dt="2026-09-13T12:36:23.066" v="4852" actId="22"/>
          <ac:graphicFrameMkLst>
            <pc:docMk/>
            <pc:sldMk cId="714465456" sldId="520"/>
            <ac:graphicFrameMk id="4" creationId="{F3E8E7DD-EFD5-4403-35E0-78FC80C27DB0}"/>
          </ac:graphicFrameMkLst>
        </pc:graphicFrameChg>
        <pc:graphicFrameChg chg="del">
          <ac:chgData name="Zhi Wang" userId="7588ea56f58b19c7" providerId="LiveId" clId="{96B72205-E234-467C-A3DC-8BF4882781A8}" dt="2026-09-13T12:36:22.819" v="4851" actId="478"/>
          <ac:graphicFrameMkLst>
            <pc:docMk/>
            <pc:sldMk cId="714465456" sldId="520"/>
            <ac:graphicFrameMk id="8" creationId="{BAF68BE9-63B1-EEB5-E9DA-0879BD50774D}"/>
          </ac:graphicFrameMkLst>
        </pc:graphicFrameChg>
      </pc:sldChg>
      <pc:sldChg chg="addSp delSp modSp mod ord modAnim">
        <pc:chgData name="Zhi Wang" userId="7588ea56f58b19c7" providerId="LiveId" clId="{96B72205-E234-467C-A3DC-8BF4882781A8}" dt="2026-09-13T12:39:42.284" v="4893"/>
        <pc:sldMkLst>
          <pc:docMk/>
          <pc:sldMk cId="2793477193" sldId="521"/>
        </pc:sldMkLst>
        <pc:spChg chg="del mod">
          <ac:chgData name="Zhi Wang" userId="7588ea56f58b19c7" providerId="LiveId" clId="{96B72205-E234-467C-A3DC-8BF4882781A8}" dt="2026-09-13T10:07:17.361" v="1381" actId="478"/>
          <ac:spMkLst>
            <pc:docMk/>
            <pc:sldMk cId="2793477193" sldId="521"/>
            <ac:spMk id="2" creationId="{10EAC2E5-0D3A-A01E-B8BC-907EB10F7D31}"/>
          </ac:spMkLst>
        </pc:spChg>
        <pc:spChg chg="mod">
          <ac:chgData name="Zhi Wang" userId="7588ea56f58b19c7" providerId="LiveId" clId="{96B72205-E234-467C-A3DC-8BF4882781A8}" dt="2026-09-13T10:07:56.598" v="1392" actId="1076"/>
          <ac:spMkLst>
            <pc:docMk/>
            <pc:sldMk cId="2793477193" sldId="521"/>
            <ac:spMk id="3" creationId="{8B686A3B-AFDC-CD4D-E541-51E85C2C9608}"/>
          </ac:spMkLst>
        </pc:spChg>
        <pc:spChg chg="add mod">
          <ac:chgData name="Zhi Wang" userId="7588ea56f58b19c7" providerId="LiveId" clId="{96B72205-E234-467C-A3DC-8BF4882781A8}" dt="2026-09-13T10:07:19.913" v="1382"/>
          <ac:spMkLst>
            <pc:docMk/>
            <pc:sldMk cId="2793477193" sldId="521"/>
            <ac:spMk id="6" creationId="{832B5AF6-1D7B-59C3-36F4-F437A3FF3511}"/>
          </ac:spMkLst>
        </pc:spChg>
        <pc:graphicFrameChg chg="del">
          <ac:chgData name="Zhi Wang" userId="7588ea56f58b19c7" providerId="LiveId" clId="{96B72205-E234-467C-A3DC-8BF4882781A8}" dt="2026-09-13T12:34:53.979" v="4750" actId="478"/>
          <ac:graphicFrameMkLst>
            <pc:docMk/>
            <pc:sldMk cId="2793477193" sldId="521"/>
            <ac:graphicFrameMk id="4" creationId="{266E09B0-2FC3-6013-BFDD-60261C92D0F5}"/>
          </ac:graphicFrameMkLst>
        </pc:graphicFrameChg>
        <pc:graphicFrameChg chg="add">
          <ac:chgData name="Zhi Wang" userId="7588ea56f58b19c7" providerId="LiveId" clId="{96B72205-E234-467C-A3DC-8BF4882781A8}" dt="2026-09-13T12:34:54.243" v="4751" actId="22"/>
          <ac:graphicFrameMkLst>
            <pc:docMk/>
            <pc:sldMk cId="2793477193" sldId="521"/>
            <ac:graphicFrameMk id="8" creationId="{C6092477-B689-A7B6-01C9-A2B1960B081F}"/>
          </ac:graphicFrameMkLst>
        </pc:graphicFrameChg>
      </pc:sldChg>
      <pc:sldChg chg="addSp delSp modSp add mod addAnim delAnim modAnim">
        <pc:chgData name="Zhi Wang" userId="7588ea56f58b19c7" providerId="LiveId" clId="{96B72205-E234-467C-A3DC-8BF4882781A8}" dt="2026-09-13T12:42:42.620" v="4915"/>
        <pc:sldMkLst>
          <pc:docMk/>
          <pc:sldMk cId="3720312477" sldId="522"/>
        </pc:sldMkLst>
        <pc:spChg chg="del">
          <ac:chgData name="Zhi Wang" userId="7588ea56f58b19c7" providerId="LiveId" clId="{96B72205-E234-467C-A3DC-8BF4882781A8}" dt="2026-09-13T10:33:52.950" v="2521" actId="478"/>
          <ac:spMkLst>
            <pc:docMk/>
            <pc:sldMk cId="3720312477" sldId="522"/>
            <ac:spMk id="3" creationId="{A704484E-0129-CC1A-1323-BAD760A07F93}"/>
          </ac:spMkLst>
        </pc:spChg>
        <pc:spChg chg="del">
          <ac:chgData name="Zhi Wang" userId="7588ea56f58b19c7" providerId="LiveId" clId="{96B72205-E234-467C-A3DC-8BF4882781A8}" dt="2026-09-13T10:33:31.040" v="2511" actId="478"/>
          <ac:spMkLst>
            <pc:docMk/>
            <pc:sldMk cId="3720312477" sldId="522"/>
            <ac:spMk id="10" creationId="{9B62200D-5F2B-1AA5-01B1-CFF0AC25B2DA}"/>
          </ac:spMkLst>
        </pc:spChg>
        <pc:spChg chg="mod">
          <ac:chgData name="Zhi Wang" userId="7588ea56f58b19c7" providerId="LiveId" clId="{96B72205-E234-467C-A3DC-8BF4882781A8}" dt="2026-09-13T10:37:03.369" v="2586" actId="1076"/>
          <ac:spMkLst>
            <pc:docMk/>
            <pc:sldMk cId="3720312477" sldId="522"/>
            <ac:spMk id="11" creationId="{FD424BC2-4E54-08E3-7D9E-570AA6DD323F}"/>
          </ac:spMkLst>
        </pc:spChg>
        <pc:spChg chg="add mod">
          <ac:chgData name="Zhi Wang" userId="7588ea56f58b19c7" providerId="LiveId" clId="{96B72205-E234-467C-A3DC-8BF4882781A8}" dt="2026-09-13T10:37:03.369" v="2586" actId="1076"/>
          <ac:spMkLst>
            <pc:docMk/>
            <pc:sldMk cId="3720312477" sldId="522"/>
            <ac:spMk id="12" creationId="{AC470F5E-4F96-2552-16AA-993C4E70D498}"/>
          </ac:spMkLst>
        </pc:spChg>
        <pc:spChg chg="add mod">
          <ac:chgData name="Zhi Wang" userId="7588ea56f58b19c7" providerId="LiveId" clId="{96B72205-E234-467C-A3DC-8BF4882781A8}" dt="2026-09-13T10:40:52.668" v="2676" actId="20577"/>
          <ac:spMkLst>
            <pc:docMk/>
            <pc:sldMk cId="3720312477" sldId="522"/>
            <ac:spMk id="15" creationId="{72CD129F-DE48-B9AA-4E4E-40A16CA4AF3A}"/>
          </ac:spMkLst>
        </pc:spChg>
        <pc:spChg chg="add mod">
          <ac:chgData name="Zhi Wang" userId="7588ea56f58b19c7" providerId="LiveId" clId="{96B72205-E234-467C-A3DC-8BF4882781A8}" dt="2026-09-13T10:36:58.050" v="2585" actId="1076"/>
          <ac:spMkLst>
            <pc:docMk/>
            <pc:sldMk cId="3720312477" sldId="522"/>
            <ac:spMk id="19" creationId="{EB9C1BF9-8F16-866B-7156-FAA856BFDECF}"/>
          </ac:spMkLst>
        </pc:spChg>
        <pc:spChg chg="add mod">
          <ac:chgData name="Zhi Wang" userId="7588ea56f58b19c7" providerId="LiveId" clId="{96B72205-E234-467C-A3DC-8BF4882781A8}" dt="2026-09-13T10:37:38.672" v="2594" actId="164"/>
          <ac:spMkLst>
            <pc:docMk/>
            <pc:sldMk cId="3720312477" sldId="522"/>
            <ac:spMk id="30" creationId="{88628E2B-F0E1-E65E-1CDC-058D38BA4F14}"/>
          </ac:spMkLst>
        </pc:spChg>
        <pc:spChg chg="add mod ord">
          <ac:chgData name="Zhi Wang" userId="7588ea56f58b19c7" providerId="LiveId" clId="{96B72205-E234-467C-A3DC-8BF4882781A8}" dt="2026-09-13T10:37:38.672" v="2594" actId="164"/>
          <ac:spMkLst>
            <pc:docMk/>
            <pc:sldMk cId="3720312477" sldId="522"/>
            <ac:spMk id="34" creationId="{BE5D7678-0F97-7211-CA44-5C98B7E97921}"/>
          </ac:spMkLst>
        </pc:spChg>
        <pc:spChg chg="add mod">
          <ac:chgData name="Zhi Wang" userId="7588ea56f58b19c7" providerId="LiveId" clId="{96B72205-E234-467C-A3DC-8BF4882781A8}" dt="2026-09-13T10:38:30.178" v="2607" actId="1076"/>
          <ac:spMkLst>
            <pc:docMk/>
            <pc:sldMk cId="3720312477" sldId="522"/>
            <ac:spMk id="40" creationId="{516F4205-4DBF-4AD3-B785-501627247100}"/>
          </ac:spMkLst>
        </pc:spChg>
        <pc:spChg chg="add mod ord">
          <ac:chgData name="Zhi Wang" userId="7588ea56f58b19c7" providerId="LiveId" clId="{96B72205-E234-467C-A3DC-8BF4882781A8}" dt="2026-09-13T10:38:34.770" v="2609" actId="1076"/>
          <ac:spMkLst>
            <pc:docMk/>
            <pc:sldMk cId="3720312477" sldId="522"/>
            <ac:spMk id="42" creationId="{CC9604E9-8056-C291-CF1D-B70BC71CF6D4}"/>
          </ac:spMkLst>
        </pc:spChg>
        <pc:spChg chg="mod">
          <ac:chgData name="Zhi Wang" userId="7588ea56f58b19c7" providerId="LiveId" clId="{96B72205-E234-467C-A3DC-8BF4882781A8}" dt="2026-09-13T10:40:39.285" v="2649" actId="20577"/>
          <ac:spMkLst>
            <pc:docMk/>
            <pc:sldMk cId="3720312477" sldId="522"/>
            <ac:spMk id="23555" creationId="{0044BD28-092E-B6F8-7FE2-EA83855370B3}"/>
          </ac:spMkLst>
        </pc:spChg>
        <pc:grpChg chg="del">
          <ac:chgData name="Zhi Wang" userId="7588ea56f58b19c7" providerId="LiveId" clId="{96B72205-E234-467C-A3DC-8BF4882781A8}" dt="2026-09-13T10:33:48.816" v="2515" actId="478"/>
          <ac:grpSpMkLst>
            <pc:docMk/>
            <pc:sldMk cId="3720312477" sldId="522"/>
            <ac:grpSpMk id="17" creationId="{A8C75F0B-4860-34B2-FDB1-24427976C588}"/>
          </ac:grpSpMkLst>
        </pc:grpChg>
        <pc:grpChg chg="del">
          <ac:chgData name="Zhi Wang" userId="7588ea56f58b19c7" providerId="LiveId" clId="{96B72205-E234-467C-A3DC-8BF4882781A8}" dt="2026-09-13T10:33:50.557" v="2518" actId="478"/>
          <ac:grpSpMkLst>
            <pc:docMk/>
            <pc:sldMk cId="3720312477" sldId="522"/>
            <ac:grpSpMk id="27" creationId="{5DF831B8-7A48-0986-F928-22A7F23DBFD6}"/>
          </ac:grpSpMkLst>
        </pc:grpChg>
        <pc:grpChg chg="del">
          <ac:chgData name="Zhi Wang" userId="7588ea56f58b19c7" providerId="LiveId" clId="{96B72205-E234-467C-A3DC-8BF4882781A8}" dt="2026-09-13T10:33:51.405" v="2519" actId="478"/>
          <ac:grpSpMkLst>
            <pc:docMk/>
            <pc:sldMk cId="3720312477" sldId="522"/>
            <ac:grpSpMk id="32" creationId="{3B3D0E18-E30C-4B91-1163-A3C6139997F7}"/>
          </ac:grpSpMkLst>
        </pc:grpChg>
        <pc:grpChg chg="add mod">
          <ac:chgData name="Zhi Wang" userId="7588ea56f58b19c7" providerId="LiveId" clId="{96B72205-E234-467C-A3DC-8BF4882781A8}" dt="2026-09-13T10:37:42.981" v="2595" actId="1076"/>
          <ac:grpSpMkLst>
            <pc:docMk/>
            <pc:sldMk cId="3720312477" sldId="522"/>
            <ac:grpSpMk id="35" creationId="{FA101D6F-4960-CFED-BC23-FFB1F50570C2}"/>
          </ac:grpSpMkLst>
        </pc:grpChg>
        <pc:grpChg chg="add mod">
          <ac:chgData name="Zhi Wang" userId="7588ea56f58b19c7" providerId="LiveId" clId="{96B72205-E234-467C-A3DC-8BF4882781A8}" dt="2026-09-13T10:38:38.828" v="2610" actId="1076"/>
          <ac:grpSpMkLst>
            <pc:docMk/>
            <pc:sldMk cId="3720312477" sldId="522"/>
            <ac:grpSpMk id="43" creationId="{FB58C151-FED4-9F46-5E99-038097051516}"/>
          </ac:grpSpMkLst>
        </pc:grpChg>
        <pc:graphicFrameChg chg="del">
          <ac:chgData name="Zhi Wang" userId="7588ea56f58b19c7" providerId="LiveId" clId="{96B72205-E234-467C-A3DC-8BF4882781A8}" dt="2026-09-13T12:35:22.928" v="4772" actId="478"/>
          <ac:graphicFrameMkLst>
            <pc:docMk/>
            <pc:sldMk cId="3720312477" sldId="522"/>
            <ac:graphicFrameMk id="2" creationId="{F00930CF-63EA-35A6-6945-E6F43BA84C6F}"/>
          </ac:graphicFrameMkLst>
        </pc:graphicFrameChg>
        <pc:graphicFrameChg chg="add">
          <ac:chgData name="Zhi Wang" userId="7588ea56f58b19c7" providerId="LiveId" clId="{96B72205-E234-467C-A3DC-8BF4882781A8}" dt="2026-09-13T12:35:23.202" v="4773" actId="22"/>
          <ac:graphicFrameMkLst>
            <pc:docMk/>
            <pc:sldMk cId="3720312477" sldId="522"/>
            <ac:graphicFrameMk id="50" creationId="{A90619AF-112F-591C-BAFB-3EDE28BA7C32}"/>
          </ac:graphicFrameMkLst>
        </pc:graphicFrameChg>
        <pc:picChg chg="add mod">
          <ac:chgData name="Zhi Wang" userId="7588ea56f58b19c7" providerId="LiveId" clId="{96B72205-E234-467C-A3DC-8BF4882781A8}" dt="2026-09-13T10:37:38.672" v="2594" actId="164"/>
          <ac:picMkLst>
            <pc:docMk/>
            <pc:sldMk cId="3720312477" sldId="522"/>
            <ac:picMk id="24" creationId="{3BAA2633-1D87-1661-F361-69B103A0F44E}"/>
          </ac:picMkLst>
        </pc:picChg>
        <pc:picChg chg="add mod">
          <ac:chgData name="Zhi Wang" userId="7588ea56f58b19c7" providerId="LiveId" clId="{96B72205-E234-467C-A3DC-8BF4882781A8}" dt="2026-09-13T10:37:38.672" v="2594" actId="164"/>
          <ac:picMkLst>
            <pc:docMk/>
            <pc:sldMk cId="3720312477" sldId="522"/>
            <ac:picMk id="28" creationId="{44042DB3-BA76-D8AC-985B-944D129FB149}"/>
          </ac:picMkLst>
        </pc:picChg>
        <pc:picChg chg="add mod">
          <ac:chgData name="Zhi Wang" userId="7588ea56f58b19c7" providerId="LiveId" clId="{96B72205-E234-467C-A3DC-8BF4882781A8}" dt="2026-09-13T10:38:27.522" v="2606" actId="14100"/>
          <ac:picMkLst>
            <pc:docMk/>
            <pc:sldMk cId="3720312477" sldId="522"/>
            <ac:picMk id="38" creationId="{8943EEB0-1459-653E-3168-A1A98FB6ADE0}"/>
          </ac:picMkLst>
        </pc:picChg>
        <pc:picChg chg="add mod">
          <ac:chgData name="Zhi Wang" userId="7588ea56f58b19c7" providerId="LiveId" clId="{96B72205-E234-467C-A3DC-8BF4882781A8}" dt="2026-09-13T10:38:48.333" v="2612" actId="1076"/>
          <ac:picMkLst>
            <pc:docMk/>
            <pc:sldMk cId="3720312477" sldId="522"/>
            <ac:picMk id="45" creationId="{222530C2-F242-B545-C72A-1F0460243110}"/>
          </ac:picMkLst>
        </pc:picChg>
        <pc:cxnChg chg="del mod">
          <ac:chgData name="Zhi Wang" userId="7588ea56f58b19c7" providerId="LiveId" clId="{96B72205-E234-467C-A3DC-8BF4882781A8}" dt="2026-09-13T10:33:49.355" v="2516" actId="478"/>
          <ac:cxnSpMkLst>
            <pc:docMk/>
            <pc:sldMk cId="3720312477" sldId="522"/>
            <ac:cxnSpMk id="16" creationId="{C266528F-623A-0394-A384-1A211DFD9AC0}"/>
          </ac:cxnSpMkLst>
        </pc:cxnChg>
        <pc:cxnChg chg="del mod">
          <ac:chgData name="Zhi Wang" userId="7588ea56f58b19c7" providerId="LiveId" clId="{96B72205-E234-467C-A3DC-8BF4882781A8}" dt="2026-09-13T10:33:49.936" v="2517" actId="478"/>
          <ac:cxnSpMkLst>
            <pc:docMk/>
            <pc:sldMk cId="3720312477" sldId="522"/>
            <ac:cxnSpMk id="23" creationId="{07EE9D33-A7E9-2F9B-DFCA-39E45EEF5525}"/>
          </ac:cxnSpMkLst>
        </pc:cxnChg>
        <pc:cxnChg chg="del mod">
          <ac:chgData name="Zhi Wang" userId="7588ea56f58b19c7" providerId="LiveId" clId="{96B72205-E234-467C-A3DC-8BF4882781A8}" dt="2026-09-13T10:33:51.990" v="2520" actId="478"/>
          <ac:cxnSpMkLst>
            <pc:docMk/>
            <pc:sldMk cId="3720312477" sldId="522"/>
            <ac:cxnSpMk id="37" creationId="{288E8B2B-EFF5-F913-E72C-1037722303B6}"/>
          </ac:cxnSpMkLst>
        </pc:cxnChg>
        <pc:cxnChg chg="add mod">
          <ac:chgData name="Zhi Wang" userId="7588ea56f58b19c7" providerId="LiveId" clId="{96B72205-E234-467C-A3DC-8BF4882781A8}" dt="2026-09-13T10:39:00.563" v="2615" actId="14100"/>
          <ac:cxnSpMkLst>
            <pc:docMk/>
            <pc:sldMk cId="3720312477" sldId="522"/>
            <ac:cxnSpMk id="46" creationId="{8635D11F-9E81-4788-EB2A-6A1451CE62F0}"/>
          </ac:cxnSpMkLst>
        </pc:cxnChg>
      </pc:sldChg>
      <pc:sldChg chg="addSp delSp modSp add mod addAnim delAnim modAnim">
        <pc:chgData name="Zhi Wang" userId="7588ea56f58b19c7" providerId="LiveId" clId="{96B72205-E234-467C-A3DC-8BF4882781A8}" dt="2026-09-13T12:43:15.791" v="4922"/>
        <pc:sldMkLst>
          <pc:docMk/>
          <pc:sldMk cId="718006102" sldId="523"/>
        </pc:sldMkLst>
        <pc:spChg chg="add mod">
          <ac:chgData name="Zhi Wang" userId="7588ea56f58b19c7" providerId="LiveId" clId="{96B72205-E234-467C-A3DC-8BF4882781A8}" dt="2026-09-13T10:44:03.664" v="2726" actId="20577"/>
          <ac:spMkLst>
            <pc:docMk/>
            <pc:sldMk cId="718006102" sldId="523"/>
            <ac:spMk id="3" creationId="{AA6F488B-2E28-BBEA-9CDE-5B7262D4CF9B}"/>
          </ac:spMkLst>
        </pc:spChg>
        <pc:spChg chg="add mod">
          <ac:chgData name="Zhi Wang" userId="7588ea56f58b19c7" providerId="LiveId" clId="{96B72205-E234-467C-A3DC-8BF4882781A8}" dt="2026-09-13T10:44:23.919" v="2730"/>
          <ac:spMkLst>
            <pc:docMk/>
            <pc:sldMk cId="718006102" sldId="523"/>
            <ac:spMk id="5" creationId="{A45F107C-DED0-C2E0-FFAA-980667D17A67}"/>
          </ac:spMkLst>
        </pc:spChg>
        <pc:spChg chg="mod">
          <ac:chgData name="Zhi Wang" userId="7588ea56f58b19c7" providerId="LiveId" clId="{96B72205-E234-467C-A3DC-8BF4882781A8}" dt="2026-09-13T10:44:10.560" v="2727" actId="14100"/>
          <ac:spMkLst>
            <pc:docMk/>
            <pc:sldMk cId="718006102" sldId="523"/>
            <ac:spMk id="11" creationId="{FCE42494-0787-AD00-20B6-0C8C2B31A3BC}"/>
          </ac:spMkLst>
        </pc:spChg>
        <pc:spChg chg="del">
          <ac:chgData name="Zhi Wang" userId="7588ea56f58b19c7" providerId="LiveId" clId="{96B72205-E234-467C-A3DC-8BF4882781A8}" dt="2026-09-13T10:41:56.605" v="2701" actId="478"/>
          <ac:spMkLst>
            <pc:docMk/>
            <pc:sldMk cId="718006102" sldId="523"/>
            <ac:spMk id="12" creationId="{08F4098C-FDFE-AD64-C45D-1ABEB51F3C87}"/>
          </ac:spMkLst>
        </pc:spChg>
        <pc:spChg chg="del">
          <ac:chgData name="Zhi Wang" userId="7588ea56f58b19c7" providerId="LiveId" clId="{96B72205-E234-467C-A3DC-8BF4882781A8}" dt="2026-09-13T10:41:41.806" v="2698" actId="478"/>
          <ac:spMkLst>
            <pc:docMk/>
            <pc:sldMk cId="718006102" sldId="523"/>
            <ac:spMk id="15" creationId="{56429BE6-6F48-65BC-37B4-D6050C26AE40}"/>
          </ac:spMkLst>
        </pc:spChg>
        <pc:spChg chg="del">
          <ac:chgData name="Zhi Wang" userId="7588ea56f58b19c7" providerId="LiveId" clId="{96B72205-E234-467C-A3DC-8BF4882781A8}" dt="2026-09-13T10:41:44.585" v="2699" actId="478"/>
          <ac:spMkLst>
            <pc:docMk/>
            <pc:sldMk cId="718006102" sldId="523"/>
            <ac:spMk id="19" creationId="{8F42B7C7-8350-8F01-3887-F936875494E8}"/>
          </ac:spMkLst>
        </pc:spChg>
        <pc:spChg chg="mod">
          <ac:chgData name="Zhi Wang" userId="7588ea56f58b19c7" providerId="LiveId" clId="{96B72205-E234-467C-A3DC-8BF4882781A8}" dt="2026-09-13T10:41:30.063" v="2697" actId="20577"/>
          <ac:spMkLst>
            <pc:docMk/>
            <pc:sldMk cId="718006102" sldId="523"/>
            <ac:spMk id="23555" creationId="{388D1B25-4890-677E-7D7E-749456BDCEE7}"/>
          </ac:spMkLst>
        </pc:spChg>
        <pc:grpChg chg="del">
          <ac:chgData name="Zhi Wang" userId="7588ea56f58b19c7" providerId="LiveId" clId="{96B72205-E234-467C-A3DC-8BF4882781A8}" dt="2026-09-13T10:41:44.585" v="2699" actId="478"/>
          <ac:grpSpMkLst>
            <pc:docMk/>
            <pc:sldMk cId="718006102" sldId="523"/>
            <ac:grpSpMk id="35" creationId="{F84C118D-FF30-51A8-BA7E-1DEF9A9CE898}"/>
          </ac:grpSpMkLst>
        </pc:grpChg>
        <pc:grpChg chg="del">
          <ac:chgData name="Zhi Wang" userId="7588ea56f58b19c7" providerId="LiveId" clId="{96B72205-E234-467C-A3DC-8BF4882781A8}" dt="2026-09-13T10:41:44.585" v="2699" actId="478"/>
          <ac:grpSpMkLst>
            <pc:docMk/>
            <pc:sldMk cId="718006102" sldId="523"/>
            <ac:grpSpMk id="43" creationId="{94001277-6844-1CED-0D1F-55E250A877AA}"/>
          </ac:grpSpMkLst>
        </pc:grpChg>
        <pc:graphicFrameChg chg="del">
          <ac:chgData name="Zhi Wang" userId="7588ea56f58b19c7" providerId="LiveId" clId="{96B72205-E234-467C-A3DC-8BF4882781A8}" dt="2026-09-13T12:35:37.613" v="4781" actId="478"/>
          <ac:graphicFrameMkLst>
            <pc:docMk/>
            <pc:sldMk cId="718006102" sldId="523"/>
            <ac:graphicFrameMk id="2" creationId="{854A19DA-748B-2C02-BECF-6C32B83F79D3}"/>
          </ac:graphicFrameMkLst>
        </pc:graphicFrameChg>
        <pc:graphicFrameChg chg="add">
          <ac:chgData name="Zhi Wang" userId="7588ea56f58b19c7" providerId="LiveId" clId="{96B72205-E234-467C-A3DC-8BF4882781A8}" dt="2026-09-13T12:35:37.903" v="4782" actId="22"/>
          <ac:graphicFrameMkLst>
            <pc:docMk/>
            <pc:sldMk cId="718006102" sldId="523"/>
            <ac:graphicFrameMk id="13" creationId="{74B2E583-D35F-29CB-72AF-F541A231BBC2}"/>
          </ac:graphicFrameMkLst>
        </pc:graphicFrameChg>
        <pc:picChg chg="add mod">
          <ac:chgData name="Zhi Wang" userId="7588ea56f58b19c7" providerId="LiveId" clId="{96B72205-E234-467C-A3DC-8BF4882781A8}" dt="2026-09-13T10:44:35.457" v="2732" actId="1076"/>
          <ac:picMkLst>
            <pc:docMk/>
            <pc:sldMk cId="718006102" sldId="523"/>
            <ac:picMk id="8" creationId="{CB46EDFB-6D1B-B6E7-4290-0410FDE80FFE}"/>
          </ac:picMkLst>
        </pc:picChg>
        <pc:picChg chg="add mod modCrop">
          <ac:chgData name="Zhi Wang" userId="7588ea56f58b19c7" providerId="LiveId" clId="{96B72205-E234-467C-A3DC-8BF4882781A8}" dt="2026-09-13T10:45:28.085" v="2741" actId="1076"/>
          <ac:picMkLst>
            <pc:docMk/>
            <pc:sldMk cId="718006102" sldId="523"/>
            <ac:picMk id="9" creationId="{EC09C218-7742-51BD-F36D-0C73DB9B4E70}"/>
          </ac:picMkLst>
        </pc:picChg>
        <pc:picChg chg="del">
          <ac:chgData name="Zhi Wang" userId="7588ea56f58b19c7" providerId="LiveId" clId="{96B72205-E234-467C-A3DC-8BF4882781A8}" dt="2026-09-13T10:41:44.585" v="2699" actId="478"/>
          <ac:picMkLst>
            <pc:docMk/>
            <pc:sldMk cId="718006102" sldId="523"/>
            <ac:picMk id="45" creationId="{6C07F734-F945-63E0-2AAA-2193BE129DE8}"/>
          </ac:picMkLst>
        </pc:picChg>
        <pc:cxnChg chg="del">
          <ac:chgData name="Zhi Wang" userId="7588ea56f58b19c7" providerId="LiveId" clId="{96B72205-E234-467C-A3DC-8BF4882781A8}" dt="2026-09-13T10:41:44.585" v="2699" actId="478"/>
          <ac:cxnSpMkLst>
            <pc:docMk/>
            <pc:sldMk cId="718006102" sldId="523"/>
            <ac:cxnSpMk id="46" creationId="{D23876A8-A832-32DE-1B77-EEB2FCF17871}"/>
          </ac:cxnSpMkLst>
        </pc:cxnChg>
      </pc:sldChg>
      <pc:sldChg chg="addSp delSp modSp new mod modAnim">
        <pc:chgData name="Zhi Wang" userId="7588ea56f58b19c7" providerId="LiveId" clId="{96B72205-E234-467C-A3DC-8BF4882781A8}" dt="2026-09-13T12:43:58.124" v="4927"/>
        <pc:sldMkLst>
          <pc:docMk/>
          <pc:sldMk cId="3980109341" sldId="524"/>
        </pc:sldMkLst>
        <pc:spChg chg="add mod">
          <ac:chgData name="Zhi Wang" userId="7588ea56f58b19c7" providerId="LiveId" clId="{96B72205-E234-467C-A3DC-8BF4882781A8}" dt="2026-09-13T11:57:05.694" v="3775" actId="20577"/>
          <ac:spMkLst>
            <pc:docMk/>
            <pc:sldMk cId="3980109341" sldId="524"/>
            <ac:spMk id="3" creationId="{79E98F34-33C0-2475-89E9-743128E49D9B}"/>
          </ac:spMkLst>
        </pc:spChg>
        <pc:spChg chg="add mod">
          <ac:chgData name="Zhi Wang" userId="7588ea56f58b19c7" providerId="LiveId" clId="{96B72205-E234-467C-A3DC-8BF4882781A8}" dt="2026-09-13T11:55:04.547" v="3728" actId="208"/>
          <ac:spMkLst>
            <pc:docMk/>
            <pc:sldMk cId="3980109341" sldId="524"/>
            <ac:spMk id="4" creationId="{4EE44D1F-6517-4DA0-DBAD-9354E4CD0750}"/>
          </ac:spMkLst>
        </pc:spChg>
        <pc:spChg chg="add mod">
          <ac:chgData name="Zhi Wang" userId="7588ea56f58b19c7" providerId="LiveId" clId="{96B72205-E234-467C-A3DC-8BF4882781A8}" dt="2026-09-13T11:55:45.655" v="3735" actId="1076"/>
          <ac:spMkLst>
            <pc:docMk/>
            <pc:sldMk cId="3980109341" sldId="524"/>
            <ac:spMk id="5" creationId="{1B5292A1-E9AD-5444-54A6-70DE5BE16D78}"/>
          </ac:spMkLst>
        </pc:spChg>
        <pc:spChg chg="add mod">
          <ac:chgData name="Zhi Wang" userId="7588ea56f58b19c7" providerId="LiveId" clId="{96B72205-E234-467C-A3DC-8BF4882781A8}" dt="2026-09-13T11:51:17.758" v="3317" actId="1076"/>
          <ac:spMkLst>
            <pc:docMk/>
            <pc:sldMk cId="3980109341" sldId="524"/>
            <ac:spMk id="6" creationId="{C39792A9-FA38-5DD1-DC8D-217DF476D4AA}"/>
          </ac:spMkLst>
        </pc:spChg>
        <pc:spChg chg="add del mod">
          <ac:chgData name="Zhi Wang" userId="7588ea56f58b19c7" providerId="LiveId" clId="{96B72205-E234-467C-A3DC-8BF4882781A8}" dt="2026-09-13T11:51:30.382" v="3321"/>
          <ac:spMkLst>
            <pc:docMk/>
            <pc:sldMk cId="3980109341" sldId="524"/>
            <ac:spMk id="7" creationId="{60357289-6237-712A-B1B0-041A9AFB69EF}"/>
          </ac:spMkLst>
        </pc:spChg>
        <pc:spChg chg="add mod">
          <ac:chgData name="Zhi Wang" userId="7588ea56f58b19c7" providerId="LiveId" clId="{96B72205-E234-467C-A3DC-8BF4882781A8}" dt="2026-09-13T12:12:07.707" v="4048" actId="1038"/>
          <ac:spMkLst>
            <pc:docMk/>
            <pc:sldMk cId="3980109341" sldId="524"/>
            <ac:spMk id="8" creationId="{CF5F7760-52E3-B75E-3C5D-F06396F17A38}"/>
          </ac:spMkLst>
        </pc:spChg>
        <pc:graphicFrameChg chg="add">
          <ac:chgData name="Zhi Wang" userId="7588ea56f58b19c7" providerId="LiveId" clId="{96B72205-E234-467C-A3DC-8BF4882781A8}" dt="2026-09-13T12:36:15.166" v="4847" actId="22"/>
          <ac:graphicFrameMkLst>
            <pc:docMk/>
            <pc:sldMk cId="3980109341" sldId="524"/>
            <ac:graphicFrameMk id="24" creationId="{3AB80F47-BBE6-0288-0A8B-BCE89E24FABB}"/>
          </ac:graphicFrameMkLst>
        </pc:graphicFrameChg>
        <pc:cxnChg chg="add mod">
          <ac:chgData name="Zhi Wang" userId="7588ea56f58b19c7" providerId="LiveId" clId="{96B72205-E234-467C-A3DC-8BF4882781A8}" dt="2026-09-13T11:56:29.575" v="3752" actId="1035"/>
          <ac:cxnSpMkLst>
            <pc:docMk/>
            <pc:sldMk cId="3980109341" sldId="524"/>
            <ac:cxnSpMk id="10" creationId="{6421498E-3AC3-FD3D-56B9-138AB7C200A3}"/>
          </ac:cxnSpMkLst>
        </pc:cxnChg>
        <pc:cxnChg chg="add mod">
          <ac:chgData name="Zhi Wang" userId="7588ea56f58b19c7" providerId="LiveId" clId="{96B72205-E234-467C-A3DC-8BF4882781A8}" dt="2026-09-13T11:56:31.081" v="3756" actId="1035"/>
          <ac:cxnSpMkLst>
            <pc:docMk/>
            <pc:sldMk cId="3980109341" sldId="524"/>
            <ac:cxnSpMk id="11" creationId="{0DF30883-08DD-AE1C-0417-FFACCAD58B72}"/>
          </ac:cxnSpMkLst>
        </pc:cxnChg>
        <pc:cxnChg chg="add mod">
          <ac:chgData name="Zhi Wang" userId="7588ea56f58b19c7" providerId="LiveId" clId="{96B72205-E234-467C-A3DC-8BF4882781A8}" dt="2026-09-13T11:56:32.855" v="3760" actId="1035"/>
          <ac:cxnSpMkLst>
            <pc:docMk/>
            <pc:sldMk cId="3980109341" sldId="524"/>
            <ac:cxnSpMk id="13" creationId="{102D1D31-EA77-09EE-5E7E-38E6D528863A}"/>
          </ac:cxnSpMkLst>
        </pc:cxnChg>
        <pc:cxnChg chg="add mod">
          <ac:chgData name="Zhi Wang" userId="7588ea56f58b19c7" providerId="LiveId" clId="{96B72205-E234-467C-A3DC-8BF4882781A8}" dt="2026-09-13T11:56:34.669" v="3764" actId="1035"/>
          <ac:cxnSpMkLst>
            <pc:docMk/>
            <pc:sldMk cId="3980109341" sldId="524"/>
            <ac:cxnSpMk id="15" creationId="{873309D2-D17B-A07F-6030-710A7429385C}"/>
          </ac:cxnSpMkLst>
        </pc:cxnChg>
        <pc:cxnChg chg="add mod">
          <ac:chgData name="Zhi Wang" userId="7588ea56f58b19c7" providerId="LiveId" clId="{96B72205-E234-467C-A3DC-8BF4882781A8}" dt="2026-09-13T11:56:40.942" v="3767" actId="14100"/>
          <ac:cxnSpMkLst>
            <pc:docMk/>
            <pc:sldMk cId="3980109341" sldId="524"/>
            <ac:cxnSpMk id="17" creationId="{C309173C-7882-118F-BA46-9078D21F72C6}"/>
          </ac:cxnSpMkLst>
        </pc:cxnChg>
        <pc:cxnChg chg="add mod">
          <ac:chgData name="Zhi Wang" userId="7588ea56f58b19c7" providerId="LiveId" clId="{96B72205-E234-467C-A3DC-8BF4882781A8}" dt="2026-09-13T11:56:45.247" v="3770" actId="14100"/>
          <ac:cxnSpMkLst>
            <pc:docMk/>
            <pc:sldMk cId="3980109341" sldId="524"/>
            <ac:cxnSpMk id="19" creationId="{B28AA9B8-B3A5-F3C9-EA2D-11C15C988F74}"/>
          </ac:cxnSpMkLst>
        </pc:cxnChg>
        <pc:cxnChg chg="add mod">
          <ac:chgData name="Zhi Wang" userId="7588ea56f58b19c7" providerId="LiveId" clId="{96B72205-E234-467C-A3DC-8BF4882781A8}" dt="2026-09-13T11:56:50.767" v="3773" actId="14100"/>
          <ac:cxnSpMkLst>
            <pc:docMk/>
            <pc:sldMk cId="3980109341" sldId="524"/>
            <ac:cxnSpMk id="21" creationId="{04CABEBB-C68C-9189-1D33-055D6D060BDD}"/>
          </ac:cxnSpMkLst>
        </pc:cxnChg>
      </pc:sldChg>
      <pc:sldChg chg="addSp delSp modSp add mod modAnim">
        <pc:chgData name="Zhi Wang" userId="7588ea56f58b19c7" providerId="LiveId" clId="{96B72205-E234-467C-A3DC-8BF4882781A8}" dt="2026-09-13T12:44:31.506" v="4936"/>
        <pc:sldMkLst>
          <pc:docMk/>
          <pc:sldMk cId="3310114028" sldId="525"/>
        </pc:sldMkLst>
        <pc:spChg chg="mod">
          <ac:chgData name="Zhi Wang" userId="7588ea56f58b19c7" providerId="LiveId" clId="{96B72205-E234-467C-A3DC-8BF4882781A8}" dt="2026-09-13T11:58:07.482" v="3805" actId="20578"/>
          <ac:spMkLst>
            <pc:docMk/>
            <pc:sldMk cId="3310114028" sldId="525"/>
            <ac:spMk id="3" creationId="{7188B2D2-7ADF-4D03-BC18-0E69159991A3}"/>
          </ac:spMkLst>
        </pc:spChg>
        <pc:spChg chg="del">
          <ac:chgData name="Zhi Wang" userId="7588ea56f58b19c7" providerId="LiveId" clId="{96B72205-E234-467C-A3DC-8BF4882781A8}" dt="2026-09-13T11:58:24.034" v="3806" actId="478"/>
          <ac:spMkLst>
            <pc:docMk/>
            <pc:sldMk cId="3310114028" sldId="525"/>
            <ac:spMk id="4" creationId="{4242BD80-6B9E-33C4-B8FD-5030230EA255}"/>
          </ac:spMkLst>
        </pc:spChg>
        <pc:spChg chg="mod">
          <ac:chgData name="Zhi Wang" userId="7588ea56f58b19c7" providerId="LiveId" clId="{96B72205-E234-467C-A3DC-8BF4882781A8}" dt="2026-09-13T12:00:04.401" v="3923" actId="207"/>
          <ac:spMkLst>
            <pc:docMk/>
            <pc:sldMk cId="3310114028" sldId="525"/>
            <ac:spMk id="5" creationId="{FDFF263D-293E-9727-3A4C-5A916A22452E}"/>
          </ac:spMkLst>
        </pc:spChg>
        <pc:spChg chg="mod">
          <ac:chgData name="Zhi Wang" userId="7588ea56f58b19c7" providerId="LiveId" clId="{96B72205-E234-467C-A3DC-8BF4882781A8}" dt="2026-09-13T11:58:36.449" v="3871" actId="1076"/>
          <ac:spMkLst>
            <pc:docMk/>
            <pc:sldMk cId="3310114028" sldId="525"/>
            <ac:spMk id="6" creationId="{BA5CD1BA-E8E8-47B3-6C20-801D6437B602}"/>
          </ac:spMkLst>
        </pc:spChg>
        <pc:spChg chg="del">
          <ac:chgData name="Zhi Wang" userId="7588ea56f58b19c7" providerId="LiveId" clId="{96B72205-E234-467C-A3DC-8BF4882781A8}" dt="2026-09-13T11:59:34.978" v="3918" actId="478"/>
          <ac:spMkLst>
            <pc:docMk/>
            <pc:sldMk cId="3310114028" sldId="525"/>
            <ac:spMk id="8" creationId="{0745BC30-16A8-8747-5C41-0931E8313323}"/>
          </ac:spMkLst>
        </pc:spChg>
        <pc:spChg chg="add mod">
          <ac:chgData name="Zhi Wang" userId="7588ea56f58b19c7" providerId="LiveId" clId="{96B72205-E234-467C-A3DC-8BF4882781A8}" dt="2026-09-13T12:23:55.463" v="4335" actId="1076"/>
          <ac:spMkLst>
            <pc:docMk/>
            <pc:sldMk cId="3310114028" sldId="525"/>
            <ac:spMk id="9" creationId="{7C452028-FEC0-4E6B-C86F-9D267E34A1E5}"/>
          </ac:spMkLst>
        </pc:spChg>
        <pc:spChg chg="add mod">
          <ac:chgData name="Zhi Wang" userId="7588ea56f58b19c7" providerId="LiveId" clId="{96B72205-E234-467C-A3DC-8BF4882781A8}" dt="2026-09-13T12:23:55.463" v="4335" actId="1076"/>
          <ac:spMkLst>
            <pc:docMk/>
            <pc:sldMk cId="3310114028" sldId="525"/>
            <ac:spMk id="14" creationId="{29ED8123-014E-B3D8-6E38-16929A81BE1C}"/>
          </ac:spMkLst>
        </pc:spChg>
        <pc:spChg chg="add del mod">
          <ac:chgData name="Zhi Wang" userId="7588ea56f58b19c7" providerId="LiveId" clId="{96B72205-E234-467C-A3DC-8BF4882781A8}" dt="2026-09-13T12:02:45.705" v="3943"/>
          <ac:spMkLst>
            <pc:docMk/>
            <pc:sldMk cId="3310114028" sldId="525"/>
            <ac:spMk id="16" creationId="{EF3BF162-27D5-CE2B-0D9C-548F8F10B7EC}"/>
          </ac:spMkLst>
        </pc:spChg>
        <pc:spChg chg="add mod">
          <ac:chgData name="Zhi Wang" userId="7588ea56f58b19c7" providerId="LiveId" clId="{96B72205-E234-467C-A3DC-8BF4882781A8}" dt="2026-09-13T12:23:55.463" v="4335" actId="1076"/>
          <ac:spMkLst>
            <pc:docMk/>
            <pc:sldMk cId="3310114028" sldId="525"/>
            <ac:spMk id="20" creationId="{18F5A3C6-A1C5-390E-806A-D81AA9986254}"/>
          </ac:spMkLst>
        </pc:spChg>
        <pc:spChg chg="add mod">
          <ac:chgData name="Zhi Wang" userId="7588ea56f58b19c7" providerId="LiveId" clId="{96B72205-E234-467C-A3DC-8BF4882781A8}" dt="2026-09-13T12:27:59.673" v="4639" actId="1076"/>
          <ac:spMkLst>
            <pc:docMk/>
            <pc:sldMk cId="3310114028" sldId="525"/>
            <ac:spMk id="23" creationId="{DB6889F2-4A79-6156-AE1D-B8EC50934CD0}"/>
          </ac:spMkLst>
        </pc:spChg>
        <pc:spChg chg="add del mod">
          <ac:chgData name="Zhi Wang" userId="7588ea56f58b19c7" providerId="LiveId" clId="{96B72205-E234-467C-A3DC-8BF4882781A8}" dt="2026-09-13T12:44:31.506" v="4936"/>
          <ac:spMkLst>
            <pc:docMk/>
            <pc:sldMk cId="3310114028" sldId="525"/>
            <ac:spMk id="26" creationId="{E20D0FD9-5BC0-6670-7375-BD8F0FD5D286}"/>
          </ac:spMkLst>
        </pc:spChg>
        <pc:graphicFrameChg chg="add">
          <ac:chgData name="Zhi Wang" userId="7588ea56f58b19c7" providerId="LiveId" clId="{96B72205-E234-467C-A3DC-8BF4882781A8}" dt="2026-09-13T12:36:16.559" v="4848" actId="22"/>
          <ac:graphicFrameMkLst>
            <pc:docMk/>
            <pc:sldMk cId="3310114028" sldId="525"/>
            <ac:graphicFrameMk id="25" creationId="{258B98D0-3A1C-9B7F-0DB2-67B7E7F02FD0}"/>
          </ac:graphicFrameMkLst>
        </pc:graphicFrameChg>
        <pc:picChg chg="add mod">
          <ac:chgData name="Zhi Wang" userId="7588ea56f58b19c7" providerId="LiveId" clId="{96B72205-E234-467C-A3DC-8BF4882781A8}" dt="2026-09-13T11:59:47.691" v="3922" actId="1076"/>
          <ac:picMkLst>
            <pc:docMk/>
            <pc:sldMk cId="3310114028" sldId="525"/>
            <ac:picMk id="7" creationId="{9290D235-FBB2-E207-6C27-C5E89B007B31}"/>
          </ac:picMkLst>
        </pc:pic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0" creationId="{C3DE98F6-EA92-F038-033A-2E4BB9106531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1" creationId="{59E7F74A-80DB-C7F5-89C1-A95E9FF055E1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3" creationId="{01696586-0399-5693-D8C9-19B374B1276F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5" creationId="{F1B5BA17-898F-5CA1-EEFD-C0B6A6BD0646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7" creationId="{C2117E2F-2B28-63CD-7970-B6E4811FBE4D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19" creationId="{39AFD3A6-F0D5-6269-BA08-1CB8CE189132}"/>
          </ac:cxnSpMkLst>
        </pc:cxnChg>
        <pc:cxnChg chg="del">
          <ac:chgData name="Zhi Wang" userId="7588ea56f58b19c7" providerId="LiveId" clId="{96B72205-E234-467C-A3DC-8BF4882781A8}" dt="2026-09-13T11:59:26.117" v="3916" actId="478"/>
          <ac:cxnSpMkLst>
            <pc:docMk/>
            <pc:sldMk cId="3310114028" sldId="525"/>
            <ac:cxnSpMk id="21" creationId="{2975876D-CAF7-6E04-F125-C6FCB14F6215}"/>
          </ac:cxnSpMkLst>
        </pc:cxnChg>
      </pc:sldChg>
    </pc:docChg>
  </pc:docChgLst>
  <pc:docChgLst>
    <pc:chgData name="Zhi Wang" userId="7588ea56f58b19c7" providerId="LiveId" clId="{774C7CDD-8B60-419F-A773-E1B9126FB4F0}"/>
    <pc:docChg chg="undo custSel delSld modSld">
      <pc:chgData name="Zhi Wang" userId="7588ea56f58b19c7" providerId="LiveId" clId="{774C7CDD-8B60-419F-A773-E1B9126FB4F0}" dt="2026-09-11T10:48:35.439" v="642" actId="1076"/>
      <pc:docMkLst>
        <pc:docMk/>
      </pc:docMkLst>
      <pc:sldChg chg="modSp mod">
        <pc:chgData name="Zhi Wang" userId="7588ea56f58b19c7" providerId="LiveId" clId="{774C7CDD-8B60-419F-A773-E1B9126FB4F0}" dt="2026-09-11T10:02:40.108" v="11"/>
        <pc:sldMkLst>
          <pc:docMk/>
          <pc:sldMk cId="413324664" sldId="261"/>
        </pc:sldMkLst>
        <pc:spChg chg="mod">
          <ac:chgData name="Zhi Wang" userId="7588ea56f58b19c7" providerId="LiveId" clId="{774C7CDD-8B60-419F-A773-E1B9126FB4F0}" dt="2026-09-11T10:02:40.108" v="11"/>
          <ac:spMkLst>
            <pc:docMk/>
            <pc:sldMk cId="413324664" sldId="261"/>
            <ac:spMk id="4" creationId="{D2AAE2FF-96E1-56DE-7288-65B63ACD3916}"/>
          </ac:spMkLst>
        </pc:spChg>
      </pc:sldChg>
      <pc:sldChg chg="modSp mod">
        <pc:chgData name="Zhi Wang" userId="7588ea56f58b19c7" providerId="LiveId" clId="{774C7CDD-8B60-419F-A773-E1B9126FB4F0}" dt="2026-09-11T10:03:45.266" v="20" actId="1076"/>
        <pc:sldMkLst>
          <pc:docMk/>
          <pc:sldMk cId="0" sldId="275"/>
        </pc:sldMkLst>
        <pc:spChg chg="mod">
          <ac:chgData name="Zhi Wang" userId="7588ea56f58b19c7" providerId="LiveId" clId="{774C7CDD-8B60-419F-A773-E1B9126FB4F0}" dt="2026-09-11T10:03:45.266" v="20" actId="1076"/>
          <ac:spMkLst>
            <pc:docMk/>
            <pc:sldMk cId="0" sldId="275"/>
            <ac:spMk id="3" creationId="{00000000-0000-0000-0000-000000000000}"/>
          </ac:spMkLst>
        </pc:spChg>
      </pc:sldChg>
      <pc:sldChg chg="addSp delSp modSp mod delAnim modAnim">
        <pc:chgData name="Zhi Wang" userId="7588ea56f58b19c7" providerId="LiveId" clId="{774C7CDD-8B60-419F-A773-E1B9126FB4F0}" dt="2026-09-11T10:48:35.439" v="642" actId="1076"/>
        <pc:sldMkLst>
          <pc:docMk/>
          <pc:sldMk cId="3793117853" sldId="462"/>
        </pc:sldMkLst>
        <pc:spChg chg="add mod">
          <ac:chgData name="Zhi Wang" userId="7588ea56f58b19c7" providerId="LiveId" clId="{774C7CDD-8B60-419F-A773-E1B9126FB4F0}" dt="2026-09-11T10:39:43.728" v="489" actId="1037"/>
          <ac:spMkLst>
            <pc:docMk/>
            <pc:sldMk cId="3793117853" sldId="462"/>
            <ac:spMk id="9" creationId="{B34BF8BA-6D82-8906-638D-4EB9E46393C9}"/>
          </ac:spMkLst>
        </pc:spChg>
        <pc:spChg chg="add mod">
          <ac:chgData name="Zhi Wang" userId="7588ea56f58b19c7" providerId="LiveId" clId="{774C7CDD-8B60-419F-A773-E1B9126FB4F0}" dt="2026-09-11T10:37:10.621" v="443" actId="1036"/>
          <ac:spMkLst>
            <pc:docMk/>
            <pc:sldMk cId="3793117853" sldId="462"/>
            <ac:spMk id="10" creationId="{6DBC6B9D-E982-A6DB-31D7-D502B5EFFBB1}"/>
          </ac:spMkLst>
        </pc:spChg>
        <pc:spChg chg="mod">
          <ac:chgData name="Zhi Wang" userId="7588ea56f58b19c7" providerId="LiveId" clId="{774C7CDD-8B60-419F-A773-E1B9126FB4F0}" dt="2026-09-11T10:39:55.411" v="513" actId="1037"/>
          <ac:spMkLst>
            <pc:docMk/>
            <pc:sldMk cId="3793117853" sldId="462"/>
            <ac:spMk id="14" creationId="{3834034B-5CA0-9D09-DD4F-5B265D5C4863}"/>
          </ac:spMkLst>
        </pc:spChg>
        <pc:spChg chg="mod">
          <ac:chgData name="Zhi Wang" userId="7588ea56f58b19c7" providerId="LiveId" clId="{774C7CDD-8B60-419F-A773-E1B9126FB4F0}" dt="2026-09-11T10:40:14.692" v="520" actId="1038"/>
          <ac:spMkLst>
            <pc:docMk/>
            <pc:sldMk cId="3793117853" sldId="462"/>
            <ac:spMk id="15" creationId="{0AD9420E-BE1E-ACF8-BB53-904527BAE791}"/>
          </ac:spMkLst>
        </pc:spChg>
        <pc:spChg chg="mod">
          <ac:chgData name="Zhi Wang" userId="7588ea56f58b19c7" providerId="LiveId" clId="{774C7CDD-8B60-419F-A773-E1B9126FB4F0}" dt="2026-09-11T10:39:43.728" v="489" actId="1037"/>
          <ac:spMkLst>
            <pc:docMk/>
            <pc:sldMk cId="3793117853" sldId="462"/>
            <ac:spMk id="16" creationId="{01ABE1CA-E5E3-E4B5-6152-BFF596CA943F}"/>
          </ac:spMkLst>
        </pc:spChg>
        <pc:spChg chg="add mod">
          <ac:chgData name="Zhi Wang" userId="7588ea56f58b19c7" providerId="LiveId" clId="{774C7CDD-8B60-419F-A773-E1B9126FB4F0}" dt="2026-09-11T10:36:52.459" v="419" actId="1037"/>
          <ac:spMkLst>
            <pc:docMk/>
            <pc:sldMk cId="3793117853" sldId="462"/>
            <ac:spMk id="17" creationId="{8EC43CB9-F1FC-0AA0-FEA6-A11E96AD318F}"/>
          </ac:spMkLst>
        </pc:spChg>
        <pc:spChg chg="mod">
          <ac:chgData name="Zhi Wang" userId="7588ea56f58b19c7" providerId="LiveId" clId="{774C7CDD-8B60-419F-A773-E1B9126FB4F0}" dt="2026-09-11T10:39:55.411" v="513" actId="1037"/>
          <ac:spMkLst>
            <pc:docMk/>
            <pc:sldMk cId="3793117853" sldId="462"/>
            <ac:spMk id="18" creationId="{D3B7F830-77AD-F1B7-2925-C92C2A3EFD3A}"/>
          </ac:spMkLst>
        </pc:spChg>
        <pc:spChg chg="add mod">
          <ac:chgData name="Zhi Wang" userId="7588ea56f58b19c7" providerId="LiveId" clId="{774C7CDD-8B60-419F-A773-E1B9126FB4F0}" dt="2026-09-11T10:12:27.273" v="142" actId="1076"/>
          <ac:spMkLst>
            <pc:docMk/>
            <pc:sldMk cId="3793117853" sldId="462"/>
            <ac:spMk id="21" creationId="{E44EE33D-C72D-E45C-E3F9-79D73ED1AC2F}"/>
          </ac:spMkLst>
        </pc:spChg>
        <pc:spChg chg="mod">
          <ac:chgData name="Zhi Wang" userId="7588ea56f58b19c7" providerId="LiveId" clId="{774C7CDD-8B60-419F-A773-E1B9126FB4F0}" dt="2026-09-11T10:40:14.692" v="520" actId="1038"/>
          <ac:spMkLst>
            <pc:docMk/>
            <pc:sldMk cId="3793117853" sldId="462"/>
            <ac:spMk id="40" creationId="{19A6FE73-85EF-33E9-617F-2F25A04BF84F}"/>
          </ac:spMkLst>
        </pc:spChg>
        <pc:spChg chg="mod">
          <ac:chgData name="Zhi Wang" userId="7588ea56f58b19c7" providerId="LiveId" clId="{774C7CDD-8B60-419F-A773-E1B9126FB4F0}" dt="2026-09-11T10:36:47.320" v="369" actId="1037"/>
          <ac:spMkLst>
            <pc:docMk/>
            <pc:sldMk cId="3793117853" sldId="462"/>
            <ac:spMk id="41" creationId="{BDA84D86-F0D3-7B2A-3E68-272A1F5853FD}"/>
          </ac:spMkLst>
        </pc:spChg>
        <pc:spChg chg="mod">
          <ac:chgData name="Zhi Wang" userId="7588ea56f58b19c7" providerId="LiveId" clId="{774C7CDD-8B60-419F-A773-E1B9126FB4F0}" dt="2026-09-11T10:45:56.567" v="609" actId="1076"/>
          <ac:spMkLst>
            <pc:docMk/>
            <pc:sldMk cId="3793117853" sldId="462"/>
            <ac:spMk id="42" creationId="{3D96F429-4BDF-88ED-553B-77B4EE6606F1}"/>
          </ac:spMkLst>
        </pc:spChg>
        <pc:spChg chg="mod">
          <ac:chgData name="Zhi Wang" userId="7588ea56f58b19c7" providerId="LiveId" clId="{774C7CDD-8B60-419F-A773-E1B9126FB4F0}" dt="2026-09-11T10:45:39.864" v="604" actId="1076"/>
          <ac:spMkLst>
            <pc:docMk/>
            <pc:sldMk cId="3793117853" sldId="462"/>
            <ac:spMk id="43" creationId="{11BD4417-2ED5-2BA9-3907-4EC45635E821}"/>
          </ac:spMkLst>
        </pc:spChg>
        <pc:spChg chg="mod">
          <ac:chgData name="Zhi Wang" userId="7588ea56f58b19c7" providerId="LiveId" clId="{774C7CDD-8B60-419F-A773-E1B9126FB4F0}" dt="2026-09-11T10:37:10.621" v="443" actId="1036"/>
          <ac:spMkLst>
            <pc:docMk/>
            <pc:sldMk cId="3793117853" sldId="462"/>
            <ac:spMk id="45" creationId="{3757953C-7A56-82F5-1F51-5DCC51DBFC0B}"/>
          </ac:spMkLst>
        </pc:spChg>
        <pc:spChg chg="add mod ord">
          <ac:chgData name="Zhi Wang" userId="7588ea56f58b19c7" providerId="LiveId" clId="{774C7CDD-8B60-419F-A773-E1B9126FB4F0}" dt="2026-09-11T10:40:14.692" v="520" actId="1038"/>
          <ac:spMkLst>
            <pc:docMk/>
            <pc:sldMk cId="3793117853" sldId="462"/>
            <ac:spMk id="54" creationId="{6728CC27-72B2-CF3C-C69F-2373E554C889}"/>
          </ac:spMkLst>
        </pc:spChg>
        <pc:spChg chg="add mod ord">
          <ac:chgData name="Zhi Wang" userId="7588ea56f58b19c7" providerId="LiveId" clId="{774C7CDD-8B60-419F-A773-E1B9126FB4F0}" dt="2026-09-11T10:40:37.361" v="527" actId="14100"/>
          <ac:spMkLst>
            <pc:docMk/>
            <pc:sldMk cId="3793117853" sldId="462"/>
            <ac:spMk id="56" creationId="{68C8733D-EF0C-9204-18C0-4FEF0DA993A6}"/>
          </ac:spMkLst>
        </pc:spChg>
        <pc:spChg chg="add mod ord">
          <ac:chgData name="Zhi Wang" userId="7588ea56f58b19c7" providerId="LiveId" clId="{774C7CDD-8B60-419F-A773-E1B9126FB4F0}" dt="2026-09-11T10:39:43.728" v="489" actId="1037"/>
          <ac:spMkLst>
            <pc:docMk/>
            <pc:sldMk cId="3793117853" sldId="462"/>
            <ac:spMk id="58" creationId="{87C5E9F8-5CDF-9F16-50F0-CC1C80E16D7F}"/>
          </ac:spMkLst>
        </pc:spChg>
        <pc:spChg chg="add mod">
          <ac:chgData name="Zhi Wang" userId="7588ea56f58b19c7" providerId="LiveId" clId="{774C7CDD-8B60-419F-A773-E1B9126FB4F0}" dt="2026-09-11T10:42:46.068" v="570" actId="1076"/>
          <ac:spMkLst>
            <pc:docMk/>
            <pc:sldMk cId="3793117853" sldId="462"/>
            <ac:spMk id="60" creationId="{16113C09-DB17-65F8-D9C4-5E9ADB9ADFD4}"/>
          </ac:spMkLst>
        </pc:spChg>
        <pc:spChg chg="add mod">
          <ac:chgData name="Zhi Wang" userId="7588ea56f58b19c7" providerId="LiveId" clId="{774C7CDD-8B60-419F-A773-E1B9126FB4F0}" dt="2026-09-11T10:42:50.347" v="571" actId="1076"/>
          <ac:spMkLst>
            <pc:docMk/>
            <pc:sldMk cId="3793117853" sldId="462"/>
            <ac:spMk id="62" creationId="{8B54E81A-1F68-E019-B42E-7847A32095C3}"/>
          </ac:spMkLst>
        </pc:spChg>
        <pc:spChg chg="add mod">
          <ac:chgData name="Zhi Wang" userId="7588ea56f58b19c7" providerId="LiveId" clId="{774C7CDD-8B60-419F-A773-E1B9126FB4F0}" dt="2026-09-11T10:43:04.708" v="577" actId="1076"/>
          <ac:spMkLst>
            <pc:docMk/>
            <pc:sldMk cId="3793117853" sldId="462"/>
            <ac:spMk id="8192" creationId="{2F000631-08D8-2A0B-9E17-8C4AFF54B1DC}"/>
          </ac:spMkLst>
        </pc:spChg>
        <pc:spChg chg="add mod">
          <ac:chgData name="Zhi Wang" userId="7588ea56f58b19c7" providerId="LiveId" clId="{774C7CDD-8B60-419F-A773-E1B9126FB4F0}" dt="2026-09-11T10:47:46.054" v="640" actId="1076"/>
          <ac:spMkLst>
            <pc:docMk/>
            <pc:sldMk cId="3793117853" sldId="462"/>
            <ac:spMk id="8195" creationId="{5F170CB1-58C5-3BCB-8892-864A19BF48DB}"/>
          </ac:spMkLst>
        </pc:spChg>
        <pc:spChg chg="add mod">
          <ac:chgData name="Zhi Wang" userId="7588ea56f58b19c7" providerId="LiveId" clId="{774C7CDD-8B60-419F-A773-E1B9126FB4F0}" dt="2026-09-11T10:44:53.206" v="600" actId="1076"/>
          <ac:spMkLst>
            <pc:docMk/>
            <pc:sldMk cId="3793117853" sldId="462"/>
            <ac:spMk id="8197" creationId="{71041F85-7244-34E4-9B50-89C3AB136D7C}"/>
          </ac:spMkLst>
        </pc:spChg>
        <pc:spChg chg="add mod">
          <ac:chgData name="Zhi Wang" userId="7588ea56f58b19c7" providerId="LiveId" clId="{774C7CDD-8B60-419F-A773-E1B9126FB4F0}" dt="2026-09-11T10:46:09.863" v="614" actId="1076"/>
          <ac:spMkLst>
            <pc:docMk/>
            <pc:sldMk cId="3793117853" sldId="462"/>
            <ac:spMk id="8199" creationId="{21B94FB6-B429-5A76-2B30-8E60F0FBAD15}"/>
          </ac:spMkLst>
        </pc:spChg>
        <pc:spChg chg="add mod">
          <ac:chgData name="Zhi Wang" userId="7588ea56f58b19c7" providerId="LiveId" clId="{774C7CDD-8B60-419F-A773-E1B9126FB4F0}" dt="2026-09-11T10:46:27.500" v="621" actId="1076"/>
          <ac:spMkLst>
            <pc:docMk/>
            <pc:sldMk cId="3793117853" sldId="462"/>
            <ac:spMk id="8201" creationId="{134CFD58-D74D-FAF3-E408-25AD506ED575}"/>
          </ac:spMkLst>
        </pc:spChg>
        <pc:spChg chg="add mod">
          <ac:chgData name="Zhi Wang" userId="7588ea56f58b19c7" providerId="LiveId" clId="{774C7CDD-8B60-419F-A773-E1B9126FB4F0}" dt="2026-09-11T10:47:39.534" v="639" actId="1076"/>
          <ac:spMkLst>
            <pc:docMk/>
            <pc:sldMk cId="3793117853" sldId="462"/>
            <ac:spMk id="8203" creationId="{743FDE32-C97C-B83F-B35A-0BC91B37ED8E}"/>
          </ac:spMkLst>
        </pc:spChg>
        <pc:picChg chg="add mo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7" creationId="{8F51D8F1-5677-7FD4-A5D8-3BF37B6EF1CA}"/>
          </ac:picMkLst>
        </pc:picChg>
        <pc:picChg chg="add del mod or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8" creationId="{041BAB16-52AF-485E-AEB9-EBB67F0F62FB}"/>
          </ac:picMkLst>
        </pc:picChg>
        <pc:picChg chg="mo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11" creationId="{77822CDF-5C61-3CBA-DE64-47685243A4AF}"/>
          </ac:picMkLst>
        </pc:picChg>
        <pc:picChg chg="add mo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25" creationId="{ACFDD4CE-C535-4E96-78A9-C0FAACC5D557}"/>
          </ac:picMkLst>
        </pc:picChg>
        <pc:picChg chg="add mo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27" creationId="{7B77805D-E7AF-B28D-C9F1-A03C05AE9F46}"/>
          </ac:picMkLst>
        </pc:picChg>
        <pc:picChg chg="add del mo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28" creationId="{F4D86363-E876-CEE1-408B-D01FB28137CA}"/>
          </ac:picMkLst>
        </pc:picChg>
        <pc:picChg chg="add mod ord">
          <ac:chgData name="Zhi Wang" userId="7588ea56f58b19c7" providerId="LiveId" clId="{774C7CDD-8B60-419F-A773-E1B9126FB4F0}" dt="2026-09-11T10:37:10.621" v="443" actId="1036"/>
          <ac:picMkLst>
            <pc:docMk/>
            <pc:sldMk cId="3793117853" sldId="462"/>
            <ac:picMk id="46" creationId="{BD61CDF5-1D3C-6634-6ADB-F6B35AD03B17}"/>
          </ac:picMkLst>
        </pc:picChg>
        <pc:picChg chg="add mod">
          <ac:chgData name="Zhi Wang" userId="7588ea56f58b19c7" providerId="LiveId" clId="{774C7CDD-8B60-419F-A773-E1B9126FB4F0}" dt="2026-09-11T10:33:19.941" v="256" actId="14100"/>
          <ac:picMkLst>
            <pc:docMk/>
            <pc:sldMk cId="3793117853" sldId="462"/>
            <ac:picMk id="49" creationId="{8BEDCA4A-6F80-C14C-139B-1132BF23BE9E}"/>
          </ac:picMkLst>
        </pc:picChg>
        <pc:picChg chg="add mod ord">
          <ac:chgData name="Zhi Wang" userId="7588ea56f58b19c7" providerId="LiveId" clId="{774C7CDD-8B60-419F-A773-E1B9126FB4F0}" dt="2026-09-11T10:34:50.382" v="265" actId="1076"/>
          <ac:picMkLst>
            <pc:docMk/>
            <pc:sldMk cId="3793117853" sldId="462"/>
            <ac:picMk id="52" creationId="{927191DE-C963-AF70-D923-7C53DC06F7C7}"/>
          </ac:picMkLst>
        </pc:picChg>
        <pc:cxnChg chg="mod">
          <ac:chgData name="Zhi Wang" userId="7588ea56f58b19c7" providerId="LiveId" clId="{774C7CDD-8B60-419F-A773-E1B9126FB4F0}" dt="2026-09-11T10:37:10.621" v="443" actId="1036"/>
          <ac:cxnSpMkLst>
            <pc:docMk/>
            <pc:sldMk cId="3793117853" sldId="462"/>
            <ac:cxnSpMk id="47" creationId="{ABAEFC32-39D5-934C-B116-949DC2EEEA46}"/>
          </ac:cxnSpMkLst>
        </pc:cxnChg>
      </pc:sldChg>
      <pc:sldChg chg="modSp">
        <pc:chgData name="Zhi Wang" userId="7588ea56f58b19c7" providerId="LiveId" clId="{774C7CDD-8B60-419F-A773-E1B9126FB4F0}" dt="2026-09-11T10:06:31.791" v="26" actId="20577"/>
        <pc:sldMkLst>
          <pc:docMk/>
          <pc:sldMk cId="2356698094" sldId="463"/>
        </pc:sldMkLst>
        <pc:spChg chg="mod">
          <ac:chgData name="Zhi Wang" userId="7588ea56f58b19c7" providerId="LiveId" clId="{774C7CDD-8B60-419F-A773-E1B9126FB4F0}" dt="2026-09-11T10:06:31.791" v="26" actId="20577"/>
          <ac:spMkLst>
            <pc:docMk/>
            <pc:sldMk cId="2356698094" sldId="463"/>
            <ac:spMk id="7172" creationId="{00000000-0000-0000-0000-000000000000}"/>
          </ac:spMkLst>
        </pc:spChg>
      </pc:sldChg>
      <pc:sldChg chg="modSp mod">
        <pc:chgData name="Zhi Wang" userId="7588ea56f58b19c7" providerId="LiveId" clId="{774C7CDD-8B60-419F-A773-E1B9126FB4F0}" dt="2026-09-11T10:03:10.270" v="16" actId="1076"/>
        <pc:sldMkLst>
          <pc:docMk/>
          <pc:sldMk cId="2249325175" sldId="513"/>
        </pc:sldMkLst>
        <pc:spChg chg="mod">
          <ac:chgData name="Zhi Wang" userId="7588ea56f58b19c7" providerId="LiveId" clId="{774C7CDD-8B60-419F-A773-E1B9126FB4F0}" dt="2026-09-11T10:03:10.270" v="16" actId="1076"/>
          <ac:spMkLst>
            <pc:docMk/>
            <pc:sldMk cId="2249325175" sldId="513"/>
            <ac:spMk id="29" creationId="{073CC3F3-535F-F969-D320-269B3376E4E3}"/>
          </ac:spMkLst>
        </pc:spChg>
      </pc:sldChg>
      <pc:sldChg chg="modSp mod">
        <pc:chgData name="Zhi Wang" userId="7588ea56f58b19c7" providerId="LiveId" clId="{774C7CDD-8B60-419F-A773-E1B9126FB4F0}" dt="2026-09-11T10:04:32.549" v="21"/>
        <pc:sldMkLst>
          <pc:docMk/>
          <pc:sldMk cId="2082624782" sldId="515"/>
        </pc:sldMkLst>
        <pc:spChg chg="mod">
          <ac:chgData name="Zhi Wang" userId="7588ea56f58b19c7" providerId="LiveId" clId="{774C7CDD-8B60-419F-A773-E1B9126FB4F0}" dt="2026-09-11T10:04:32.549" v="21"/>
          <ac:spMkLst>
            <pc:docMk/>
            <pc:sldMk cId="2082624782" sldId="515"/>
            <ac:spMk id="3" creationId="{3702218A-12BC-81CF-3FC3-27563C4949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CD7D7-C589-4002-916B-4E11AE4933D4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FEBD6-C10B-4D1F-996A-ED8DDA0A1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732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2A6E1F-410B-44CA-9071-CB362EFAAA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）对称的定义：在某种变换下保持不变</a:t>
            </a:r>
            <a:endParaRPr lang="en-US" altLang="zh-CN" dirty="0"/>
          </a:p>
          <a:p>
            <a:pPr>
              <a:spcBef>
                <a:spcPct val="0"/>
              </a:spcBef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）正交变换</a:t>
            </a:r>
            <a:r>
              <a:rPr lang="en-US" altLang="zh-CN" dirty="0"/>
              <a:t>——</a:t>
            </a:r>
            <a:r>
              <a:rPr lang="zh-CN" altLang="en-US" dirty="0"/>
              <a:t>对称操作</a:t>
            </a:r>
            <a:endParaRPr lang="en-US" altLang="zh-CN" dirty="0"/>
          </a:p>
          <a:p>
            <a:pPr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90D09D-76D1-4A62-B402-1C2B77E328DB}" type="slidenum">
              <a:rPr lang="zh-CN" altLang="en-US">
                <a:solidFill>
                  <a:prstClr val="black"/>
                </a:solidFill>
                <a:latin typeface="Calibri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>
              <a:solidFill>
                <a:prstClr val="black"/>
              </a:solidFill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3739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）三种对称操作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）数学上，对称操作可以用正交矩阵表示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552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）类似地，可以得到</a:t>
            </a:r>
            <a:r>
              <a:rPr lang="en-US" altLang="zh-CN" dirty="0"/>
              <a:t>32</a:t>
            </a:r>
            <a:r>
              <a:rPr lang="zh-CN" altLang="en-US" dirty="0"/>
              <a:t>个点群，介绍用熊夫利符号表示的点群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</a:t>
            </a:r>
            <a:r>
              <a:rPr lang="zh-CN" altLang="en-US" dirty="0"/>
              <a:t>群，旋转群，包含纯转动，以及转动和部分旋转镜面，以及中心反演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42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5AD2-C87B-2B99-A118-6B8E411A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585E80-D858-20FD-4D56-4E495F85B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DBD592-6994-BD24-F6CA-8CC92398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）类似地，可以得到</a:t>
            </a:r>
            <a:r>
              <a:rPr lang="en-US" altLang="zh-CN" dirty="0"/>
              <a:t>32</a:t>
            </a:r>
            <a:r>
              <a:rPr lang="zh-CN" altLang="en-US" dirty="0"/>
              <a:t>个点群，介绍用熊夫利符号表示的点群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</a:t>
            </a:r>
            <a:r>
              <a:rPr lang="zh-CN" altLang="en-US" dirty="0"/>
              <a:t>群，旋转群，包含纯转动，以及转动和部分旋转镜面，以及中心反演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A11BA5-2E99-8D27-CDE2-608FC5304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91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DB44-0634-47DC-2908-678A3EE1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308C11-CD9D-25E9-6DFE-2543D5AC3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73C0B4-3F78-CAA7-E600-522ABB610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）类似地，可以得到</a:t>
            </a:r>
            <a:r>
              <a:rPr lang="en-US" altLang="zh-CN" dirty="0"/>
              <a:t>32</a:t>
            </a:r>
            <a:r>
              <a:rPr lang="zh-CN" altLang="en-US" dirty="0"/>
              <a:t>个点群，介绍用熊夫利符号表示的点群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</a:t>
            </a:r>
            <a:r>
              <a:rPr lang="zh-CN" altLang="en-US" dirty="0"/>
              <a:t>群，旋转群，包含纯转动，以及转动和部分旋转镜面，以及中心反演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7BC45-BD03-89AA-5B52-1FC6E5B23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864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129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CCCD20-590B-441C-8EE7-AB0BE595F336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7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7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3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42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87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01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91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92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22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9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4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342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716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42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26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84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9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8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04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6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33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890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7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88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46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0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9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81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F6B2-CA28-4F95-8F33-1D55737B542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B7E3-CCA2-42B7-8CBA-F7A174B7A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540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7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4.jpe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eg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yst.ehu.es/" TargetMode="External"/><Relationship Id="rId2" Type="http://schemas.openxmlformats.org/officeDocument/2006/relationships/hyperlink" Target="http://symmetry.otterbein.edu/tutorial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mg.chem.ucl.ac.uk/sgp/large/sgp.htm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</a:t>
            </a:r>
            <a:r>
              <a:rPr lang="zh-CN" altLang="en-US" b="1" dirty="0">
                <a:solidFill>
                  <a:srgbClr val="FF0000"/>
                </a:solidFill>
              </a:rPr>
              <a:t>王峙</a:t>
            </a:r>
            <a:r>
              <a:rPr lang="zh-CN" altLang="en-US" b="1" dirty="0"/>
              <a:t>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</a:t>
            </a:r>
            <a:r>
              <a:rPr lang="en-US" altLang="zh-CN" b="1" dirty="0">
                <a:solidFill>
                  <a:srgbClr val="FF0000"/>
                </a:solidFill>
              </a:rPr>
              <a:t>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黑体"/>
                <a:cs typeface="+mn-cs"/>
              </a:rPr>
              <a:t>Samuel Velasco/Quanta Magazine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黑体"/>
              <a:cs typeface="+mn-cs"/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7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>
                <a:solidFill>
                  <a:schemeClr val="bg1"/>
                </a:solidFill>
              </a:rPr>
              <a:t>第一章 晶体结构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AE2FF-96E1-56DE-7288-65B63ACD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8221" y="1289889"/>
            <a:ext cx="2989891" cy="4278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</a:rPr>
              <a:t>晶向与晶面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635F61C-84E9-C80C-7852-9092E070D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2126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晶向 </a:t>
            </a:r>
            <a:r>
              <a:rPr lang="en-US" altLang="zh-CN" dirty="0">
                <a:solidFill>
                  <a:schemeClr val="bg1"/>
                </a:solidFill>
              </a:rPr>
              <a:t>(crystal direction)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21248" y="2023953"/>
            <a:ext cx="4195970" cy="3241881"/>
          </a:xfrm>
        </p:spPr>
        <p:txBody>
          <a:bodyPr>
            <a:no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晶体的许多物理性质具有方向依赖：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各向异性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rgbClr val="FF0000"/>
                </a:solidFill>
                <a:effectLst/>
              </a:rPr>
              <a:t>沿不同的方向测量得到的性质不一样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晶格中的方向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– 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晶向</a:t>
            </a:r>
            <a:endParaRPr lang="en-US" altLang="zh-CN" sz="2800" b="1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如何识别不同的晶向？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7A20FE-5AA4-6A4A-CEFF-341F76327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1" y="1702903"/>
            <a:ext cx="6568109" cy="49182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0DA32CD-6150-D27A-1768-F53890452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6A50-0578-6E5A-C5DA-5082693E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B44BC-59C6-DA79-7E17-D982E4D2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晶向记号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3C4FF1-57F6-E0B0-C8A8-EA00713DBD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33860" y="1755914"/>
                <a:ext cx="4195970" cy="402703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每个晶向都可以由一系列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</a:rPr>
                  <a:t>平行等距直线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构成的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</a:rPr>
                  <a:t>直线族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来表示</a:t>
                </a:r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直线矢量方向可以用来定义晶向</a:t>
                </a:r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将直线矢量用基矢展开</a:t>
                </a:r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晶向记为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3C4FF1-57F6-E0B0-C8A8-EA00713DB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3860" y="1755914"/>
                <a:ext cx="4195970" cy="4027030"/>
              </a:xfrm>
              <a:blipFill>
                <a:blip r:embed="rId2"/>
                <a:stretch>
                  <a:fillRect l="-2035" t="-908" b="-2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9EDC3EB-3F30-3BBC-0C2F-CEE1BAD30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81" y="1702903"/>
            <a:ext cx="6568109" cy="49182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E2895F5-6F2C-976D-385F-5CA7C4D1E70F}"/>
              </a:ext>
            </a:extLst>
          </p:cNvPr>
          <p:cNvCxnSpPr/>
          <p:nvPr/>
        </p:nvCxnSpPr>
        <p:spPr>
          <a:xfrm flipV="1">
            <a:off x="3379304" y="4803913"/>
            <a:ext cx="125896" cy="32467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57DB0EA-6A3D-D77F-09C4-4E25A7E38F36}"/>
              </a:ext>
            </a:extLst>
          </p:cNvPr>
          <p:cNvCxnSpPr>
            <a:cxnSpLocks/>
          </p:cNvCxnSpPr>
          <p:nvPr/>
        </p:nvCxnSpPr>
        <p:spPr>
          <a:xfrm>
            <a:off x="3379304" y="5128591"/>
            <a:ext cx="40402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AB71F89-A34D-430C-E1ED-02D055B83566}"/>
              </a:ext>
            </a:extLst>
          </p:cNvPr>
          <p:cNvCxnSpPr/>
          <p:nvPr/>
        </p:nvCxnSpPr>
        <p:spPr>
          <a:xfrm flipV="1">
            <a:off x="4901399" y="2869565"/>
            <a:ext cx="125896" cy="32467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0519A0D-448E-38A4-70CF-61875E209D6A}"/>
              </a:ext>
            </a:extLst>
          </p:cNvPr>
          <p:cNvCxnSpPr>
            <a:cxnSpLocks/>
          </p:cNvCxnSpPr>
          <p:nvPr/>
        </p:nvCxnSpPr>
        <p:spPr>
          <a:xfrm>
            <a:off x="4901399" y="3194243"/>
            <a:ext cx="40402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03A498-F9AC-3B6A-2FF4-9F03B8FEE507}"/>
              </a:ext>
            </a:extLst>
          </p:cNvPr>
          <p:cNvCxnSpPr/>
          <p:nvPr/>
        </p:nvCxnSpPr>
        <p:spPr>
          <a:xfrm flipV="1">
            <a:off x="2091028" y="2872933"/>
            <a:ext cx="125896" cy="32467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3C43D8A-0DD9-62FD-8749-F6D6861ED7BB}"/>
              </a:ext>
            </a:extLst>
          </p:cNvPr>
          <p:cNvCxnSpPr>
            <a:cxnSpLocks/>
          </p:cNvCxnSpPr>
          <p:nvPr/>
        </p:nvCxnSpPr>
        <p:spPr>
          <a:xfrm>
            <a:off x="2091028" y="3197611"/>
            <a:ext cx="40402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782607D-AC95-3047-FAFA-77C201BB4660}"/>
              </a:ext>
            </a:extLst>
          </p:cNvPr>
          <p:cNvCxnSpPr/>
          <p:nvPr/>
        </p:nvCxnSpPr>
        <p:spPr>
          <a:xfrm flipV="1">
            <a:off x="5665304" y="5128591"/>
            <a:ext cx="125896" cy="32467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BC2FC37-FC7C-F5CF-89C2-86899838FF81}"/>
              </a:ext>
            </a:extLst>
          </p:cNvPr>
          <p:cNvCxnSpPr>
            <a:cxnSpLocks/>
          </p:cNvCxnSpPr>
          <p:nvPr/>
        </p:nvCxnSpPr>
        <p:spPr>
          <a:xfrm>
            <a:off x="5665304" y="5453269"/>
            <a:ext cx="40402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A1A3903-7B0F-0B22-1D76-D62D699F1B9B}"/>
              </a:ext>
            </a:extLst>
          </p:cNvPr>
          <p:cNvCxnSpPr/>
          <p:nvPr/>
        </p:nvCxnSpPr>
        <p:spPr>
          <a:xfrm flipV="1">
            <a:off x="2216924" y="5765164"/>
            <a:ext cx="125896" cy="32467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A019715-F876-825B-2B9B-BE7257B8DB81}"/>
              </a:ext>
            </a:extLst>
          </p:cNvPr>
          <p:cNvCxnSpPr>
            <a:cxnSpLocks/>
          </p:cNvCxnSpPr>
          <p:nvPr/>
        </p:nvCxnSpPr>
        <p:spPr>
          <a:xfrm>
            <a:off x="2216924" y="6089842"/>
            <a:ext cx="40402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64A23C1-A544-C533-0C2C-893DDBEA2A34}"/>
                  </a:ext>
                </a:extLst>
              </p:cNvPr>
              <p:cNvSpPr txBox="1"/>
              <p:nvPr/>
            </p:nvSpPr>
            <p:spPr>
              <a:xfrm>
                <a:off x="2109814" y="2411193"/>
                <a:ext cx="618246" cy="30777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64A23C1-A544-C533-0C2C-893DDBEA2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814" y="2411193"/>
                <a:ext cx="618246" cy="307777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CE2EEAD-61E5-4FC5-B6C0-95B3D904C058}"/>
                  </a:ext>
                </a:extLst>
              </p:cNvPr>
              <p:cNvSpPr txBox="1"/>
              <p:nvPr/>
            </p:nvSpPr>
            <p:spPr>
              <a:xfrm>
                <a:off x="4901399" y="2411662"/>
                <a:ext cx="618246" cy="30777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CE2EEAD-61E5-4FC5-B6C0-95B3D904C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99" y="2411662"/>
                <a:ext cx="618246" cy="307777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EDF8C7-9EBE-60ED-5636-D8B34450301A}"/>
                  </a:ext>
                </a:extLst>
              </p:cNvPr>
              <p:cNvSpPr txBox="1"/>
              <p:nvPr/>
            </p:nvSpPr>
            <p:spPr>
              <a:xfrm>
                <a:off x="3631211" y="4496136"/>
                <a:ext cx="575479" cy="30777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EDF8C7-9EBE-60ED-5636-D8B344503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211" y="4496136"/>
                <a:ext cx="575479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3598595-D7EC-8044-E638-971B0B0D408F}"/>
                  </a:ext>
                </a:extLst>
              </p:cNvPr>
              <p:cNvSpPr txBox="1"/>
              <p:nvPr/>
            </p:nvSpPr>
            <p:spPr>
              <a:xfrm>
                <a:off x="2728060" y="5939918"/>
                <a:ext cx="618246" cy="30848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3598595-D7EC-8044-E638-971B0B0D4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060" y="5939918"/>
                <a:ext cx="618246" cy="308482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726F6C5-A137-104A-0657-8485A3ADB65A}"/>
                  </a:ext>
                </a:extLst>
              </p:cNvPr>
              <p:cNvSpPr txBox="1"/>
              <p:nvPr/>
            </p:nvSpPr>
            <p:spPr>
              <a:xfrm>
                <a:off x="6091679" y="5052022"/>
                <a:ext cx="618246" cy="30848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726F6C5-A137-104A-0657-8485A3AD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679" y="5052022"/>
                <a:ext cx="618246" cy="308482"/>
              </a:xfrm>
              <a:prstGeom prst="rect">
                <a:avLst/>
              </a:prstGeom>
              <a:blipFill>
                <a:blip r:embed="rId8"/>
                <a:stretch>
                  <a:fillRect t="-2000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73CC3F3-535F-F969-D320-269B3376E4E3}"/>
                  </a:ext>
                </a:extLst>
              </p:cNvPr>
              <p:cNvSpPr txBox="1"/>
              <p:nvPr/>
            </p:nvSpPr>
            <p:spPr>
              <a:xfrm>
                <a:off x="7328168" y="5993811"/>
                <a:ext cx="4863832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与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是等价的晶向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73CC3F3-535F-F969-D320-269B3376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168" y="5993811"/>
                <a:ext cx="4863832" cy="509178"/>
              </a:xfrm>
              <a:prstGeom prst="rect">
                <a:avLst/>
              </a:prstGeom>
              <a:blipFill>
                <a:blip r:embed="rId9"/>
                <a:stretch>
                  <a:fillRect t="-9524" r="-112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AF35090-5EC7-5A88-388B-FBB882CDF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32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 animBg="1"/>
      <p:bldP spid="23" grpId="0" animBg="1"/>
      <p:bldP spid="24" grpId="0" animBg="1"/>
      <p:bldP spid="25" grpId="0" animBg="1"/>
      <p:bldP spid="26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晶向记号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545" y="1694083"/>
            <a:ext cx="4175894" cy="3197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57954" y="1694084"/>
            <a:ext cx="4181979" cy="320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2FBF7-E78A-4E5A-FCEE-DE0D16B40FAE}"/>
              </a:ext>
            </a:extLst>
          </p:cNvPr>
          <p:cNvSpPr txBox="1">
            <a:spLocks/>
          </p:cNvSpPr>
          <p:nvPr/>
        </p:nvSpPr>
        <p:spPr>
          <a:xfrm>
            <a:off x="3710609" y="5241235"/>
            <a:ext cx="6488595" cy="132632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晶向记号显然与基矢选取有关！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一般使用惯胞基矢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C65E8C9-05D8-2163-748D-4AFD4EC54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晶向记号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261113" y="2239963"/>
                <a:ext cx="6210016" cy="3580959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  <a:effectLst/>
                  </a:rPr>
                  <a:t>尖括号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</a:rPr>
                  <a:t>&lt;</a:t>
                </a:r>
                <a:r>
                  <a:rPr lang="zh-CN" altLang="en-US" sz="2800" dirty="0"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</a:rPr>
                  <a:t>&gt;</a:t>
                </a:r>
                <a:r>
                  <a:rPr lang="zh-CN" altLang="en-US" sz="2800" dirty="0">
                    <a:solidFill>
                      <a:schemeClr val="bg1"/>
                    </a:solidFill>
                    <a:effectLst/>
                  </a:rPr>
                  <a:t>表示由于对称性而相互等价的晶向</a:t>
                </a:r>
                <a:endParaRPr lang="en-US" altLang="zh-CN" sz="2800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sz="2800" dirty="0">
                    <a:solidFill>
                      <a:schemeClr val="bg1"/>
                    </a:solidFill>
                    <a:effectLst/>
                  </a:rPr>
                  <a:t>如对立方格子，</a:t>
                </a:r>
                <a:r>
                  <a:rPr lang="en-US" altLang="zh-CN" sz="2800" dirty="0">
                    <a:solidFill>
                      <a:schemeClr val="bg1"/>
                    </a:solidFill>
                    <a:effectLst/>
                  </a:rPr>
                  <a:t>&lt;100&gt;</a:t>
                </a:r>
                <a:r>
                  <a:rPr lang="zh-CN" altLang="en-US" sz="2800" dirty="0">
                    <a:solidFill>
                      <a:schemeClr val="bg1"/>
                    </a:solidFill>
                    <a:effectLst/>
                  </a:rPr>
                  <a:t>表示</a:t>
                </a:r>
                <a:r>
                  <a:rPr lang="en-US" altLang="zh-CN" sz="2800" dirty="0">
                    <a:solidFill>
                      <a:schemeClr val="bg1"/>
                    </a:solidFill>
                    <a:effectLst/>
                  </a:rPr>
                  <a:t>6</a:t>
                </a:r>
                <a:r>
                  <a:rPr lang="zh-CN" altLang="en-US" sz="2800" dirty="0">
                    <a:solidFill>
                      <a:schemeClr val="bg1"/>
                    </a:solidFill>
                    <a:effectLst/>
                  </a:rPr>
                  <a:t>个相互等价的方向</a:t>
                </a:r>
                <a:endParaRPr lang="en-US" altLang="zh-CN" sz="2800" dirty="0">
                  <a:solidFill>
                    <a:schemeClr val="bg1"/>
                  </a:solidFill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280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zh-CN" altLang="en-US" sz="280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̄"/>
                            <m:ctrlP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zh-CN" alt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010</m:t>
                        </m:r>
                      </m:e>
                    </m:d>
                    <m:r>
                      <a:rPr lang="zh-CN" alt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acc>
                          <m:accPr>
                            <m:chr m:val="̄"/>
                            <m:ctrlP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zh-CN" alt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</m:d>
                    <m:r>
                      <a:rPr lang="zh-CN" alt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</m:t>
                        </m:r>
                        <m:acc>
                          <m:accPr>
                            <m:chr m:val="̄"/>
                            <m:ctrlP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e>
                    </m:d>
                  </m:oMath>
                </a14:m>
                <a:endParaRPr lang="en-US" altLang="zh-CN" sz="2800" dirty="0">
                  <a:solidFill>
                    <a:schemeClr val="bg1"/>
                  </a:solidFill>
                  <a:effectLst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solidFill>
                      <a:schemeClr val="bg1"/>
                    </a:solidFill>
                    <a:effectLst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8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endParaRPr lang="en-US" altLang="zh-CN" sz="280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1113" y="2239963"/>
                <a:ext cx="6210016" cy="3580959"/>
              </a:xfrm>
              <a:blipFill>
                <a:blip r:embed="rId2"/>
                <a:stretch>
                  <a:fillRect l="-1766" t="-1190" r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1090" y="2355342"/>
            <a:ext cx="3711674" cy="285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B72EA16-FD31-CB3C-238F-819E64B9A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晶面 </a:t>
            </a:r>
            <a:r>
              <a:rPr lang="en-US" altLang="zh-CN" dirty="0">
                <a:solidFill>
                  <a:schemeClr val="bg1"/>
                </a:solidFill>
              </a:rPr>
              <a:t>(Crystal plane)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541" y="1747783"/>
            <a:ext cx="8229600" cy="100013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晶格格点还可以看成分布在一系列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平行等距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平面族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上，这些平面称为</a:t>
            </a:r>
            <a:r>
              <a:rPr lang="zh-CN" altLang="en-US" sz="2800" b="1" dirty="0">
                <a:solidFill>
                  <a:schemeClr val="bg1"/>
                </a:solidFill>
                <a:effectLst/>
              </a:rPr>
              <a:t>晶面 </a:t>
            </a:r>
            <a:r>
              <a:rPr lang="en-US" altLang="zh-CN" sz="2800" b="1" dirty="0">
                <a:solidFill>
                  <a:schemeClr val="bg1"/>
                </a:solidFill>
                <a:effectLst/>
              </a:rPr>
              <a:t>(crystal plane)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。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91716" y="2857473"/>
            <a:ext cx="385762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92244" y="2857473"/>
            <a:ext cx="385762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6EE58C2-DA8A-E07D-B38C-2EEC69D86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 txBox="1">
                <a:spLocks/>
              </p:cNvSpPr>
              <p:nvPr/>
            </p:nvSpPr>
            <p:spPr>
              <a:xfrm>
                <a:off x="7413937" y="3504987"/>
                <a:ext cx="4713212" cy="255568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342900" indent="-342900" defTabSz="9144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 2"/>
                  <a:buChar char=""/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</a:rPr>
                  <a:t>用密勒指数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ℎ𝑘𝑙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做为晶面记号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937" y="3504987"/>
                <a:ext cx="4713212" cy="2555680"/>
              </a:xfrm>
              <a:prstGeom prst="rect">
                <a:avLst/>
              </a:prstGeom>
              <a:blipFill>
                <a:blip r:embed="rId2"/>
                <a:stretch>
                  <a:fillRect t="-2864" r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142" y="2174569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21024" y="2174569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9906" y="2174569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2142" y="4165271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21024" y="4165271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149906" y="4165271"/>
            <a:ext cx="2175454" cy="16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33D7DF8C-0286-984D-8D95-EBC7FDDC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晶面记号和密勒指数 </a:t>
            </a:r>
            <a:r>
              <a:rPr lang="en-US" altLang="zh-CN" dirty="0">
                <a:solidFill>
                  <a:schemeClr val="bg1"/>
                </a:solidFill>
              </a:rPr>
              <a:t>(Miller indices)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243BF8A-7E10-3851-20BE-F0BED4A68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DA4D962-CCD0-C370-C82E-4ABAA4FB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39" y="1099773"/>
            <a:ext cx="4904762" cy="43333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0BDCE20-82FE-557D-188E-CFEDD27125CB}"/>
              </a:ext>
            </a:extLst>
          </p:cNvPr>
          <p:cNvSpPr/>
          <p:nvPr/>
        </p:nvSpPr>
        <p:spPr>
          <a:xfrm>
            <a:off x="3870960" y="2448560"/>
            <a:ext cx="914400" cy="447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6ABFE0-81D1-52F9-EC5B-D9443DF1A3D0}"/>
              </a:ext>
            </a:extLst>
          </p:cNvPr>
          <p:cNvSpPr/>
          <p:nvPr/>
        </p:nvSpPr>
        <p:spPr>
          <a:xfrm>
            <a:off x="1747520" y="3429000"/>
            <a:ext cx="914400" cy="447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3FD232-8B91-160E-4B66-FE25D0B37051}"/>
                  </a:ext>
                </a:extLst>
              </p:cNvPr>
              <p:cNvSpPr txBox="1"/>
              <p:nvPr/>
            </p:nvSpPr>
            <p:spPr>
              <a:xfrm>
                <a:off x="5882640" y="1195489"/>
                <a:ext cx="5500224" cy="2953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</a:rPr>
                  <a:t>截距法</a:t>
                </a:r>
                <a:endParaRPr lang="en-US" altLang="zh-CN" sz="3200" b="1" dirty="0">
                  <a:solidFill>
                    <a:schemeClr val="bg1"/>
                  </a:solidFill>
                </a:endParaRPr>
              </a:p>
              <a:p>
                <a:endParaRPr lang="en-US" altLang="zh-CN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bg1"/>
                    </a:solidFill>
                  </a:rPr>
                  <a:t>量出三个截距（以基矢为单位）</a:t>
                </a:r>
                <a:endParaRPr lang="en-US" altLang="zh-CN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x1 = 1, x2 = 2, x3 =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FF0000"/>
                    </a:solidFill>
                  </a:rPr>
                  <a:t>截距取倒数 </a:t>
                </a:r>
                <a:r>
                  <a:rPr lang="en-US" altLang="zh-CN" sz="2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1,</m:t>
                        </m:r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FF0000"/>
                    </a:solidFill>
                  </a:rPr>
                  <a:t>化为整数比 </a:t>
                </a:r>
                <a:r>
                  <a:rPr lang="en-US" altLang="zh-CN" sz="2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632</m:t>
                        </m:r>
                      </m:e>
                    </m:d>
                  </m:oMath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3FD232-8B91-160E-4B66-FE25D0B37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640" y="1195489"/>
                <a:ext cx="5500224" cy="2953181"/>
              </a:xfrm>
              <a:prstGeom prst="rect">
                <a:avLst/>
              </a:prstGeom>
              <a:blipFill>
                <a:blip r:embed="rId3"/>
                <a:stretch>
                  <a:fillRect l="-2772" t="-3711" r="-1330" b="-4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0B120F1-7EBC-59E2-7795-7F3E9D81E507}"/>
                  </a:ext>
                </a:extLst>
              </p:cNvPr>
              <p:cNvSpPr txBox="1"/>
              <p:nvPr/>
            </p:nvSpPr>
            <p:spPr>
              <a:xfrm>
                <a:off x="5882640" y="4424680"/>
                <a:ext cx="4158318" cy="15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solidFill>
                      <a:srgbClr val="0070C0"/>
                    </a:solidFill>
                  </a:rPr>
                  <a:t>x1 = 3, x2 = ∞, x3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70C0"/>
                    </a:solidFill>
                  </a:rPr>
                  <a:t>截距取倒数 </a:t>
                </a:r>
                <a:r>
                  <a:rPr lang="en-US" altLang="zh-CN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∞</m:t>
                            </m:r>
                          </m:den>
                        </m:f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80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70C0"/>
                    </a:solidFill>
                  </a:rPr>
                  <a:t>化为整数比 </a:t>
                </a:r>
                <a:r>
                  <a:rPr lang="en-US" altLang="zh-CN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103</m:t>
                        </m:r>
                      </m:e>
                    </m:d>
                  </m:oMath>
                </a14:m>
                <a:endParaRPr lang="zh-CN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0B120F1-7EBC-59E2-7795-7F3E9D81E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640" y="4424680"/>
                <a:ext cx="4158318" cy="1598964"/>
              </a:xfrm>
              <a:prstGeom prst="rect">
                <a:avLst/>
              </a:prstGeom>
              <a:blipFill>
                <a:blip r:embed="rId4"/>
                <a:stretch>
                  <a:fillRect l="-2639" t="-3817" b="-9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7FB53E-41B1-95E8-B937-719FE1A97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92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uiExpand="1" build="p"/>
      <p:bldP spid="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晶面记号</a:t>
            </a:r>
          </a:p>
        </p:txBody>
      </p:sp>
      <p:pic>
        <p:nvPicPr>
          <p:cNvPr id="5" name="图片 4" descr="crystal-plan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9791"/>
          <a:stretch>
            <a:fillRect/>
          </a:stretch>
        </p:blipFill>
        <p:spPr>
          <a:xfrm>
            <a:off x="442619" y="2629468"/>
            <a:ext cx="5488770" cy="1993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1DA5F65-9EB5-47B7-1E59-1469F5287A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60613" y="2552383"/>
                <a:ext cx="5539740" cy="35809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 dirty="0">
                    <a:solidFill>
                      <a:srgbClr val="FF0000"/>
                    </a:solidFill>
                    <a:effectLst/>
                  </a:rPr>
                  <a:t>花括号</a:t>
                </a:r>
                <a:r>
                  <a:rPr lang="en-US" altLang="zh-CN" sz="2400" dirty="0">
                    <a:solidFill>
                      <a:srgbClr val="FF0000"/>
                    </a:solidFill>
                    <a:effectLst/>
                  </a:rPr>
                  <a:t>{ }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表示由于对称性而相互等价的晶面</a:t>
                </a:r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</a:rPr>
                  <a:t>如对立方格子，</a:t>
                </a:r>
                <a:endParaRPr lang="en-US" altLang="zh-CN" sz="2400" dirty="0">
                  <a:solidFill>
                    <a:schemeClr val="bg1"/>
                  </a:solidFill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010</m:t>
                        </m:r>
                      </m:e>
                    </m:d>
                    <m:r>
                      <a:rPr lang="en-US" altLang="zh-CN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</m:d>
                    <m:r>
                      <a:rPr lang="en-US" altLang="zh-CN" sz="240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endParaRPr lang="zh-CN" altLang="en-US" sz="240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1DA5F65-9EB5-47B7-1E59-1469F528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613" y="2552383"/>
                <a:ext cx="5539740" cy="3580959"/>
              </a:xfrm>
              <a:prstGeom prst="rect">
                <a:avLst/>
              </a:prstGeom>
              <a:blipFill>
                <a:blip r:embed="rId3"/>
                <a:stretch>
                  <a:fillRect l="-1430" t="-1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35207F4-F091-2ACC-F56D-23DD5AE3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4953-9ABE-1754-BF47-7D2A812C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六方晶格的密勒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布拉维指数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9BB772-5D47-32B8-C8EE-471C4261A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55" y="1748776"/>
            <a:ext cx="7851824" cy="441665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4A583C-5E89-9A95-E783-D98672F0B151}"/>
                  </a:ext>
                </a:extLst>
              </p:cNvPr>
              <p:cNvSpPr txBox="1"/>
              <p:nvPr/>
            </p:nvSpPr>
            <p:spPr>
              <a:xfrm>
                <a:off x="8431590" y="1641111"/>
                <a:ext cx="342183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六方晶系中命名一个晶向或晶面需要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4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个指数，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ℎ𝑘𝑚𝑙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0" dirty="0">
                        <a:solidFill>
                          <a:schemeClr val="bg1"/>
                        </a:solidFill>
                      </a:rPr>
                      <m:t>或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ℎ𝑘𝑚𝑙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h, k, l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的计算方法与其他晶格相同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计算截距时，注意</a:t>
                </a:r>
                <a:r>
                  <a:rPr lang="en-US" altLang="zh-CN" sz="2400" dirty="0" err="1">
                    <a:solidFill>
                      <a:schemeClr val="bg1"/>
                    </a:solidFill>
                  </a:rPr>
                  <a:t>h,k,l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对应的截距是在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a1, a2, c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上的截距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m = - (h + k)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4A583C-5E89-9A95-E783-D98672F0B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590" y="1641111"/>
                <a:ext cx="3421830" cy="4524315"/>
              </a:xfrm>
              <a:prstGeom prst="rect">
                <a:avLst/>
              </a:prstGeom>
              <a:blipFill>
                <a:blip r:embed="rId4"/>
                <a:stretch>
                  <a:fillRect l="-2317" t="-1078" r="-124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25BE41D-552D-F152-F529-2FAF45E30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5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6DF9D-5FCB-E705-256E-131C2CD2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为何大费周章？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02218A-12BC-81CF-3FC3-27563C494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5" y="1729739"/>
                <a:ext cx="10353762" cy="490922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密勒指数无法显式体现六角晶格的对称性，而密勒</a:t>
                </a:r>
                <a:r>
                  <a:rPr lang="en-US" altLang="zh-CN" dirty="0">
                    <a:solidFill>
                      <a:schemeClr val="bg1"/>
                    </a:solidFill>
                    <a:effectLst/>
                  </a:rPr>
                  <a:t>—</a:t>
                </a:r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布拉维指数可以</a:t>
                </a:r>
                <a:endParaRPr lang="en-US" altLang="zh-CN" dirty="0">
                  <a:solidFill>
                    <a:schemeClr val="bg1"/>
                  </a:solidFill>
                  <a:effectLst/>
                </a:endParaRPr>
              </a:p>
              <a:p>
                <a:pPr lvl="1"/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六方晶格的</a:t>
                </a:r>
                <a:r>
                  <a:rPr lang="en-US" altLang="zh-CN" dirty="0">
                    <a:solidFill>
                      <a:schemeClr val="bg1"/>
                    </a:solidFill>
                    <a:effectLst/>
                  </a:rPr>
                  <a:t>6</a:t>
                </a:r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个柱面彼此等价，但密勒指数分别为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，对称性不明显</a:t>
                </a:r>
                <a:endParaRPr lang="en-US" altLang="zh-CN" dirty="0">
                  <a:solidFill>
                    <a:schemeClr val="bg1"/>
                  </a:solidFill>
                  <a:effectLst/>
                </a:endParaRPr>
              </a:p>
              <a:p>
                <a:pPr lvl="1"/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六方晶格底面为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</m:d>
                    <m:r>
                      <a:rPr lang="en-US" altLang="zh-CN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，与柱面不等价，但看密勒指数不明显</a:t>
                </a:r>
                <a:endParaRPr lang="en-US" altLang="zh-CN" dirty="0">
                  <a:solidFill>
                    <a:schemeClr val="bg1"/>
                  </a:solidFill>
                  <a:effectLst/>
                </a:endParaRPr>
              </a:p>
              <a:p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改写为密勒</a:t>
                </a:r>
                <a:r>
                  <a:rPr lang="en-US" altLang="zh-CN" dirty="0">
                    <a:solidFill>
                      <a:schemeClr val="bg1"/>
                    </a:solidFill>
                    <a:effectLst/>
                  </a:rPr>
                  <a:t>-</a:t>
                </a:r>
                <a:r>
                  <a:rPr lang="zh-CN" altLang="en-US" dirty="0">
                    <a:solidFill>
                      <a:schemeClr val="bg1"/>
                    </a:solidFill>
                    <a:effectLst/>
                  </a:rPr>
                  <a:t>布拉维指数后</a:t>
                </a:r>
                <a:endParaRPr lang="en-US" altLang="zh-CN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02218A-12BC-81CF-3FC3-27563C494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5" y="1729739"/>
                <a:ext cx="10353762" cy="4909225"/>
              </a:xfrm>
              <a:blipFill>
                <a:blip r:embed="rId2"/>
                <a:stretch>
                  <a:fillRect l="-530" t="-497" r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8C5812D-5C54-D60B-FEB8-5DA867C9D5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672481"/>
                  </p:ext>
                </p:extLst>
              </p:nvPr>
            </p:nvGraphicFramePr>
            <p:xfrm>
              <a:off x="1558587" y="3923308"/>
              <a:ext cx="6618161" cy="2482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9668">
                      <a:extLst>
                        <a:ext uri="{9D8B030D-6E8A-4147-A177-3AD203B41FA5}">
                          <a16:colId xmlns:a16="http://schemas.microsoft.com/office/drawing/2014/main" val="3291376055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4164677325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2381453197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3463985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底面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柱面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对角柱面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4267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晶面指数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001</m:t>
                                    </m:r>
                                  </m:e>
                                </m:d>
                                <m:r>
                                  <a:rPr lang="en-US" altLang="zh-CN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0001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  <a:p>
                          <a:pPr marL="0" lvl="2"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81820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晶面族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acc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14486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68C5812D-5C54-D60B-FEB8-5DA867C9D5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672481"/>
                  </p:ext>
                </p:extLst>
              </p:nvPr>
            </p:nvGraphicFramePr>
            <p:xfrm>
              <a:off x="1558587" y="3923308"/>
              <a:ext cx="6618161" cy="2482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9668">
                      <a:extLst>
                        <a:ext uri="{9D8B030D-6E8A-4147-A177-3AD203B41FA5}">
                          <a16:colId xmlns:a16="http://schemas.microsoft.com/office/drawing/2014/main" val="3291376055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4164677325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2381453197"/>
                        </a:ext>
                      </a:extLst>
                    </a:gridCol>
                    <a:gridCol w="1822831">
                      <a:extLst>
                        <a:ext uri="{9D8B030D-6E8A-4147-A177-3AD203B41FA5}">
                          <a16:colId xmlns:a16="http://schemas.microsoft.com/office/drawing/2014/main" val="3463985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底面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柱面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对角柱面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4267524"/>
                      </a:ext>
                    </a:extLst>
                  </a:tr>
                  <a:tr h="17407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晶面指数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545" t="-23776" r="-201672" b="-25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000" t="-23776" r="-101000" b="-25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880" t="-23776" r="-1338" b="-25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1820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晶面族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545" t="-580328" r="-201672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000" t="-580328" r="-101000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880" t="-580328" r="-1338" b="-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4486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85D957F9-9878-3C05-A8EF-469023F9B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254" y="3135268"/>
            <a:ext cx="1689345" cy="167607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603C9AA-61DA-A547-4E83-416021E2D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8254" y="5041716"/>
            <a:ext cx="1694051" cy="159724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4E478BE-D980-7289-9840-9254D3399A99}"/>
              </a:ext>
            </a:extLst>
          </p:cNvPr>
          <p:cNvSpPr txBox="1"/>
          <p:nvPr/>
        </p:nvSpPr>
        <p:spPr>
          <a:xfrm>
            <a:off x="8821540" y="3815019"/>
            <a:ext cx="94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ffectLst/>
              </a:rPr>
              <a:t>柱面</a:t>
            </a:r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A39526-044A-D76F-5166-5BF92FB81DDE}"/>
              </a:ext>
            </a:extLst>
          </p:cNvPr>
          <p:cNvSpPr txBox="1"/>
          <p:nvPr/>
        </p:nvSpPr>
        <p:spPr>
          <a:xfrm>
            <a:off x="8403251" y="5655674"/>
            <a:ext cx="111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ffectLst/>
              </a:rPr>
              <a:t>对角柱面</a:t>
            </a:r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B927B2A-F28B-3F9D-3ECE-0D478D4DA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2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>
                <a:solidFill>
                  <a:schemeClr val="bg1"/>
                </a:solidFill>
                <a:effectLst/>
              </a:rPr>
              <a:t>第一章 晶体结构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AE2FF-96E1-56DE-7288-65B63ACD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6749" y="1289889"/>
            <a:ext cx="3301364" cy="4278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effectLst/>
              </a:rPr>
              <a:t>对称性与晶格点群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9D9B4C-CEC3-4ACC-D1C8-FF3546C25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8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âsymmetry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4770" y="432348"/>
            <a:ext cx="3675647" cy="334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92" name="Picture 4" descr="https://timgsa.baidu.com/timg?image&amp;quality=80&amp;size=b9999_10000&amp;sec=1537262335&amp;di=df5d630ddbbc6240642db2e65013f879&amp;imgtype=jpg&amp;er=1&amp;src=http%3A%2F%2Fwenhui.whb.cn%2Fu%2Fcms%2Fwww%2F201610%2F04214101qk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4440" y="432348"/>
            <a:ext cx="3767985" cy="334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94" name="Picture 6" descr="âsymmetryâçå¾çæç´¢ç»æ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4770" y="3849136"/>
            <a:ext cx="367909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96" name="Picture 8" descr="âsymmetryâçå¾çæç´¢ç»æ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5439" y="3849136"/>
            <a:ext cx="371698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B9FE9A2-F5BE-02A7-A989-03D1A21CB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61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220B4-6BEB-6D4E-653B-A74AF340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90" y="581899"/>
            <a:ext cx="3098620" cy="26766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9EDA73-2F87-7364-8B79-784991B5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50" y="654419"/>
            <a:ext cx="2696460" cy="25975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15C3B1-9E07-E795-3E32-4FC0B9A12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417" y="3544623"/>
            <a:ext cx="2828316" cy="26041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6EE3C2-AC74-9FBA-2BBC-43CB50ADC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30" y="3544623"/>
            <a:ext cx="7482840" cy="26437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0C59C3-981C-22E8-D9FA-E2EA03B33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347" y="654419"/>
            <a:ext cx="3863386" cy="263053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8FEB84-AB91-0490-57C0-151184C86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083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7873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什么是对称性？</a:t>
            </a:r>
          </a:p>
        </p:txBody>
      </p:sp>
      <p:pic>
        <p:nvPicPr>
          <p:cNvPr id="7171" name="内容占位符 3" descr="Asymmetric_(PSF).png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1017388" y="2210935"/>
            <a:ext cx="4833257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sp>
        <p:nvSpPr>
          <p:cNvPr id="7172" name="内容占位符 3"/>
          <p:cNvSpPr txBox="1">
            <a:spLocks/>
          </p:cNvSpPr>
          <p:nvPr/>
        </p:nvSpPr>
        <p:spPr bwMode="auto">
          <a:xfrm>
            <a:off x="6135370" y="2210935"/>
            <a:ext cx="5781285" cy="34931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marL="0" indent="0" defTabSz="914400">
              <a:spcAft>
                <a:spcPts val="1200"/>
              </a:spcAft>
              <a:buSzPct val="50000"/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对称</a:t>
            </a: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变换下的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不变性</a:t>
            </a:r>
            <a:endParaRPr lang="en-US" altLang="zh-CN" sz="28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defTabSz="914400">
              <a:spcAft>
                <a:spcPts val="1200"/>
              </a:spcAft>
              <a:buSzPct val="50000"/>
            </a:pP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在几何中，保持两点距离不变的变换叫</a:t>
            </a:r>
            <a:r>
              <a:rPr lang="zh-CN" altLang="en-US" sz="2200" dirty="0">
                <a:solidFill>
                  <a:srgbClr val="FF0000"/>
                </a:solidFill>
                <a:latin typeface="+mn-ea"/>
                <a:ea typeface="+mn-ea"/>
              </a:rPr>
              <a:t>等距变换</a:t>
            </a: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chemeClr val="bg1"/>
                </a:solidFill>
                <a:latin typeface="+mn-ea"/>
                <a:ea typeface="+mn-ea"/>
              </a:rPr>
              <a:t>isometric transformation</a:t>
            </a: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）；</a:t>
            </a:r>
            <a:endParaRPr lang="en-US" altLang="zh-CN" sz="22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defTabSz="914400">
              <a:spcAft>
                <a:spcPts val="1200"/>
              </a:spcAft>
              <a:buSzPct val="50000"/>
            </a:pP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如果系统</a:t>
            </a:r>
            <a:r>
              <a:rPr lang="zh-CN" altLang="en-US" sz="2200" dirty="0">
                <a:solidFill>
                  <a:srgbClr val="FF0000"/>
                </a:solidFill>
                <a:latin typeface="+mn-ea"/>
                <a:ea typeface="+mn-ea"/>
              </a:rPr>
              <a:t>在某种等距变换下保持不变</a:t>
            </a: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，那么这个等距变换就是系统的一个</a:t>
            </a:r>
            <a:r>
              <a:rPr lang="zh-CN" altLang="en-US" sz="2200" dirty="0">
                <a:solidFill>
                  <a:srgbClr val="FF0000"/>
                </a:solidFill>
                <a:latin typeface="+mn-ea"/>
                <a:ea typeface="+mn-ea"/>
              </a:rPr>
              <a:t>对称操作</a:t>
            </a: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；</a:t>
            </a:r>
            <a:endParaRPr lang="en-US" altLang="zh-CN" sz="220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defTabSz="914400">
              <a:spcAft>
                <a:spcPts val="1200"/>
              </a:spcAft>
              <a:buSzPct val="50000"/>
            </a:pPr>
            <a:r>
              <a:rPr lang="zh-CN" altLang="en-US" sz="2200" dirty="0">
                <a:solidFill>
                  <a:schemeClr val="bg1"/>
                </a:solidFill>
                <a:latin typeface="+mn-ea"/>
                <a:ea typeface="+mn-ea"/>
              </a:rPr>
              <a:t>一个系统对称操作越多，表明它的对称性越高。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74D22A-2936-80D5-746A-FB8D370AC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69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7C5E9F8-5CDF-9F16-50F0-CC1C80E16D7F}"/>
              </a:ext>
            </a:extLst>
          </p:cNvPr>
          <p:cNvSpPr/>
          <p:nvPr/>
        </p:nvSpPr>
        <p:spPr>
          <a:xfrm>
            <a:off x="9549710" y="1536700"/>
            <a:ext cx="2194716" cy="12222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8C8733D-EF0C-9204-18C0-4FEF0DA993A6}"/>
              </a:ext>
            </a:extLst>
          </p:cNvPr>
          <p:cNvSpPr/>
          <p:nvPr/>
        </p:nvSpPr>
        <p:spPr>
          <a:xfrm>
            <a:off x="4369231" y="1547088"/>
            <a:ext cx="4872702" cy="12222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728CC27-72B2-CF3C-C69F-2373E554C889}"/>
              </a:ext>
            </a:extLst>
          </p:cNvPr>
          <p:cNvSpPr/>
          <p:nvPr/>
        </p:nvSpPr>
        <p:spPr>
          <a:xfrm>
            <a:off x="2099289" y="1536700"/>
            <a:ext cx="2031325" cy="12222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内容占位符 3">
            <a:extLst>
              <a:ext uri="{FF2B5EF4-FFF2-40B4-BE49-F238E27FC236}">
                <a16:creationId xmlns:a16="http://schemas.microsoft.com/office/drawing/2014/main" id="{927191DE-C963-AF70-D923-7C53DC06F7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0551" y="3748596"/>
            <a:ext cx="1825030" cy="1384385"/>
          </a:xfrm>
          <a:prstGeom prst="rect">
            <a:avLst/>
          </a:prstGeom>
        </p:spPr>
      </p:pic>
      <p:pic>
        <p:nvPicPr>
          <p:cNvPr id="46" name="图形 45" descr="USB 纯色填充">
            <a:extLst>
              <a:ext uri="{FF2B5EF4-FFF2-40B4-BE49-F238E27FC236}">
                <a16:creationId xmlns:a16="http://schemas.microsoft.com/office/drawing/2014/main" id="{BD61CDF5-1D3C-6634-6ADB-F6B35AD03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4361" y="3695224"/>
            <a:ext cx="1446250" cy="1446250"/>
          </a:xfrm>
          <a:prstGeom prst="rect">
            <a:avLst/>
          </a:prstGeom>
        </p:spPr>
      </p:pic>
      <p:pic>
        <p:nvPicPr>
          <p:cNvPr id="8" name="图形 7" descr="银行 纯色填充">
            <a:extLst>
              <a:ext uri="{FF2B5EF4-FFF2-40B4-BE49-F238E27FC236}">
                <a16:creationId xmlns:a16="http://schemas.microsoft.com/office/drawing/2014/main" id="{041BAB16-52AF-485E-AEB9-EBB67F0F6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816" y="3695224"/>
            <a:ext cx="1446250" cy="1446250"/>
          </a:xfrm>
          <a:prstGeom prst="rect">
            <a:avLst/>
          </a:prstGeom>
        </p:spPr>
      </p:pic>
      <p:pic>
        <p:nvPicPr>
          <p:cNvPr id="11" name="图形 10" descr="盆栽 纯色填充">
            <a:extLst>
              <a:ext uri="{FF2B5EF4-FFF2-40B4-BE49-F238E27FC236}">
                <a16:creationId xmlns:a16="http://schemas.microsoft.com/office/drawing/2014/main" id="{77822CDF-5C61-3CBA-DE64-47685243A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9128" y="3695224"/>
            <a:ext cx="1446250" cy="14462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834034B-5CA0-9D09-DD4F-5B265D5C4863}"/>
              </a:ext>
            </a:extLst>
          </p:cNvPr>
          <p:cNvSpPr txBox="1"/>
          <p:nvPr/>
        </p:nvSpPr>
        <p:spPr>
          <a:xfrm>
            <a:off x="5937541" y="1611181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点对称操作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D9420E-BE1E-ACF8-BB53-904527BAE791}"/>
              </a:ext>
            </a:extLst>
          </p:cNvPr>
          <p:cNvSpPr txBox="1"/>
          <p:nvPr/>
        </p:nvSpPr>
        <p:spPr>
          <a:xfrm>
            <a:off x="2407065" y="1611181"/>
            <a:ext cx="141577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恒等操作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ABE1CA-E5E3-E4B5-6152-BFF596CA943F}"/>
              </a:ext>
            </a:extLst>
          </p:cNvPr>
          <p:cNvSpPr txBox="1"/>
          <p:nvPr/>
        </p:nvSpPr>
        <p:spPr>
          <a:xfrm>
            <a:off x="9939182" y="1611181"/>
            <a:ext cx="141577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平移操作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B7F830-77AD-F1B7-2925-C92C2A3EFD3A}"/>
              </a:ext>
            </a:extLst>
          </p:cNvPr>
          <p:cNvSpPr txBox="1"/>
          <p:nvPr/>
        </p:nvSpPr>
        <p:spPr>
          <a:xfrm>
            <a:off x="4903151" y="2067026"/>
            <a:ext cx="3792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至少有一点保持不动的对称操作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28" name="图形 27" descr="USB 纯色填充">
            <a:extLst>
              <a:ext uri="{FF2B5EF4-FFF2-40B4-BE49-F238E27FC236}">
                <a16:creationId xmlns:a16="http://schemas.microsoft.com/office/drawing/2014/main" id="{F4D86363-E876-CEE1-408B-D01FB2813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4361" y="3695224"/>
            <a:ext cx="1446250" cy="144625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19A6FE73-85EF-33E9-617F-2F25A04BF84F}"/>
              </a:ext>
            </a:extLst>
          </p:cNvPr>
          <p:cNvSpPr txBox="1"/>
          <p:nvPr/>
        </p:nvSpPr>
        <p:spPr>
          <a:xfrm>
            <a:off x="2099289" y="20670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所有物体都具有的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对称操作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DA84D86-F0D3-7B2A-3E68-272A1F5853FD}"/>
              </a:ext>
            </a:extLst>
          </p:cNvPr>
          <p:cNvSpPr txBox="1"/>
          <p:nvPr/>
        </p:nvSpPr>
        <p:spPr>
          <a:xfrm>
            <a:off x="4542489" y="29705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旋转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96F429-4BDF-88ED-553B-77B4EE6606F1}"/>
              </a:ext>
            </a:extLst>
          </p:cNvPr>
          <p:cNvSpPr txBox="1"/>
          <p:nvPr/>
        </p:nvSpPr>
        <p:spPr>
          <a:xfrm>
            <a:off x="6091429" y="29705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镜面反射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1BD4417-2ED5-2BA9-3907-4EC45635E821}"/>
              </a:ext>
            </a:extLst>
          </p:cNvPr>
          <p:cNvSpPr txBox="1"/>
          <p:nvPr/>
        </p:nvSpPr>
        <p:spPr>
          <a:xfrm>
            <a:off x="8182051" y="29705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反演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757953C-7A56-82F5-1F51-5DCC51DBFC0B}"/>
              </a:ext>
            </a:extLst>
          </p:cNvPr>
          <p:cNvSpPr/>
          <p:nvPr/>
        </p:nvSpPr>
        <p:spPr>
          <a:xfrm>
            <a:off x="4842643" y="4380983"/>
            <a:ext cx="228506" cy="22850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BAEFC32-39D5-934C-B116-949DC2EEEA46}"/>
              </a:ext>
            </a:extLst>
          </p:cNvPr>
          <p:cNvCxnSpPr>
            <a:cxnSpLocks/>
          </p:cNvCxnSpPr>
          <p:nvPr/>
        </p:nvCxnSpPr>
        <p:spPr>
          <a:xfrm>
            <a:off x="6785917" y="3761142"/>
            <a:ext cx="0" cy="13066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图形 6" descr="垃圾桶 纯色填充">
            <a:extLst>
              <a:ext uri="{FF2B5EF4-FFF2-40B4-BE49-F238E27FC236}">
                <a16:creationId xmlns:a16="http://schemas.microsoft.com/office/drawing/2014/main" id="{8F51D8F1-5677-7FD4-A5D8-3BF37B6EF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3771" y="3721311"/>
            <a:ext cx="1446250" cy="14462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4BF8BA-6D82-8906-638D-4EB9E46393C9}"/>
              </a:ext>
            </a:extLst>
          </p:cNvPr>
          <p:cNvSpPr txBox="1"/>
          <p:nvPr/>
        </p:nvSpPr>
        <p:spPr>
          <a:xfrm>
            <a:off x="9486955" y="2067026"/>
            <a:ext cx="232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无限大的晶格还具有平移对称操作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DBC6B9D-E982-A6DB-31D7-D502B5EFFBB1}"/>
              </a:ext>
            </a:extLst>
          </p:cNvPr>
          <p:cNvSpPr/>
          <p:nvPr/>
        </p:nvSpPr>
        <p:spPr>
          <a:xfrm>
            <a:off x="8467908" y="4306585"/>
            <a:ext cx="228506" cy="22850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C43CB9-F1FC-0AA0-FEA6-A11E96AD318F}"/>
              </a:ext>
            </a:extLst>
          </p:cNvPr>
          <p:cNvSpPr txBox="1"/>
          <p:nvPr/>
        </p:nvSpPr>
        <p:spPr>
          <a:xfrm>
            <a:off x="2702143" y="29679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恒等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4EE33D-C72D-E45C-E3F9-79D73ED1AC2F}"/>
              </a:ext>
            </a:extLst>
          </p:cNvPr>
          <p:cNvSpPr txBox="1"/>
          <p:nvPr/>
        </p:nvSpPr>
        <p:spPr>
          <a:xfrm>
            <a:off x="10239657" y="296797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平移</a:t>
            </a:r>
          </a:p>
        </p:txBody>
      </p:sp>
      <p:pic>
        <p:nvPicPr>
          <p:cNvPr id="25" name="图形 24" descr="垃圾桶 纯色填充">
            <a:extLst>
              <a:ext uri="{FF2B5EF4-FFF2-40B4-BE49-F238E27FC236}">
                <a16:creationId xmlns:a16="http://schemas.microsoft.com/office/drawing/2014/main" id="{ACFDD4CE-C535-4E96-78A9-C0FAACC5D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3771" y="3721311"/>
            <a:ext cx="1446250" cy="1446250"/>
          </a:xfrm>
          <a:prstGeom prst="rect">
            <a:avLst/>
          </a:prstGeom>
        </p:spPr>
      </p:pic>
      <p:pic>
        <p:nvPicPr>
          <p:cNvPr id="27" name="图形 26" descr="银行 纯色填充">
            <a:extLst>
              <a:ext uri="{FF2B5EF4-FFF2-40B4-BE49-F238E27FC236}">
                <a16:creationId xmlns:a16="http://schemas.microsoft.com/office/drawing/2014/main" id="{7B77805D-E7AF-B28D-C9F1-A03C05AE9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1914" y="3697544"/>
            <a:ext cx="1446250" cy="1446250"/>
          </a:xfrm>
          <a:prstGeom prst="rect">
            <a:avLst/>
          </a:prstGeom>
        </p:spPr>
      </p:pic>
      <p:pic>
        <p:nvPicPr>
          <p:cNvPr id="49" name="内容占位符 3">
            <a:extLst>
              <a:ext uri="{FF2B5EF4-FFF2-40B4-BE49-F238E27FC236}">
                <a16:creationId xmlns:a16="http://schemas.microsoft.com/office/drawing/2014/main" id="{8BEDCA4A-6F80-C14C-139B-1132BF23B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0551" y="3748597"/>
            <a:ext cx="1825030" cy="1384385"/>
          </a:xfr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16113C09-DB17-65F8-D9C4-5E9ADB9ADFD4}"/>
              </a:ext>
            </a:extLst>
          </p:cNvPr>
          <p:cNvSpPr txBox="1"/>
          <p:nvPr/>
        </p:nvSpPr>
        <p:spPr>
          <a:xfrm>
            <a:off x="-44476" y="2938369"/>
            <a:ext cx="266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对称操作名称</a:t>
            </a:r>
            <a:endParaRPr 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B54E81A-1F68-E019-B42E-7847A32095C3}"/>
              </a:ext>
            </a:extLst>
          </p:cNvPr>
          <p:cNvSpPr txBox="1"/>
          <p:nvPr/>
        </p:nvSpPr>
        <p:spPr>
          <a:xfrm>
            <a:off x="69186" y="3820673"/>
            <a:ext cx="24356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具有该对称操作的物体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（举例）</a:t>
            </a:r>
            <a:endParaRPr 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192" name="文本框 8191">
            <a:extLst>
              <a:ext uri="{FF2B5EF4-FFF2-40B4-BE49-F238E27FC236}">
                <a16:creationId xmlns:a16="http://schemas.microsoft.com/office/drawing/2014/main" id="{2F000631-08D8-2A0B-9E17-8C4AFF54B1DC}"/>
              </a:ext>
            </a:extLst>
          </p:cNvPr>
          <p:cNvSpPr txBox="1"/>
          <p:nvPr/>
        </p:nvSpPr>
        <p:spPr>
          <a:xfrm>
            <a:off x="293238" y="5418435"/>
            <a:ext cx="198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对称元素</a:t>
            </a:r>
            <a:endParaRPr 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195" name="文本框 8194">
            <a:extLst>
              <a:ext uri="{FF2B5EF4-FFF2-40B4-BE49-F238E27FC236}">
                <a16:creationId xmlns:a16="http://schemas.microsoft.com/office/drawing/2014/main" id="{5F170CB1-58C5-3BCB-8892-864A19BF48DB}"/>
              </a:ext>
            </a:extLst>
          </p:cNvPr>
          <p:cNvSpPr txBox="1"/>
          <p:nvPr/>
        </p:nvSpPr>
        <p:spPr>
          <a:xfrm>
            <a:off x="2280814" y="5521429"/>
            <a:ext cx="1601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无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zh-CN" altLang="en-US" sz="2400" dirty="0">
                <a:solidFill>
                  <a:schemeClr val="bg1"/>
                </a:solidFill>
              </a:rPr>
              <a:t>整个空间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8197" name="文本框 8196">
            <a:extLst>
              <a:ext uri="{FF2B5EF4-FFF2-40B4-BE49-F238E27FC236}">
                <a16:creationId xmlns:a16="http://schemas.microsoft.com/office/drawing/2014/main" id="{71041F85-7244-34E4-9B50-89C3AB136D7C}"/>
              </a:ext>
            </a:extLst>
          </p:cNvPr>
          <p:cNvSpPr txBox="1"/>
          <p:nvPr/>
        </p:nvSpPr>
        <p:spPr>
          <a:xfrm>
            <a:off x="4137915" y="5523369"/>
            <a:ext cx="161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N</a:t>
            </a:r>
            <a:r>
              <a:rPr lang="zh-CN" altLang="en-US" sz="2400" dirty="0">
                <a:solidFill>
                  <a:schemeClr val="bg1"/>
                </a:solidFill>
              </a:rPr>
              <a:t>重旋转轴</a:t>
            </a:r>
          </a:p>
        </p:txBody>
      </p:sp>
      <p:sp>
        <p:nvSpPr>
          <p:cNvPr id="8199" name="文本框 8198">
            <a:extLst>
              <a:ext uri="{FF2B5EF4-FFF2-40B4-BE49-F238E27FC236}">
                <a16:creationId xmlns:a16="http://schemas.microsoft.com/office/drawing/2014/main" id="{21B94FB6-B429-5A76-2B30-8E60F0FBAD15}"/>
              </a:ext>
            </a:extLst>
          </p:cNvPr>
          <p:cNvSpPr txBox="1"/>
          <p:nvPr/>
        </p:nvSpPr>
        <p:spPr>
          <a:xfrm>
            <a:off x="6399205" y="552336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镜面</a:t>
            </a:r>
          </a:p>
        </p:txBody>
      </p:sp>
      <p:sp>
        <p:nvSpPr>
          <p:cNvPr id="8201" name="文本框 8200">
            <a:extLst>
              <a:ext uri="{FF2B5EF4-FFF2-40B4-BE49-F238E27FC236}">
                <a16:creationId xmlns:a16="http://schemas.microsoft.com/office/drawing/2014/main" id="{134CFD58-D74D-FAF3-E408-25AD506ED575}"/>
              </a:ext>
            </a:extLst>
          </p:cNvPr>
          <p:cNvSpPr txBox="1"/>
          <p:nvPr/>
        </p:nvSpPr>
        <p:spPr>
          <a:xfrm>
            <a:off x="7900228" y="55212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反演中心</a:t>
            </a:r>
          </a:p>
        </p:txBody>
      </p:sp>
      <p:sp>
        <p:nvSpPr>
          <p:cNvPr id="8203" name="文本框 8202">
            <a:extLst>
              <a:ext uri="{FF2B5EF4-FFF2-40B4-BE49-F238E27FC236}">
                <a16:creationId xmlns:a16="http://schemas.microsoft.com/office/drawing/2014/main" id="{743FDE32-C97C-B83F-B35A-0BC91B37ED8E}"/>
              </a:ext>
            </a:extLst>
          </p:cNvPr>
          <p:cNvSpPr txBox="1"/>
          <p:nvPr/>
        </p:nvSpPr>
        <p:spPr>
          <a:xfrm>
            <a:off x="9890449" y="5521256"/>
            <a:ext cx="15132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无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zh-CN" altLang="en-US" sz="2400" dirty="0">
                <a:solidFill>
                  <a:schemeClr val="bg1"/>
                </a:solidFill>
              </a:rPr>
              <a:t>由平移矢量描述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35FC04-680E-B998-71F8-ED80787C9916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对称操作的种类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A99A5BF-1CE2-5B86-97B2-CBE0A3635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11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25000" decel="2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25000" decel="2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07407E-6 L 0.00456 0.0159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78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indefinite" accel="250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25000" decel="250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08333E-6 -2.96296E-6 L 0.02695 -0.02685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1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99497-A814-5EBC-FBEF-24596569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472" y="1695036"/>
            <a:ext cx="6782405" cy="5458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400" dirty="0">
                <a:solidFill>
                  <a:schemeClr val="bg1"/>
                </a:solidFill>
                <a:effectLst/>
              </a:rPr>
              <a:t>旋转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+ (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镜面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or 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反演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= 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瑕旋转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(improper rotation)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4ECD51F-B38F-9F3F-B0DF-356B59091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41690" y="2928104"/>
            <a:ext cx="3876484" cy="2977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C0AC4F-10D1-2E50-9A35-ADB70406E3BB}"/>
              </a:ext>
            </a:extLst>
          </p:cNvPr>
          <p:cNvSpPr txBox="1"/>
          <p:nvPr/>
        </p:nvSpPr>
        <p:spPr>
          <a:xfrm>
            <a:off x="4629118" y="2481745"/>
            <a:ext cx="2701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先转动，再作镜面</a:t>
            </a:r>
            <a:r>
              <a:rPr lang="en-US" altLang="zh-CN" sz="1800" dirty="0">
                <a:solidFill>
                  <a:schemeClr val="bg1"/>
                </a:solidFill>
              </a:rPr>
              <a:t>or</a:t>
            </a:r>
            <a:r>
              <a:rPr lang="zh-CN" altLang="en-US" sz="1800" dirty="0">
                <a:solidFill>
                  <a:schemeClr val="bg1"/>
                </a:solidFill>
              </a:rPr>
              <a:t>反演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0957E12-8D05-8369-454D-D0C381353198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复合对称操作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242A22D-2AE3-7D0F-F881-46EFCEE9A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2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86A3B-AFDC-CD4D-E541-51E85C2C9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610414"/>
            <a:ext cx="10353762" cy="24124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/>
                <a:latin typeface="+mn-ea"/>
              </a:rPr>
              <a:t>Neumann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+mn-ea"/>
              </a:rPr>
              <a:t>定理</a:t>
            </a:r>
            <a:endParaRPr lang="en-US" altLang="zh-CN" sz="2400" b="1" dirty="0">
              <a:solidFill>
                <a:srgbClr val="FF0000"/>
              </a:solidFill>
              <a:effectLst/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  <a:latin typeface="+mn-ea"/>
              </a:rPr>
              <a:t>如果晶体在某个对称操作下保持不变，其宏观物理性质在此对称操作下也保持不变</a:t>
            </a:r>
            <a:endParaRPr lang="en-US" altLang="zh-CN" sz="2400" dirty="0">
              <a:solidFill>
                <a:schemeClr val="bg1"/>
              </a:solidFill>
              <a:effectLst/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  <a:latin typeface="+mn-ea"/>
              </a:rPr>
              <a:t>也就是说，晶体物理性质的对称性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+mn-ea"/>
              </a:rPr>
              <a:t>不能低于</a:t>
            </a:r>
            <a:r>
              <a:rPr lang="zh-CN" altLang="en-US" sz="2400" dirty="0">
                <a:solidFill>
                  <a:schemeClr val="bg1"/>
                </a:solidFill>
                <a:effectLst/>
                <a:latin typeface="+mn-ea"/>
              </a:rPr>
              <a:t>晶体所属点群的对称性。</a:t>
            </a:r>
            <a:endParaRPr lang="en-US" altLang="zh-CN" sz="240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32B5AF6-1D7B-59C3-36F4-F437A3FF3511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为何要关心晶体的对称性？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6092477-B689-A7B6-01C9-A2B1960B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47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3" descr="cube_symmetry.jpg">
            <a:extLst>
              <a:ext uri="{FF2B5EF4-FFF2-40B4-BE49-F238E27FC236}">
                <a16:creationId xmlns:a16="http://schemas.microsoft.com/office/drawing/2014/main" id="{8658DF81-E0D7-3DB2-3A37-D8721317D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44939" y="1358348"/>
            <a:ext cx="8702121" cy="5056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9F4AFC1E-74C8-F486-A973-2EB0BC162163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立方体的对称操作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9A0C05E-B4F6-41D7-21FA-0E59615E4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170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9A3478A3-9481-957D-107B-A4F8B992E8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24658560"/>
                  </p:ext>
                </p:extLst>
              </p:nvPr>
            </p:nvGraphicFramePr>
            <p:xfrm>
              <a:off x="892615" y="1817204"/>
              <a:ext cx="10353675" cy="33400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584644764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3690790843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39306306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对称操作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熊夫利记号</a:t>
                          </a:r>
                          <a:endParaRPr lang="en-US" altLang="zh-CN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（</a:t>
                          </a:r>
                          <a:r>
                            <a:rPr lang="en-US" altLang="zh-CN" b="1" dirty="0" err="1">
                              <a:solidFill>
                                <a:schemeClr val="bg1"/>
                              </a:solidFill>
                            </a:rPr>
                            <a:t>Schoenflies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 notation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赫尔曼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莫甘记号（国际记号）</a:t>
                          </a:r>
                          <a:endParaRPr lang="en-US" altLang="zh-CN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（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Hermann–</a:t>
                          </a:r>
                          <a:r>
                            <a:rPr lang="en-US" altLang="zh-CN" b="1" dirty="0" err="1">
                              <a:solidFill>
                                <a:schemeClr val="bg1"/>
                              </a:solidFill>
                            </a:rPr>
                            <a:t>Mauguin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 notation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9739373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恒等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09522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重旋转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2, 3, 4,…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77793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镜面反射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b>
                                </m:sSub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6580444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反演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389946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瑕旋转</a:t>
                          </a:r>
                          <a:endParaRPr lang="en-US" altLang="zh-C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23803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9A3478A3-9481-957D-107B-A4F8B992E8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24658560"/>
                  </p:ext>
                </p:extLst>
              </p:nvPr>
            </p:nvGraphicFramePr>
            <p:xfrm>
              <a:off x="892615" y="1817204"/>
              <a:ext cx="10353675" cy="33400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584644764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3690790843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393063065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对称操作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熊夫利记号</a:t>
                          </a:r>
                          <a:endParaRPr lang="en-US" altLang="zh-CN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（</a:t>
                          </a:r>
                          <a:r>
                            <a:rPr lang="en-US" altLang="zh-CN" b="1" dirty="0" err="1">
                              <a:solidFill>
                                <a:schemeClr val="bg1"/>
                              </a:solidFill>
                            </a:rPr>
                            <a:t>Schoenflies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 notation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赫尔曼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莫甘记号（国际记号）</a:t>
                          </a:r>
                          <a:endParaRPr lang="en-US" altLang="zh-CN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（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Hermann–</a:t>
                          </a:r>
                          <a:r>
                            <a:rPr lang="en-US" altLang="zh-CN" b="1" dirty="0" err="1">
                              <a:solidFill>
                                <a:schemeClr val="bg1"/>
                              </a:solidFill>
                            </a:rPr>
                            <a:t>Mauguin</a:t>
                          </a:r>
                          <a:r>
                            <a:rPr lang="en-US" altLang="zh-CN" b="1" dirty="0">
                              <a:solidFill>
                                <a:schemeClr val="bg1"/>
                              </a:solidFill>
                            </a:rPr>
                            <a:t> notation</a:t>
                          </a:r>
                          <a:r>
                            <a:rPr lang="zh-CN" altLang="en-US" b="1" dirty="0">
                              <a:solidFill>
                                <a:schemeClr val="bg1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9739373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恒等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26966" r="-100176" b="-4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53" t="-126966" r="-353" b="-4011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9522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重旋转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26966" r="-100176" b="-3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53" t="-226966" r="-353" b="-3011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77793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镜面反射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330682" r="-100176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53" t="-330682" r="-353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580444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反演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425843" r="-100176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53" t="-425843" r="-353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89946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瑕旋转</a:t>
                          </a:r>
                          <a:endParaRPr lang="en-US" altLang="zh-C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525843" r="-100176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53" t="-525843" r="-353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38033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68FE38EC-E34F-0DA8-A3F8-50D62A6040DD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对称操作的命名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5A1DB57-7656-3D0C-3B07-18B64FBF3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880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7004DF-3F64-70D4-DE09-E1355630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20" y="1142753"/>
            <a:ext cx="8307958" cy="20858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06B69D-3640-A390-D45A-4715660F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000" y="3705619"/>
            <a:ext cx="7800000" cy="31523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0EF788-2DAB-185D-945A-E8B5A0755C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251391"/>
                  </p:ext>
                </p:extLst>
              </p:nvPr>
            </p:nvGraphicFramePr>
            <p:xfrm>
              <a:off x="919162" y="598841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889423159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2711799359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11282792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重旋转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2, 3, 4,…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387397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0EF788-2DAB-185D-945A-E8B5A0755C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251391"/>
                  </p:ext>
                </p:extLst>
              </p:nvPr>
            </p:nvGraphicFramePr>
            <p:xfrm>
              <a:off x="919162" y="598841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889423159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2711799359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11282792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bg1"/>
                              </a:solidFill>
                            </a:rPr>
                            <a:t>n</a:t>
                          </a:r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重旋转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53" t="-1124" r="-100530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000" t="-1124" r="-353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87397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10EBE4A-7705-010E-20BB-71577CD6E2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012289"/>
                  </p:ext>
                </p:extLst>
              </p:nvPr>
            </p:nvGraphicFramePr>
            <p:xfrm>
              <a:off x="919162" y="3435619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1361853733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2738124301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421983119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镜面反射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b>
                                </m:sSub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279563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10EBE4A-7705-010E-20BB-71577CD6E2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012289"/>
                  </p:ext>
                </p:extLst>
              </p:nvPr>
            </p:nvGraphicFramePr>
            <p:xfrm>
              <a:off x="919162" y="3435619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1361853733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2738124301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421983119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镜面反射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353" t="-1111" r="-100530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111" r="-353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9563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F2BA4C1-7DA7-C8B7-DA37-C19EC18A4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8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8B19356-F53F-9521-F40E-554777853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160729"/>
                  </p:ext>
                </p:extLst>
              </p:nvPr>
            </p:nvGraphicFramePr>
            <p:xfrm>
              <a:off x="919162" y="1577340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202702926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1134477896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4044175027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瑕旋转</a:t>
                          </a:r>
                          <a:endParaRPr lang="en-US" altLang="zh-C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 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 …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166165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8B19356-F53F-9521-F40E-554777853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160729"/>
                  </p:ext>
                </p:extLst>
              </p:nvPr>
            </p:nvGraphicFramePr>
            <p:xfrm>
              <a:off x="919162" y="1577340"/>
              <a:ext cx="10353675" cy="540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451225">
                      <a:extLst>
                        <a:ext uri="{9D8B030D-6E8A-4147-A177-3AD203B41FA5}">
                          <a16:colId xmlns:a16="http://schemas.microsoft.com/office/drawing/2014/main" val="202702926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1134477896"/>
                        </a:ext>
                      </a:extLst>
                    </a:gridCol>
                    <a:gridCol w="3451225">
                      <a:extLst>
                        <a:ext uri="{9D8B030D-6E8A-4147-A177-3AD203B41FA5}">
                          <a16:colId xmlns:a16="http://schemas.microsoft.com/office/drawing/2014/main" val="4044175027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chemeClr val="bg1"/>
                              </a:solidFill>
                            </a:rPr>
                            <a:t>瑕旋转</a:t>
                          </a:r>
                          <a:endParaRPr lang="en-US" altLang="zh-C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3" t="-1111" r="-100530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111" r="-353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661658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59FFECD-9D1F-B55E-DE8F-5AC45E24F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89" y="2435998"/>
            <a:ext cx="9608820" cy="24787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63DF16-7625-8F9B-DA9B-8CC633659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359" y="5057260"/>
            <a:ext cx="8724122" cy="77724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7FEB7B2-85D9-73B0-2959-667C2A8E7DD9}"/>
              </a:ext>
            </a:extLst>
          </p:cNvPr>
          <p:cNvSpPr txBox="1"/>
          <p:nvPr/>
        </p:nvSpPr>
        <p:spPr>
          <a:xfrm>
            <a:off x="746760" y="6119431"/>
            <a:ext cx="10913244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为什么命名有区别？熊夫利记号是旋转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镜面操作（</a:t>
            </a:r>
            <a:r>
              <a:rPr lang="en-US" altLang="zh-CN" dirty="0">
                <a:solidFill>
                  <a:schemeClr val="bg1"/>
                </a:solidFill>
              </a:rPr>
              <a:t>Spiegel – </a:t>
            </a:r>
            <a:r>
              <a:rPr lang="zh-CN" altLang="en-US" dirty="0">
                <a:solidFill>
                  <a:schemeClr val="bg1"/>
                </a:solidFill>
              </a:rPr>
              <a:t>德语“镜子”），而国际记号是旋转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反演操作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E7D7BF4-614D-B9E3-C52A-8429115A9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1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98333" y="2944672"/>
            <a:ext cx="6795334" cy="6348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z="2800" cap="none" dirty="0">
                <a:solidFill>
                  <a:schemeClr val="bg1"/>
                </a:solidFill>
                <a:effectLst/>
              </a:rPr>
              <a:t>考虑一个结构的</a:t>
            </a:r>
            <a:r>
              <a:rPr lang="zh-CN" altLang="en-US" sz="2800" cap="none" dirty="0">
                <a:solidFill>
                  <a:srgbClr val="FF0000"/>
                </a:solidFill>
                <a:effectLst/>
              </a:rPr>
              <a:t>全部对称操作</a:t>
            </a:r>
            <a:r>
              <a:rPr lang="zh-CN" altLang="en-US" sz="2800" cap="none" dirty="0">
                <a:solidFill>
                  <a:schemeClr val="bg1"/>
                </a:solidFill>
                <a:effectLst/>
              </a:rPr>
              <a:t>，有什么特点？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334" y="891748"/>
            <a:ext cx="2267266" cy="145752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17549" y="232841"/>
            <a:ext cx="8451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NH</a:t>
            </a:r>
            <a:r>
              <a:rPr lang="en-US" altLang="zh-CN" sz="3200" baseline="-25000" dirty="0">
                <a:solidFill>
                  <a:schemeClr val="bg1"/>
                </a:solidFill>
              </a:rPr>
              <a:t>3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: 圆角 8"/>
              <p:cNvSpPr/>
              <p:nvPr/>
            </p:nvSpPr>
            <p:spPr>
              <a:xfrm>
                <a:off x="2127872" y="2034922"/>
                <a:ext cx="4243917" cy="51198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b="0" dirty="0">
                    <a:solidFill>
                      <a:schemeClr val="bg1"/>
                    </a:solidFill>
                  </a:rPr>
                  <a:t>对称操作：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矩形: 圆角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872" y="2034922"/>
                <a:ext cx="4243917" cy="511985"/>
              </a:xfrm>
              <a:prstGeom prst="roundRect">
                <a:avLst/>
              </a:prstGeom>
              <a:blipFill>
                <a:blip r:embed="rId3"/>
                <a:stretch>
                  <a:fillRect l="-1433" t="-8140" b="-15116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2304540" y="220128"/>
            <a:ext cx="3233500" cy="1761965"/>
            <a:chOff x="3461780" y="1215711"/>
            <a:chExt cx="4854636" cy="26453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61780" y="1340768"/>
              <a:ext cx="4782630" cy="2520280"/>
            </a:xfrm>
            <a:prstGeom prst="rect">
              <a:avLst/>
            </a:prstGeom>
          </p:spPr>
        </p:pic>
        <p:cxnSp>
          <p:nvCxnSpPr>
            <p:cNvPr id="13" name="直接箭头连接符 12"/>
            <p:cNvCxnSpPr/>
            <p:nvPr/>
          </p:nvCxnSpPr>
          <p:spPr bwMode="auto">
            <a:xfrm flipV="1">
              <a:off x="6775220" y="1215711"/>
              <a:ext cx="0" cy="10611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箭头连接符 21"/>
            <p:cNvCxnSpPr/>
            <p:nvPr/>
          </p:nvCxnSpPr>
          <p:spPr bwMode="auto">
            <a:xfrm>
              <a:off x="6703212" y="2362832"/>
              <a:ext cx="161320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箭头连接符 23"/>
            <p:cNvCxnSpPr/>
            <p:nvPr/>
          </p:nvCxnSpPr>
          <p:spPr bwMode="auto">
            <a:xfrm flipV="1">
              <a:off x="4528458" y="1310055"/>
              <a:ext cx="0" cy="10611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" name="矩形 20"/>
          <p:cNvSpPr/>
          <p:nvPr/>
        </p:nvSpPr>
        <p:spPr>
          <a:xfrm>
            <a:off x="2259052" y="6487166"/>
            <a:ext cx="76738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参考徐婉棠、喀兴林 编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《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群论及其在固体物理中的应用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》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高等教育出版社，</a:t>
            </a:r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1999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年</a:t>
            </a:r>
          </a:p>
        </p:txBody>
      </p:sp>
      <p:pic>
        <p:nvPicPr>
          <p:cNvPr id="1026" name="Picture 2" descr="3D structure of H3BO3">
            <a:extLst>
              <a:ext uri="{FF2B5EF4-FFF2-40B4-BE49-F238E27FC236}">
                <a16:creationId xmlns:a16="http://schemas.microsoft.com/office/drawing/2014/main" id="{A842F3E5-468B-07E7-107B-4E188598A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121" y="465306"/>
            <a:ext cx="2048874" cy="192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7258AA8D-8D16-4EB6-76B1-7EC4F3E2CD14}"/>
                  </a:ext>
                </a:extLst>
              </p:cNvPr>
              <p:cNvSpPr/>
              <p:nvPr/>
            </p:nvSpPr>
            <p:spPr>
              <a:xfrm>
                <a:off x="7849478" y="2029095"/>
                <a:ext cx="4166940" cy="51836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b="0" dirty="0">
                    <a:solidFill>
                      <a:schemeClr val="bg1"/>
                    </a:solidFill>
                  </a:rPr>
                  <a:t>对称操作：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7258AA8D-8D16-4EB6-76B1-7EC4F3E2C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478" y="2029095"/>
                <a:ext cx="4166940" cy="518369"/>
              </a:xfrm>
              <a:prstGeom prst="roundRect">
                <a:avLst/>
              </a:prstGeom>
              <a:blipFill>
                <a:blip r:embed="rId6"/>
                <a:stretch>
                  <a:fillRect l="-1606" t="-6897" b="-14943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0292EC1E-6C9F-78FF-40E6-7199C8C23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333743"/>
                  </p:ext>
                </p:extLst>
              </p:nvPr>
            </p:nvGraphicFramePr>
            <p:xfrm>
              <a:off x="1294967" y="3913328"/>
              <a:ext cx="2880003" cy="244799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411429">
                      <a:extLst>
                        <a:ext uri="{9D8B030D-6E8A-4147-A177-3AD203B41FA5}">
                          <a16:colId xmlns:a16="http://schemas.microsoft.com/office/drawing/2014/main" val="1049315021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4242333185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937178996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55329183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2636105107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121757388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744170885"/>
                        </a:ext>
                      </a:extLst>
                    </a:gridCol>
                  </a:tblGrid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b="1" i="1">
                                    <a:latin typeface="+mn-ea"/>
                                    <a:ea typeface="+mn-ea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611773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b="1" i="1">
                                    <a:latin typeface="+mn-ea"/>
                                    <a:ea typeface="+mn-ea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473441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433978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769159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484050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644364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14877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0292EC1E-6C9F-78FF-40E6-7199C8C23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333743"/>
                  </p:ext>
                </p:extLst>
              </p:nvPr>
            </p:nvGraphicFramePr>
            <p:xfrm>
              <a:off x="1294967" y="3913328"/>
              <a:ext cx="2880003" cy="244799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411429">
                      <a:extLst>
                        <a:ext uri="{9D8B030D-6E8A-4147-A177-3AD203B41FA5}">
                          <a16:colId xmlns:a16="http://schemas.microsoft.com/office/drawing/2014/main" val="1049315021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4242333185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937178996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55329183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2636105107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121757388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744170885"/>
                        </a:ext>
                      </a:extLst>
                    </a:gridCol>
                  </a:tblGrid>
                  <a:tr h="3497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1724" r="-507463" b="-5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1724" r="-400000" b="-5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1724" r="-305970" b="-5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1724" r="-201471" b="-5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1724" r="-104478" b="-5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1724" r="-2941" b="-59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611773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103509" r="-598529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103509" r="-507463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103509" r="-400000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103509" r="-305970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103509" r="-201471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103509" r="-104478" b="-5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103509" r="-2941" b="-508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473441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200000" r="-59852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200000" r="-50746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200000" r="-4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200000" r="-30597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200000" r="-201471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200000" r="-10447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200000" r="-294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33978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305263" r="-598529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305263" r="-507463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305263" r="-400000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305263" r="-305970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305263" r="-201471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305263" r="-104478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305263" r="-2941" b="-3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769159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398276" r="-598529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398276" r="-507463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398276" r="-400000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398276" r="-305970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398276" r="-201471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398276" r="-104478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398276" r="-2941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484050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507018" r="-598529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507018" r="-507463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507018" r="-4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507018" r="-30597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507018" r="-201471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507018" r="-104478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507018" r="-2941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443646"/>
                      </a:ext>
                    </a:extLst>
                  </a:tr>
                  <a:tr h="349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71" t="-596552" r="-598529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985" t="-596552" r="-507463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596552" r="-4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478" t="-596552" r="-30597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529" t="-596552" r="-20147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05970" t="-596552" r="-10447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97059" t="-596552" r="-2941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4877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D851F16A-283B-9A89-8088-934796F574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816046"/>
                  </p:ext>
                </p:extLst>
              </p:nvPr>
            </p:nvGraphicFramePr>
            <p:xfrm>
              <a:off x="4534830" y="3908695"/>
              <a:ext cx="2880003" cy="2483999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411429">
                      <a:extLst>
                        <a:ext uri="{9D8B030D-6E8A-4147-A177-3AD203B41FA5}">
                          <a16:colId xmlns:a16="http://schemas.microsoft.com/office/drawing/2014/main" val="1049315021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4242333185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937178996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55329183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2636105107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121757388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744170885"/>
                        </a:ext>
                      </a:extLst>
                    </a:gridCol>
                  </a:tblGrid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b="1" i="1">
                                    <a:latin typeface="+mn-ea"/>
                                    <a:ea typeface="+mn-ea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611773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b="1" i="1">
                                    <a:latin typeface="+mn-ea"/>
                                    <a:ea typeface="+mn-ea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473441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433978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769159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+mn-ea"/>
                                        <a:ea typeface="+mn-ea"/>
                                      </a:rPr>
                                      <m:t>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484050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1" i="1">
                                        <a:latin typeface="+mn-ea"/>
                                        <a:ea typeface="+mn-ea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+mn-ea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644364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b="1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600" b="1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b="1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1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+mn-ea"/>
                                        <a:ea typeface="+mn-ea"/>
                                      </a:rPr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CN" sz="1600" b="0" i="0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i="1">
                                    <a:latin typeface="+mn-ea"/>
                                    <a:ea typeface="+mn-ea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+mn-ea"/>
                                        <a:ea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600" i="0">
                                        <a:latin typeface="+mn-ea"/>
                                        <a:ea typeface="+mn-e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14877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D851F16A-283B-9A89-8088-934796F574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816046"/>
                  </p:ext>
                </p:extLst>
              </p:nvPr>
            </p:nvGraphicFramePr>
            <p:xfrm>
              <a:off x="4534830" y="3908695"/>
              <a:ext cx="2880003" cy="2483999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411429">
                      <a:extLst>
                        <a:ext uri="{9D8B030D-6E8A-4147-A177-3AD203B41FA5}">
                          <a16:colId xmlns:a16="http://schemas.microsoft.com/office/drawing/2014/main" val="1049315021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4242333185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937178996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55329183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2636105107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1217573880"/>
                        </a:ext>
                      </a:extLst>
                    </a:gridCol>
                    <a:gridCol w="411429">
                      <a:extLst>
                        <a:ext uri="{9D8B030D-6E8A-4147-A177-3AD203B41FA5}">
                          <a16:colId xmlns:a16="http://schemas.microsoft.com/office/drawing/2014/main" val="744170885"/>
                        </a:ext>
                      </a:extLst>
                    </a:gridCol>
                  </a:tblGrid>
                  <a:tr h="3548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sz="1600" dirty="0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1724" r="-508955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1724" r="-401471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1724" r="-301471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1724" r="-201471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1724" r="-104478" b="-6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1724" r="-2941" b="-6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611773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100000" r="-600000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100000" r="-508955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100000" r="-401471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100000" r="-301471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100000" r="-201471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100000" r="-104478" b="-496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100000" r="-2941" b="-496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473441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203448" r="-600000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203448" r="-508955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203448" r="-401471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203448" r="-301471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203448" r="-201471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203448" r="-104478" b="-4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203448" r="-2941" b="-4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33978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303448" r="-600000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303448" r="-508955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303448" r="-401471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303448" r="-301471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303448" r="-201471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303448" r="-104478" b="-3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303448" r="-2941" b="-3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769159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403448" r="-600000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403448" r="-508955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403448" r="-401471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403448" r="-301471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403448" r="-201471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403448" r="-104478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403448" r="-2941" b="-2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484050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494915" r="-600000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494915" r="-508955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494915" r="-401471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494915" r="-301471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494915" r="-201471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494915" r="-104478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494915" r="-2941" b="-10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443646"/>
                      </a:ext>
                    </a:extLst>
                  </a:tr>
                  <a:tr h="35485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71" t="-605172" r="-6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2985" t="-605172" r="-508955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000" t="-605172" r="-40147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0000" t="-605172" r="-30147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00000" t="-605172" r="-20147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07463" t="-605172" r="-10447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98529" t="-605172" r="-2941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487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6B895F40-20FD-3AD6-9857-CFF0D0EA3569}"/>
              </a:ext>
            </a:extLst>
          </p:cNvPr>
          <p:cNvSpPr txBox="1"/>
          <p:nvPr/>
        </p:nvSpPr>
        <p:spPr>
          <a:xfrm>
            <a:off x="7626390" y="4310537"/>
            <a:ext cx="4390028" cy="15493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b="1" dirty="0">
                <a:solidFill>
                  <a:srgbClr val="FF0000"/>
                </a:solidFill>
              </a:rPr>
              <a:t>封闭性：</a:t>
            </a:r>
            <a:r>
              <a:rPr lang="zh-CN" altLang="en-US" sz="2000" dirty="0">
                <a:solidFill>
                  <a:schemeClr val="bg1"/>
                </a:solidFill>
              </a:rPr>
              <a:t>连续施加几种对称操作，结果永远也是一种对称操作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2000" b="1" dirty="0">
                <a:solidFill>
                  <a:srgbClr val="FF0000"/>
                </a:solidFill>
              </a:rPr>
              <a:t>可逆：</a:t>
            </a:r>
            <a:r>
              <a:rPr lang="zh-CN" altLang="en-US" sz="2000" dirty="0">
                <a:solidFill>
                  <a:schemeClr val="bg1"/>
                </a:solidFill>
              </a:rPr>
              <a:t>把一个对称操作“反过来”，也是一种对称操作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B44BBEB-8B8A-3F5B-EE49-EEDE207A2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95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 animBg="1"/>
      <p:bldP spid="8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FA3A1B-2302-C58E-6B64-F0CF8599B9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5384" y="2057964"/>
                <a:ext cx="10650581" cy="3739586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群 </a:t>
                </a:r>
                <a:r>
                  <a:rPr lang="en-US" altLang="zh-CN" sz="2400" dirty="0">
                    <a:solidFill>
                      <a:schemeClr val="bg1"/>
                    </a:solidFill>
                    <a:effectLst/>
                    <a:latin typeface="+mn-ea"/>
                  </a:rPr>
                  <a:t>(group) 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是一种配备了某种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“操作”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（加法，乘法，</a:t>
                </a:r>
                <a:r>
                  <a:rPr lang="en-US" altLang="zh-CN" sz="2400" dirty="0">
                    <a:solidFill>
                      <a:schemeClr val="bg1"/>
                    </a:solidFill>
                    <a:effectLst/>
                    <a:latin typeface="+mn-ea"/>
                  </a:rPr>
                  <a:t>…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）的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effectLst/>
                        <a:latin typeface="+mn-ea"/>
                      </a:rPr>
                      <m:t>𝐺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，其元素称为群元，它满足四个条件：</a:t>
                </a:r>
                <a:endParaRPr lang="en-US" altLang="zh-CN" sz="2400" dirty="0">
                  <a:solidFill>
                    <a:schemeClr val="bg1"/>
                  </a:solidFill>
                  <a:effectLst/>
                  <a:latin typeface="+mn-ea"/>
                </a:endParaRPr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封闭性：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中任意两个元素的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</a:rPr>
                  <a:t>“操作”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仍为集合内的元素，即，若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则存在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𝐴𝐵</m:t>
                    </m:r>
                  </m:oMath>
                </a14:m>
                <a:endParaRPr lang="en-US" altLang="zh-CN" sz="2000" b="0" dirty="0">
                  <a:solidFill>
                    <a:schemeClr val="bg1"/>
                  </a:solidFill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结合律：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𝐵𝐶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)=(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𝐴𝐵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  <a:effectLst/>
                    <a:latin typeface="+mn-ea"/>
                  </a:rPr>
                  <a:t>存在唯一单位元：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存在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使得所有元素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𝐴𝐸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𝐸𝐴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存在逆元：</a:t>
                </a:r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对于任意元素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000" i="1" dirty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，存在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effectLst/>
                    <a:latin typeface="+mn-ea"/>
                    <a:cs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00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dirty="0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000" b="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dirty="0" smtClean="0">
                        <a:solidFill>
                          <a:schemeClr val="bg1"/>
                        </a:solidFill>
                        <a:effectLst/>
                        <a:latin typeface="+mn-ea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endParaRPr lang="en-US" altLang="zh-CN" sz="2000" dirty="0">
                  <a:solidFill>
                    <a:schemeClr val="bg1"/>
                  </a:solidFill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FA3A1B-2302-C58E-6B64-F0CF8599B9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5384" y="2057964"/>
                <a:ext cx="10650581" cy="3739586"/>
              </a:xfrm>
              <a:prstGeom prst="roundRect">
                <a:avLst/>
              </a:prstGeom>
              <a:blipFill>
                <a:blip r:embed="rId2"/>
                <a:stretch>
                  <a:fillRect r="-1944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7AAD6902-08D9-834B-B0C6-FFFBCEC2244C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对称群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5BBD05-1863-A86C-517D-44930166F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53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72CAC-E898-2FCC-3D83-2AAE5A92105D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effectLst/>
                <a:latin typeface="+mn-ea"/>
              </a:rPr>
              <a:t>无限群：</a:t>
            </a:r>
            <a:endParaRPr lang="en-US" altLang="zh-CN" sz="2400" dirty="0">
              <a:solidFill>
                <a:schemeClr val="bg1"/>
              </a:solidFill>
              <a:effectLst/>
              <a:latin typeface="+mn-ea"/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所有整数的集合 在 加法 下构成一个群。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封闭性？结合律？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+mn-ea"/>
              </a:rPr>
              <a:t>单位元？逆元？</a:t>
            </a:r>
            <a:endParaRPr lang="en-US" altLang="zh-CN" sz="2000" dirty="0">
              <a:solidFill>
                <a:srgbClr val="FF0000"/>
              </a:solidFill>
              <a:effectLst/>
              <a:latin typeface="+mn-ea"/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所有非零实数的集合 在 乘法 下构成一个群。</a:t>
            </a:r>
            <a:endParaRPr lang="en-US" altLang="zh-CN" sz="2000" dirty="0">
              <a:solidFill>
                <a:schemeClr val="bg1"/>
              </a:solidFill>
              <a:effectLst/>
              <a:latin typeface="+mn-ea"/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所有整数的集合 在 乘法 下构不构成一个群？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+mn-ea"/>
              </a:rPr>
              <a:t>逆元</a:t>
            </a:r>
            <a:endParaRPr lang="en-US" altLang="zh-CN" sz="2000" dirty="0">
              <a:solidFill>
                <a:srgbClr val="FF0000"/>
              </a:solidFill>
              <a:effectLst/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  <a:latin typeface="+mn-ea"/>
              </a:rPr>
              <a:t>有限群：</a:t>
            </a:r>
            <a:endParaRPr lang="en-US" altLang="zh-CN" sz="2400" dirty="0">
              <a:solidFill>
                <a:schemeClr val="bg1"/>
              </a:solidFill>
              <a:effectLst/>
              <a:latin typeface="+mn-ea"/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一天的 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+mn-ea"/>
              </a:rPr>
              <a:t>12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小时 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+mn-ea"/>
              </a:rPr>
              <a:t>/ 24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+mn-ea"/>
              </a:rPr>
              <a:t>小时 在加法下构成一个群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C25C8A3-F2BB-D52C-FF46-1E0D91E76375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群的例子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E569CC5-BDC0-E1B3-D675-38457863D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26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EC38C9-4A1C-2B41-3DE3-318D3231D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997" y="2064314"/>
                <a:ext cx="10948005" cy="3695136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由晶格中的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点对称操作</a:t>
                </a:r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构成的群，称为晶体学点群。</a:t>
                </a:r>
                <a:r>
                  <a:rPr lang="en-US" altLang="zh-CN" sz="2400" dirty="0">
                    <a:solidFill>
                      <a:srgbClr val="FF0000"/>
                    </a:solidFill>
                    <a:effectLst/>
                    <a:latin typeface="+mn-ea"/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瑕</a:t>
                </a:r>
                <a:r>
                  <a:rPr lang="en-US" altLang="zh-CN" sz="2400" dirty="0">
                    <a:solidFill>
                      <a:srgbClr val="FF0000"/>
                    </a:solidFill>
                    <a:effectLst/>
                    <a:latin typeface="+mn-ea"/>
                  </a:rPr>
                  <a:t>)</a:t>
                </a:r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旋转，镜面，反演</a:t>
                </a:r>
                <a:endParaRPr lang="en-US" altLang="zh-CN" sz="2400" dirty="0">
                  <a:solidFill>
                    <a:srgbClr val="FF0000"/>
                  </a:solidFill>
                  <a:effectLst/>
                  <a:latin typeface="+mn-ea"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点群不包含平移操作</a:t>
                </a:r>
                <a:endParaRPr lang="en-US" altLang="zh-CN" sz="2400" dirty="0">
                  <a:solidFill>
                    <a:schemeClr val="bg1"/>
                  </a:solidFill>
                  <a:effectLst/>
                  <a:latin typeface="+mn-ea"/>
                </a:endParaRPr>
              </a:p>
              <a:p>
                <a:r>
                  <a:rPr lang="zh-CN" altLang="en-US" sz="2400" dirty="0">
                    <a:solidFill>
                      <a:schemeClr val="bg1"/>
                    </a:solidFill>
                    <a:effectLst/>
                    <a:latin typeface="+mn-ea"/>
                  </a:rPr>
                  <a:t>例如：三重旋转点群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/>
                            <a:latin typeface="+mn-ea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+mn-ea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2400" dirty="0">
                  <a:solidFill>
                    <a:schemeClr val="bg1"/>
                  </a:solidFill>
                  <a:effectLst/>
                  <a:latin typeface="+mn-ea"/>
                </a:endParaRPr>
              </a:p>
              <a:p>
                <a:r>
                  <a:rPr lang="zh-CN" altLang="en-US" sz="2400" dirty="0">
                    <a:solidFill>
                      <a:srgbClr val="FF0000"/>
                    </a:solidFill>
                    <a:effectLst/>
                    <a:latin typeface="+mn-ea"/>
                  </a:rPr>
                  <a:t>晶体学点群只有有限多个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EC38C9-4A1C-2B41-3DE3-318D3231D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997" y="2064314"/>
                <a:ext cx="10948005" cy="36951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C08789FB-43F6-3212-A5E0-9967B9475844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1068655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晶体学点群 </a:t>
            </a:r>
            <a:r>
              <a:rPr lang="en-US" altLang="zh-CN" sz="4400" dirty="0">
                <a:solidFill>
                  <a:schemeClr val="bg1"/>
                </a:solidFill>
                <a:effectLst/>
              </a:rPr>
              <a:t>(Crystallographic point group)</a:t>
            </a:r>
            <a:endParaRPr lang="zh-CN" altLang="en-US" sz="440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41C46B6-7B5A-573C-42B9-529063E42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1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3"/>
          <p:cNvSpPr txBox="1">
            <a:spLocks/>
          </p:cNvSpPr>
          <p:nvPr/>
        </p:nvSpPr>
        <p:spPr bwMode="auto">
          <a:xfrm>
            <a:off x="3899668" y="2563255"/>
            <a:ext cx="6358357" cy="392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C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群：只含有一个元素（恒等），没有任何对称性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C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群：含有单个旋转轴的点群，共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种，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</a:t>
            </a:r>
            <a:r>
              <a:rPr lang="en-US" altLang="zh-CN" sz="2000" dirty="0">
                <a:solidFill>
                  <a:schemeClr val="bg1"/>
                </a:solidFill>
              </a:rPr>
              <a:t>, 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3</a:t>
            </a:r>
            <a:r>
              <a:rPr lang="en-US" altLang="zh-CN" sz="2000" dirty="0">
                <a:solidFill>
                  <a:schemeClr val="bg1"/>
                </a:solidFill>
              </a:rPr>
              <a:t>, 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4</a:t>
            </a:r>
            <a:r>
              <a:rPr lang="en-US" altLang="zh-CN" sz="2000" dirty="0">
                <a:solidFill>
                  <a:schemeClr val="bg1"/>
                </a:solidFill>
              </a:rPr>
              <a:t>, 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6</a:t>
            </a:r>
          </a:p>
          <a:p>
            <a:pPr lvl="1">
              <a:spcBef>
                <a:spcPts val="1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“花”，“风车”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 err="1">
                <a:solidFill>
                  <a:srgbClr val="FF0000"/>
                </a:solidFill>
              </a:rPr>
              <a:t>C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nv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群加上包含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重轴的镜面，共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种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“棱锥”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 err="1">
                <a:solidFill>
                  <a:srgbClr val="FF0000"/>
                </a:solidFill>
              </a:rPr>
              <a:t>C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nh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群加上垂直于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重轴的镜面，共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种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“轮毂”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s</a:t>
            </a:r>
            <a:r>
              <a:rPr lang="en-US" altLang="zh-CN" sz="2000" dirty="0">
                <a:solidFill>
                  <a:schemeClr val="bg1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</a:rPr>
              <a:t>群加上镜面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i</a:t>
            </a:r>
            <a:r>
              <a:rPr lang="en-US" altLang="zh-CN" sz="2000" dirty="0">
                <a:solidFill>
                  <a:schemeClr val="bg1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</a:rPr>
              <a:t>群加上中心反演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3555" name="内容占位符 20"/>
          <p:cNvSpPr>
            <a:spLocks noGrp="1"/>
          </p:cNvSpPr>
          <p:nvPr>
            <p:ph idx="1"/>
          </p:nvPr>
        </p:nvSpPr>
        <p:spPr>
          <a:xfrm>
            <a:off x="1116601" y="1474971"/>
            <a:ext cx="7387655" cy="60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2800" dirty="0">
                <a:solidFill>
                  <a:schemeClr val="bg1"/>
                </a:solidFill>
                <a:effectLst/>
              </a:rPr>
              <a:t>N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重旋转点群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C</a:t>
            </a:r>
            <a:r>
              <a:rPr lang="en-US" altLang="zh-CN" sz="2800" baseline="-25000" dirty="0">
                <a:solidFill>
                  <a:schemeClr val="bg1"/>
                </a:solidFill>
                <a:effectLst/>
              </a:rPr>
              <a:t>n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15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13,14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种）</a:t>
            </a:r>
          </a:p>
        </p:txBody>
      </p:sp>
      <p:sp>
        <p:nvSpPr>
          <p:cNvPr id="10" name="内容占位符 3"/>
          <p:cNvSpPr txBox="1">
            <a:spLocks/>
          </p:cNvSpPr>
          <p:nvPr/>
        </p:nvSpPr>
        <p:spPr bwMode="auto">
          <a:xfrm>
            <a:off x="8785520" y="922906"/>
            <a:ext cx="3225062" cy="155778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chemeClr val="accent1"/>
              </a:buClr>
              <a:buSzPct val="50000"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n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主轴的重（次，度）数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just">
              <a:spcAft>
                <a:spcPts val="600"/>
              </a:spcAft>
              <a:buClr>
                <a:schemeClr val="accent1"/>
              </a:buClr>
              <a:buSzPct val="50000"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h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水平镜面（垂直于主轴）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just">
              <a:spcAft>
                <a:spcPts val="600"/>
              </a:spcAft>
              <a:buClr>
                <a:schemeClr val="accent1"/>
              </a:buClr>
              <a:buSzPct val="50000"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v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垂直镜面（包含主轴）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0" indent="0" algn="just">
              <a:spcAft>
                <a:spcPts val="600"/>
              </a:spcAft>
              <a:buClr>
                <a:schemeClr val="accent1"/>
              </a:buClr>
              <a:buSzPct val="50000"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i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中心反演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28855" y="5631044"/>
            <a:ext cx="2908863" cy="7150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这两种有时被归为</a:t>
            </a:r>
            <a:r>
              <a:rPr lang="en-US" altLang="zh-CN" dirty="0">
                <a:solidFill>
                  <a:schemeClr val="bg1"/>
                </a:solidFill>
              </a:rPr>
              <a:t>S</a:t>
            </a:r>
            <a:r>
              <a:rPr lang="zh-CN" altLang="en-US" dirty="0">
                <a:solidFill>
                  <a:schemeClr val="bg1"/>
                </a:solidFill>
              </a:rPr>
              <a:t>群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相应的</a:t>
            </a:r>
            <a:r>
              <a:rPr lang="en-US" altLang="zh-CN" dirty="0">
                <a:solidFill>
                  <a:schemeClr val="bg1"/>
                </a:solidFill>
              </a:rPr>
              <a:t>C</a:t>
            </a:r>
            <a:r>
              <a:rPr lang="zh-CN" altLang="en-US" dirty="0">
                <a:solidFill>
                  <a:schemeClr val="bg1"/>
                </a:solidFill>
              </a:rPr>
              <a:t>群数量为</a:t>
            </a:r>
            <a:r>
              <a:rPr lang="en-US" altLang="zh-CN" dirty="0">
                <a:solidFill>
                  <a:schemeClr val="bg1"/>
                </a:solidFill>
              </a:rPr>
              <a:t>13</a:t>
            </a:r>
            <a:r>
              <a:rPr lang="zh-CN" altLang="en-US" dirty="0">
                <a:solidFill>
                  <a:schemeClr val="bg1"/>
                </a:solidFill>
              </a:rPr>
              <a:t>或</a:t>
            </a:r>
            <a:r>
              <a:rPr lang="en-US" altLang="zh-CN" dirty="0">
                <a:solidFill>
                  <a:schemeClr val="bg1"/>
                </a:solidFill>
              </a:rPr>
              <a:t>14</a:t>
            </a:r>
            <a:r>
              <a:rPr lang="zh-CN" altLang="en-US" dirty="0">
                <a:solidFill>
                  <a:schemeClr val="bg1"/>
                </a:solidFill>
              </a:rPr>
              <a:t>种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BA4E809-DAB5-7C5D-125B-4467E60BC0EB}"/>
              </a:ext>
            </a:extLst>
          </p:cNvPr>
          <p:cNvGrpSpPr/>
          <p:nvPr/>
        </p:nvGrpSpPr>
        <p:grpSpPr>
          <a:xfrm>
            <a:off x="702524" y="2317360"/>
            <a:ext cx="2166759" cy="1411300"/>
            <a:chOff x="202021" y="2130345"/>
            <a:chExt cx="2166759" cy="141130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10F322E-63E8-3B8A-5BA5-8706C81A6A2D}"/>
                </a:ext>
              </a:extLst>
            </p:cNvPr>
            <p:cNvSpPr/>
            <p:nvPr/>
          </p:nvSpPr>
          <p:spPr>
            <a:xfrm>
              <a:off x="202021" y="2130345"/>
              <a:ext cx="2166759" cy="1411300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EEB904-343D-06BE-738F-D2AD9A1AA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166" y="2494327"/>
              <a:ext cx="884637" cy="890697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6ECFB2F-4BF7-433C-F69E-4A192486D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4759" y="2742082"/>
              <a:ext cx="963917" cy="39518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61C82E-D4D1-5838-A4E6-585D1C56747B}"/>
                </a:ext>
              </a:extLst>
            </p:cNvPr>
            <p:cNvSpPr txBox="1"/>
            <p:nvPr/>
          </p:nvSpPr>
          <p:spPr>
            <a:xfrm>
              <a:off x="202021" y="2224094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正面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重旋转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028F28D-C76B-3D35-924E-0458EEFD502B}"/>
                </a:ext>
              </a:extLst>
            </p:cNvPr>
            <p:cNvSpPr txBox="1"/>
            <p:nvPr/>
          </p:nvSpPr>
          <p:spPr>
            <a:xfrm>
              <a:off x="1245544" y="2473002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侧面不对称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E1845DF-3E97-4E2F-1B45-A07E9A1213A0}"/>
              </a:ext>
            </a:extLst>
          </p:cNvPr>
          <p:cNvGrpSpPr/>
          <p:nvPr/>
        </p:nvGrpSpPr>
        <p:grpSpPr>
          <a:xfrm>
            <a:off x="522833" y="3849536"/>
            <a:ext cx="2564857" cy="1212903"/>
            <a:chOff x="464237" y="3571598"/>
            <a:chExt cx="2564857" cy="121290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C6B93A5-71D6-F5AE-D4BA-8B62ED24BD8F}"/>
                </a:ext>
              </a:extLst>
            </p:cNvPr>
            <p:cNvSpPr/>
            <p:nvPr/>
          </p:nvSpPr>
          <p:spPr>
            <a:xfrm>
              <a:off x="464237" y="3571598"/>
              <a:ext cx="2564857" cy="1212903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026" name="Picture 2" descr="棱锥-数学百科">
              <a:extLst>
                <a:ext uri="{FF2B5EF4-FFF2-40B4-BE49-F238E27FC236}">
                  <a16:creationId xmlns:a16="http://schemas.microsoft.com/office/drawing/2014/main" id="{B3A4B177-677F-F458-6709-12DC494C24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580" y="3773324"/>
              <a:ext cx="1137195" cy="885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FBCFFCA-C9B4-77D2-E106-C17D05F13C24}"/>
                </a:ext>
              </a:extLst>
            </p:cNvPr>
            <p:cNvSpPr txBox="1"/>
            <p:nvPr/>
          </p:nvSpPr>
          <p:spPr>
            <a:xfrm>
              <a:off x="1626690" y="3909800"/>
              <a:ext cx="14024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正面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重旋转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r>
                <a:rPr lang="zh-CN" altLang="en-US" sz="1400" dirty="0">
                  <a:solidFill>
                    <a:schemeClr val="bg1"/>
                  </a:solidFill>
                </a:rPr>
                <a:t>侧面水平镜像</a:t>
              </a:r>
              <a:r>
                <a:rPr lang="en-US" altLang="zh-CN" sz="1400" dirty="0">
                  <a:solidFill>
                    <a:schemeClr val="bg1"/>
                  </a:solidFill>
                </a:rPr>
                <a:t>(v)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5B8EDB1-F3D9-0203-9AB1-DCD63AEA2B51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2869283" y="3023010"/>
            <a:ext cx="1181125" cy="225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EF6845C-B179-FAD9-6A36-9A150A5B82C2}"/>
              </a:ext>
            </a:extLst>
          </p:cNvPr>
          <p:cNvGrpSpPr/>
          <p:nvPr/>
        </p:nvGrpSpPr>
        <p:grpSpPr>
          <a:xfrm>
            <a:off x="465794" y="5198915"/>
            <a:ext cx="2678934" cy="1342048"/>
            <a:chOff x="160858" y="4553741"/>
            <a:chExt cx="2678934" cy="1342048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698EAB4-F809-3AD1-01C4-8671723BD119}"/>
                </a:ext>
              </a:extLst>
            </p:cNvPr>
            <p:cNvSpPr/>
            <p:nvPr/>
          </p:nvSpPr>
          <p:spPr>
            <a:xfrm>
              <a:off x="160858" y="4553741"/>
              <a:ext cx="2678934" cy="1342048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80844B5-8380-75AD-03FA-B447C4C49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5966" y="4707166"/>
              <a:ext cx="1071399" cy="1070295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DE13837-BEAA-4BB6-F692-FD27FA2B8C21}"/>
                </a:ext>
              </a:extLst>
            </p:cNvPr>
            <p:cNvSpPr txBox="1"/>
            <p:nvPr/>
          </p:nvSpPr>
          <p:spPr>
            <a:xfrm>
              <a:off x="1382076" y="4944717"/>
              <a:ext cx="14024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正面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重旋转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r>
                <a:rPr lang="zh-CN" altLang="en-US" sz="1400" dirty="0">
                  <a:solidFill>
                    <a:schemeClr val="bg1"/>
                  </a:solidFill>
                </a:rPr>
                <a:t>侧面垂直镜像</a:t>
              </a:r>
              <a:r>
                <a:rPr lang="en-US" altLang="zh-CN" sz="1400" dirty="0">
                  <a:solidFill>
                    <a:schemeClr val="bg1"/>
                  </a:solidFill>
                </a:rPr>
                <a:t>(h)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2F3DB2E-78C1-DC67-EEF5-0E6B71E78D19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087690" y="4106715"/>
            <a:ext cx="962718" cy="342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>
            <a:extLst>
              <a:ext uri="{FF2B5EF4-FFF2-40B4-BE49-F238E27FC236}">
                <a16:creationId xmlns:a16="http://schemas.microsoft.com/office/drawing/2014/main" id="{114C011F-31B6-D46B-945F-8F92D550026B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三维空间中的</a:t>
            </a:r>
            <a:r>
              <a:rPr lang="en-US" altLang="zh-CN" sz="4400" dirty="0">
                <a:solidFill>
                  <a:schemeClr val="bg1"/>
                </a:solidFill>
                <a:effectLst/>
              </a:rPr>
              <a:t>32</a:t>
            </a:r>
            <a:r>
              <a:rPr lang="zh-CN" altLang="en-US" sz="4400" dirty="0">
                <a:solidFill>
                  <a:schemeClr val="bg1"/>
                </a:solidFill>
                <a:effectLst/>
              </a:rPr>
              <a:t>个晶体学点群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F86562A-F5AC-9AC4-E1F7-9A9428A20725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3144728" y="4954077"/>
            <a:ext cx="905680" cy="915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7B973A74-7784-697F-A10A-8CED0977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16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555" grpId="0" build="p" animBg="1"/>
      <p:bldP spid="10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F1E6-2AC9-8C90-FD86-7CD4C7AE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FD424BC2-4E54-08E3-7D9E-570AA6DD323F}"/>
              </a:ext>
            </a:extLst>
          </p:cNvPr>
          <p:cNvSpPr txBox="1">
            <a:spLocks/>
          </p:cNvSpPr>
          <p:nvPr/>
        </p:nvSpPr>
        <p:spPr bwMode="auto">
          <a:xfrm>
            <a:off x="3158393" y="2199099"/>
            <a:ext cx="6358357" cy="95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0"/>
              </a:spcBef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其中</a:t>
            </a:r>
            <a:r>
              <a:rPr lang="en-US" altLang="zh-CN" sz="2000" dirty="0">
                <a:solidFill>
                  <a:srgbClr val="FF0000"/>
                </a:solidFill>
              </a:rPr>
              <a:t>S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=C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s</a:t>
            </a:r>
            <a:r>
              <a:rPr lang="en-US" altLang="zh-CN" sz="2000" dirty="0">
                <a:solidFill>
                  <a:srgbClr val="FF0000"/>
                </a:solidFill>
              </a:rPr>
              <a:t>, S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=C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chemeClr val="bg1"/>
                </a:solidFill>
              </a:rPr>
              <a:t>, 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3</a:t>
            </a:r>
            <a:r>
              <a:rPr lang="en-US" altLang="zh-CN" sz="2000" dirty="0">
                <a:solidFill>
                  <a:schemeClr val="bg1"/>
                </a:solidFill>
              </a:rPr>
              <a:t>=C</a:t>
            </a:r>
            <a:r>
              <a:rPr lang="en-US" altLang="zh-CN" sz="2000" baseline="-25000" dirty="0">
                <a:solidFill>
                  <a:schemeClr val="bg1"/>
                </a:solidFill>
              </a:rPr>
              <a:t>3h</a:t>
            </a:r>
            <a:r>
              <a:rPr lang="zh-CN" altLang="en-US" sz="2000" dirty="0">
                <a:solidFill>
                  <a:schemeClr val="bg1"/>
                </a:solidFill>
              </a:rPr>
              <a:t>，所以仅有</a:t>
            </a:r>
            <a:r>
              <a:rPr lang="en-US" altLang="zh-CN" sz="2000" dirty="0">
                <a:solidFill>
                  <a:schemeClr val="bg1"/>
                </a:solidFill>
              </a:rPr>
              <a:t>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4</a:t>
            </a:r>
            <a:r>
              <a:rPr lang="en-US" altLang="zh-CN" sz="2000" dirty="0">
                <a:solidFill>
                  <a:schemeClr val="bg1"/>
                </a:solidFill>
              </a:rPr>
              <a:t>, 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6</a:t>
            </a:r>
            <a:r>
              <a:rPr lang="zh-CN" altLang="en-US" sz="2000" baseline="-25000" dirty="0">
                <a:solidFill>
                  <a:schemeClr val="bg1"/>
                </a:solidFill>
              </a:rPr>
              <a:t>，</a:t>
            </a:r>
            <a:r>
              <a:rPr lang="zh-CN" altLang="en-US" sz="2000" dirty="0">
                <a:solidFill>
                  <a:schemeClr val="bg1"/>
                </a:solidFill>
              </a:rPr>
              <a:t>共</a:t>
            </a:r>
            <a:r>
              <a:rPr lang="en-US" altLang="zh-CN" sz="2000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</a:rPr>
              <a:t>个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3555" name="内容占位符 20">
            <a:extLst>
              <a:ext uri="{FF2B5EF4-FFF2-40B4-BE49-F238E27FC236}">
                <a16:creationId xmlns:a16="http://schemas.microsoft.com/office/drawing/2014/main" id="{0044BD28-092E-B6F8-7FE2-EA838553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172" y="1496126"/>
            <a:ext cx="7387655" cy="60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瑕旋转群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S</a:t>
            </a:r>
            <a:r>
              <a:rPr lang="en-US" altLang="zh-CN" sz="2800" baseline="-25000" dirty="0">
                <a:solidFill>
                  <a:schemeClr val="bg1"/>
                </a:solidFill>
                <a:effectLst/>
              </a:rPr>
              <a:t>n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3, 4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种）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973532D-2C05-DC8D-33D5-513599640AC7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三维空间中的</a:t>
            </a:r>
            <a:r>
              <a:rPr lang="en-US" altLang="zh-CN" sz="4400" dirty="0">
                <a:solidFill>
                  <a:schemeClr val="bg1"/>
                </a:solidFill>
                <a:effectLst/>
              </a:rPr>
              <a:t>32</a:t>
            </a:r>
            <a:r>
              <a:rPr lang="zh-CN" altLang="en-US" sz="4400" dirty="0">
                <a:solidFill>
                  <a:schemeClr val="bg1"/>
                </a:solidFill>
                <a:effectLst/>
              </a:rPr>
              <a:t>个晶体学点群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470F5E-4F96-2552-16AA-993C4E70D498}"/>
              </a:ext>
            </a:extLst>
          </p:cNvPr>
          <p:cNvSpPr txBox="1"/>
          <p:nvPr/>
        </p:nvSpPr>
        <p:spPr>
          <a:xfrm>
            <a:off x="3667418" y="2623146"/>
            <a:ext cx="4025548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这两种若也归为</a:t>
            </a:r>
            <a:r>
              <a:rPr lang="en-US" altLang="zh-CN" dirty="0">
                <a:solidFill>
                  <a:schemeClr val="bg1"/>
                </a:solidFill>
              </a:rPr>
              <a:t>S</a:t>
            </a:r>
            <a:r>
              <a:rPr lang="zh-CN" altLang="en-US" dirty="0">
                <a:solidFill>
                  <a:schemeClr val="bg1"/>
                </a:solidFill>
              </a:rPr>
              <a:t>群，则群数量为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en-US" dirty="0">
                <a:solidFill>
                  <a:schemeClr val="bg1"/>
                </a:solidFill>
              </a:rPr>
              <a:t>或</a:t>
            </a:r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内容占位符 20">
            <a:extLst>
              <a:ext uri="{FF2B5EF4-FFF2-40B4-BE49-F238E27FC236}">
                <a16:creationId xmlns:a16="http://schemas.microsoft.com/office/drawing/2014/main" id="{72CD129F-DE48-B9AA-4E4E-40A16CA4AF3A}"/>
              </a:ext>
            </a:extLst>
          </p:cNvPr>
          <p:cNvSpPr txBox="1">
            <a:spLocks/>
          </p:cNvSpPr>
          <p:nvPr/>
        </p:nvSpPr>
        <p:spPr>
          <a:xfrm>
            <a:off x="2402172" y="3305952"/>
            <a:ext cx="7387655" cy="60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二面群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D</a:t>
            </a:r>
            <a:r>
              <a:rPr lang="en-US" altLang="zh-CN" sz="2800" baseline="-25000" dirty="0">
                <a:solidFill>
                  <a:schemeClr val="bg1"/>
                </a:solidFill>
                <a:effectLst/>
              </a:rPr>
              <a:t>n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10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(D for dihedral)</a:t>
            </a:r>
            <a:endParaRPr lang="zh-CN" alt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19" name="内容占位符 3">
            <a:extLst>
              <a:ext uri="{FF2B5EF4-FFF2-40B4-BE49-F238E27FC236}">
                <a16:creationId xmlns:a16="http://schemas.microsoft.com/office/drawing/2014/main" id="{EB9C1BF9-8F16-866B-7156-FAA856BFDECF}"/>
              </a:ext>
            </a:extLst>
          </p:cNvPr>
          <p:cNvSpPr txBox="1">
            <a:spLocks/>
          </p:cNvSpPr>
          <p:nvPr/>
        </p:nvSpPr>
        <p:spPr bwMode="auto">
          <a:xfrm>
            <a:off x="2817396" y="4037239"/>
            <a:ext cx="9228553" cy="260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 err="1">
                <a:solidFill>
                  <a:srgbClr val="FF0000"/>
                </a:solidFill>
              </a:rPr>
              <a:t>D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群：包含一个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重轴和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个与之垂直的二重轴的点群，共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个，</a:t>
            </a:r>
            <a:r>
              <a:rPr lang="en-US" altLang="zh-CN" sz="2000" dirty="0">
                <a:solidFill>
                  <a:schemeClr val="bg1"/>
                </a:solidFill>
              </a:rPr>
              <a:t>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</a:t>
            </a:r>
            <a:r>
              <a:rPr lang="en-US" altLang="zh-CN" sz="2000" dirty="0">
                <a:solidFill>
                  <a:schemeClr val="bg1"/>
                </a:solidFill>
              </a:rPr>
              <a:t>, 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3</a:t>
            </a:r>
            <a:r>
              <a:rPr lang="en-US" altLang="zh-CN" sz="2000" dirty="0">
                <a:solidFill>
                  <a:schemeClr val="bg1"/>
                </a:solidFill>
              </a:rPr>
              <a:t>, 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4</a:t>
            </a:r>
            <a:r>
              <a:rPr lang="en-US" altLang="zh-CN" sz="2000" dirty="0">
                <a:solidFill>
                  <a:schemeClr val="bg1"/>
                </a:solidFill>
              </a:rPr>
              <a:t>, 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6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</a:rPr>
              <a:t>反轮毂</a:t>
            </a:r>
            <a:r>
              <a:rPr lang="en-US" altLang="zh-CN" sz="2000" b="1" dirty="0">
                <a:solidFill>
                  <a:srgbClr val="FF0000"/>
                </a:solidFill>
              </a:rPr>
              <a:t>”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 err="1">
                <a:solidFill>
                  <a:srgbClr val="FF0000"/>
                </a:solidFill>
              </a:rPr>
              <a:t>D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nh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 err="1">
                <a:solidFill>
                  <a:schemeClr val="bg1"/>
                </a:solidFill>
              </a:rPr>
              <a:t>D</a:t>
            </a:r>
            <a:r>
              <a:rPr lang="en-US" altLang="zh-CN" sz="2000" baseline="-25000" dirty="0" err="1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群加上与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重轴垂直的镜面，共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个</a:t>
            </a:r>
            <a:endParaRPr lang="en-US" altLang="zh-CN" sz="2000" baseline="-25000" dirty="0">
              <a:solidFill>
                <a:schemeClr val="bg1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“棱柱”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 err="1">
                <a:solidFill>
                  <a:srgbClr val="FF0000"/>
                </a:solidFill>
              </a:rPr>
              <a:t>D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nd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 err="1">
                <a:solidFill>
                  <a:schemeClr val="bg1"/>
                </a:solidFill>
              </a:rPr>
              <a:t>D</a:t>
            </a:r>
            <a:r>
              <a:rPr lang="en-US" altLang="zh-CN" sz="2000" baseline="-25000" dirty="0" err="1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群加上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个包含</a:t>
            </a:r>
            <a:r>
              <a:rPr lang="en-US" altLang="zh-CN" sz="2000" dirty="0">
                <a:solidFill>
                  <a:schemeClr val="bg1"/>
                </a:solidFill>
              </a:rPr>
              <a:t>n</a:t>
            </a:r>
            <a:r>
              <a:rPr lang="zh-CN" altLang="en-US" sz="2000" dirty="0">
                <a:solidFill>
                  <a:schemeClr val="bg1"/>
                </a:solidFill>
              </a:rPr>
              <a:t>重轴、且位于两个二重轴平分线上的镜面，共</a:t>
            </a:r>
            <a:r>
              <a:rPr lang="en-US" altLang="zh-CN" sz="2000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</a:rPr>
              <a:t>个，</a:t>
            </a:r>
            <a:r>
              <a:rPr lang="en-US" altLang="zh-CN" sz="2000" dirty="0">
                <a:solidFill>
                  <a:schemeClr val="bg1"/>
                </a:solidFill>
              </a:rPr>
              <a:t>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2d</a:t>
            </a:r>
            <a:r>
              <a:rPr lang="en-US" altLang="zh-CN" sz="2000" dirty="0">
                <a:solidFill>
                  <a:schemeClr val="bg1"/>
                </a:solidFill>
              </a:rPr>
              <a:t>, D</a:t>
            </a:r>
            <a:r>
              <a:rPr lang="en-US" altLang="zh-CN" sz="2000" baseline="-25000" dirty="0">
                <a:solidFill>
                  <a:schemeClr val="bg1"/>
                </a:solidFill>
              </a:rPr>
              <a:t>3d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“反棱柱”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A101D6F-4960-CFED-BC23-FFB1F50570C2}"/>
              </a:ext>
            </a:extLst>
          </p:cNvPr>
          <p:cNvGrpSpPr/>
          <p:nvPr/>
        </p:nvGrpSpPr>
        <p:grpSpPr>
          <a:xfrm>
            <a:off x="146051" y="4065553"/>
            <a:ext cx="2561588" cy="1786618"/>
            <a:chOff x="118259" y="2971410"/>
            <a:chExt cx="2561588" cy="178661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BE5D7678-0F97-7211-CA44-5C98B7E97921}"/>
                </a:ext>
              </a:extLst>
            </p:cNvPr>
            <p:cNvSpPr/>
            <p:nvPr/>
          </p:nvSpPr>
          <p:spPr>
            <a:xfrm>
              <a:off x="118259" y="2971410"/>
              <a:ext cx="2515853" cy="1786618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BAA2633-1D87-1661-F361-69B103A0F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347" y="3577655"/>
              <a:ext cx="1071399" cy="1070295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44042DB3-BA76-D8AC-985B-944D129FB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383091" y="3577654"/>
              <a:ext cx="1071399" cy="1070295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8628E2B-F0E1-E65E-1CDC-058D38BA4F14}"/>
                </a:ext>
              </a:extLst>
            </p:cNvPr>
            <p:cNvSpPr txBox="1"/>
            <p:nvPr/>
          </p:nvSpPr>
          <p:spPr>
            <a:xfrm>
              <a:off x="163994" y="3065748"/>
              <a:ext cx="251585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旋转方向相反的两个轮毂</a:t>
              </a:r>
              <a:r>
                <a:rPr lang="zh-CN" altLang="en-US" sz="1400" dirty="0">
                  <a:solidFill>
                    <a:srgbClr val="FF0000"/>
                  </a:solidFill>
                </a:rPr>
                <a:t>垂直叠放</a:t>
              </a:r>
              <a:r>
                <a:rPr lang="zh-CN" altLang="en-US" sz="1400" dirty="0">
                  <a:solidFill>
                    <a:schemeClr val="bg1"/>
                  </a:solidFill>
                </a:rPr>
                <a:t>。侧面有二重旋转对称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B58C151-FED4-9F46-5E99-038097051516}"/>
              </a:ext>
            </a:extLst>
          </p:cNvPr>
          <p:cNvGrpSpPr/>
          <p:nvPr/>
        </p:nvGrpSpPr>
        <p:grpSpPr>
          <a:xfrm>
            <a:off x="8267689" y="4448642"/>
            <a:ext cx="2077856" cy="1096705"/>
            <a:chOff x="8196445" y="4328076"/>
            <a:chExt cx="2077856" cy="1096705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C9604E9-8056-C291-CF1D-B70BC71CF6D4}"/>
                </a:ext>
              </a:extLst>
            </p:cNvPr>
            <p:cNvSpPr/>
            <p:nvPr/>
          </p:nvSpPr>
          <p:spPr>
            <a:xfrm>
              <a:off x="8196445" y="4328076"/>
              <a:ext cx="2077856" cy="1096705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8943EEB0-1459-653E-3168-A1A98FB6A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9907" y="4459142"/>
              <a:ext cx="541990" cy="837158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16F4205-4DBF-4AD3-B785-501627247100}"/>
                </a:ext>
              </a:extLst>
            </p:cNvPr>
            <p:cNvSpPr txBox="1"/>
            <p:nvPr/>
          </p:nvSpPr>
          <p:spPr>
            <a:xfrm>
              <a:off x="8871897" y="4507097"/>
              <a:ext cx="140240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正面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重旋转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r>
                <a:rPr lang="zh-CN" altLang="en-US" sz="1400" dirty="0">
                  <a:solidFill>
                    <a:schemeClr val="bg1"/>
                  </a:solidFill>
                </a:rPr>
                <a:t>侧面水平镜像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r>
                <a:rPr lang="en-US" altLang="zh-CN" sz="1400" dirty="0">
                  <a:solidFill>
                    <a:schemeClr val="bg1"/>
                  </a:solidFill>
                </a:rPr>
                <a:t>+</a:t>
              </a:r>
              <a:r>
                <a:rPr lang="zh-CN" altLang="en-US" sz="1400" dirty="0">
                  <a:solidFill>
                    <a:schemeClr val="bg1"/>
                  </a:solidFill>
                </a:rPr>
                <a:t>垂直镜像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5" name="图片 44">
            <a:extLst>
              <a:ext uri="{FF2B5EF4-FFF2-40B4-BE49-F238E27FC236}">
                <a16:creationId xmlns:a16="http://schemas.microsoft.com/office/drawing/2014/main" id="{222530C2-F242-B545-C72A-1F0460243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803" y="5888578"/>
            <a:ext cx="1054872" cy="885063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635D11F-9E81-4788-EB2A-6A1451CE62F0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2661904" y="4279900"/>
            <a:ext cx="303546" cy="678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A90619AF-112F-591C-BAFB-3EDE28BA7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31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555" grpId="0" uiExpand="1" build="p" animBg="1"/>
      <p:bldP spid="12" grpId="0" animBg="1"/>
      <p:bldP spid="15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E4993-0529-F681-9C65-B373EA26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S</a:t>
            </a:r>
            <a:r>
              <a:rPr lang="en-US" altLang="zh-CN" baseline="-25000" dirty="0">
                <a:solidFill>
                  <a:schemeClr val="bg1"/>
                </a:solidFill>
              </a:rPr>
              <a:t>4</a:t>
            </a:r>
            <a:r>
              <a:rPr lang="zh-CN" altLang="en-US" dirty="0">
                <a:solidFill>
                  <a:schemeClr val="bg1"/>
                </a:solidFill>
              </a:rPr>
              <a:t>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03982F-9F67-74A7-0280-816089DB0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0075" y="1827060"/>
            <a:ext cx="6933014" cy="4228283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478269C-0BF8-19FF-D5C4-5BB9A05C6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931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idx="4294967295"/>
          </p:nvPr>
        </p:nvSpPr>
        <p:spPr>
          <a:xfrm>
            <a:off x="1524000" y="260350"/>
            <a:ext cx="4762500" cy="648370"/>
          </a:xfrm>
        </p:spPr>
        <p:txBody>
          <a:bodyPr/>
          <a:lstStyle/>
          <a:p>
            <a:r>
              <a:rPr lang="en-US" altLang="zh-CN" cap="none" dirty="0">
                <a:solidFill>
                  <a:schemeClr val="bg1"/>
                </a:solidFill>
              </a:rPr>
              <a:t>D</a:t>
            </a:r>
            <a:r>
              <a:rPr lang="en-US" altLang="zh-CN" cap="none" baseline="-25000" dirty="0">
                <a:solidFill>
                  <a:schemeClr val="bg1"/>
                </a:solidFill>
              </a:rPr>
              <a:t>6h</a:t>
            </a:r>
            <a:r>
              <a:rPr lang="zh-CN" altLang="en-US" cap="none" dirty="0">
                <a:solidFill>
                  <a:schemeClr val="bg1"/>
                </a:solidFill>
              </a:rPr>
              <a:t>群</a:t>
            </a:r>
            <a:endParaRPr lang="zh-CN" altLang="en-US" cap="none" baseline="-250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21" y="1556793"/>
            <a:ext cx="6377987" cy="46827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152" y="1196752"/>
            <a:ext cx="3099634" cy="323719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A5B125E-C865-DDBA-B805-018800237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705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1B5516A-EE25-1264-13F9-4B1CE9D76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692" y="594393"/>
            <a:ext cx="8920684" cy="54288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7B13C09-B87F-682E-E2DF-473044643929}"/>
              </a:ext>
            </a:extLst>
          </p:cNvPr>
          <p:cNvSpPr txBox="1"/>
          <p:nvPr/>
        </p:nvSpPr>
        <p:spPr>
          <a:xfrm>
            <a:off x="8020050" y="5588957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分子点群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并非晶体学点群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40B7BAD-ECA1-C7CA-42C7-23247705F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682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BB43-BDD1-BCBD-7B22-18EF8583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FCE42494-0787-AD00-20B6-0C8C2B31A3BC}"/>
              </a:ext>
            </a:extLst>
          </p:cNvPr>
          <p:cNvSpPr txBox="1">
            <a:spLocks/>
          </p:cNvSpPr>
          <p:nvPr/>
        </p:nvSpPr>
        <p:spPr bwMode="auto">
          <a:xfrm>
            <a:off x="3158393" y="2199099"/>
            <a:ext cx="6358357" cy="137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T</a:t>
            </a:r>
            <a:r>
              <a:rPr lang="zh-CN" altLang="en-US" sz="2000" dirty="0">
                <a:solidFill>
                  <a:schemeClr val="bg1"/>
                </a:solidFill>
              </a:rPr>
              <a:t>群：正四面体中的</a:t>
            </a:r>
            <a:r>
              <a:rPr lang="en-US" altLang="zh-CN" sz="2000" dirty="0">
                <a:solidFill>
                  <a:schemeClr val="bg1"/>
                </a:solidFill>
              </a:rPr>
              <a:t>12</a:t>
            </a:r>
            <a:r>
              <a:rPr lang="zh-CN" altLang="en-US" sz="2000" dirty="0">
                <a:solidFill>
                  <a:schemeClr val="bg1"/>
                </a:solidFill>
              </a:rPr>
              <a:t>个纯转动操作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T</a:t>
            </a:r>
            <a:r>
              <a:rPr lang="en-US" altLang="zh-CN" sz="2000" baseline="-25000" dirty="0">
                <a:solidFill>
                  <a:schemeClr val="bg1"/>
                </a:solidFill>
              </a:rPr>
              <a:t>d</a:t>
            </a:r>
            <a:r>
              <a:rPr lang="zh-CN" altLang="en-US" sz="2000" dirty="0">
                <a:solidFill>
                  <a:schemeClr val="bg1"/>
                </a:solidFill>
              </a:rPr>
              <a:t>群：正四面体点群，含有</a:t>
            </a:r>
            <a:r>
              <a:rPr lang="en-US" altLang="zh-CN" sz="2000" dirty="0">
                <a:solidFill>
                  <a:schemeClr val="bg1"/>
                </a:solidFill>
              </a:rPr>
              <a:t>24</a:t>
            </a:r>
            <a:r>
              <a:rPr lang="zh-CN" altLang="en-US" sz="2000" dirty="0">
                <a:solidFill>
                  <a:schemeClr val="bg1"/>
                </a:solidFill>
              </a:rPr>
              <a:t>个对称操作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T</a:t>
            </a:r>
            <a:r>
              <a:rPr lang="en-US" altLang="zh-CN" sz="2000" baseline="-25000" dirty="0">
                <a:solidFill>
                  <a:schemeClr val="bg1"/>
                </a:solidFill>
              </a:rPr>
              <a:t>h</a:t>
            </a:r>
            <a:r>
              <a:rPr lang="zh-CN" altLang="en-US" sz="2000" dirty="0">
                <a:solidFill>
                  <a:schemeClr val="bg1"/>
                </a:solidFill>
              </a:rPr>
              <a:t>群：</a:t>
            </a:r>
            <a:r>
              <a:rPr lang="en-US" altLang="zh-CN" sz="2000" dirty="0">
                <a:solidFill>
                  <a:schemeClr val="bg1"/>
                </a:solidFill>
              </a:rPr>
              <a:t>T</a:t>
            </a:r>
            <a:r>
              <a:rPr lang="zh-CN" altLang="en-US" sz="2000" dirty="0">
                <a:solidFill>
                  <a:schemeClr val="bg1"/>
                </a:solidFill>
              </a:rPr>
              <a:t>群加上中心反演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3555" name="内容占位符 20">
            <a:extLst>
              <a:ext uri="{FF2B5EF4-FFF2-40B4-BE49-F238E27FC236}">
                <a16:creationId xmlns:a16="http://schemas.microsoft.com/office/drawing/2014/main" id="{388D1B25-4890-677E-7D7E-749456BD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172" y="1496126"/>
            <a:ext cx="7387655" cy="60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四面体群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T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 (T for tetrahedral)</a:t>
            </a:r>
            <a:endParaRPr lang="zh-CN" alt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579CDBC-CD14-B572-7643-1EE018AF1353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三维空间中的</a:t>
            </a:r>
            <a:r>
              <a:rPr lang="en-US" altLang="zh-CN" sz="4400" dirty="0">
                <a:solidFill>
                  <a:schemeClr val="bg1"/>
                </a:solidFill>
                <a:effectLst/>
              </a:rPr>
              <a:t>32</a:t>
            </a:r>
            <a:r>
              <a:rPr lang="zh-CN" altLang="en-US" sz="4400" dirty="0">
                <a:solidFill>
                  <a:schemeClr val="bg1"/>
                </a:solidFill>
                <a:effectLst/>
              </a:rPr>
              <a:t>个晶体学点群</a:t>
            </a:r>
          </a:p>
        </p:txBody>
      </p:sp>
      <p:sp>
        <p:nvSpPr>
          <p:cNvPr id="3" name="内容占位符 20">
            <a:extLst>
              <a:ext uri="{FF2B5EF4-FFF2-40B4-BE49-F238E27FC236}">
                <a16:creationId xmlns:a16="http://schemas.microsoft.com/office/drawing/2014/main" id="{AA6F488B-2E28-BBEA-9CDE-5B7262D4CF9B}"/>
              </a:ext>
            </a:extLst>
          </p:cNvPr>
          <p:cNvSpPr txBox="1">
            <a:spLocks/>
          </p:cNvSpPr>
          <p:nvPr/>
        </p:nvSpPr>
        <p:spPr>
          <a:xfrm>
            <a:off x="2396847" y="3769426"/>
            <a:ext cx="7387655" cy="6038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八面体群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O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种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 (O for </a:t>
            </a:r>
            <a:r>
              <a:rPr lang="en-US" altLang="zh-CN" sz="2800" dirty="0" err="1">
                <a:solidFill>
                  <a:schemeClr val="bg1"/>
                </a:solidFill>
                <a:effectLst/>
              </a:rPr>
              <a:t>octrahedral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)</a:t>
            </a:r>
            <a:endParaRPr lang="zh-CN" alt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A45F107C-DED0-C2E0-FFAA-980667D17A67}"/>
              </a:ext>
            </a:extLst>
          </p:cNvPr>
          <p:cNvSpPr txBox="1">
            <a:spLocks/>
          </p:cNvSpPr>
          <p:nvPr/>
        </p:nvSpPr>
        <p:spPr bwMode="auto">
          <a:xfrm>
            <a:off x="3158393" y="4472399"/>
            <a:ext cx="6358357" cy="137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7B9B57"/>
              </a:buClr>
              <a:buSzPct val="60000"/>
              <a:buFont typeface="Wingdings 2" pitchFamily="18" charset="2"/>
              <a:buChar char="®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B7396"/>
              </a:buClr>
              <a:buSzPct val="45000"/>
              <a:buFont typeface="Wingdings 2" pitchFamily="18" charset="2"/>
              <a:buChar char="¯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O</a:t>
            </a:r>
            <a:r>
              <a:rPr lang="zh-CN" altLang="en-US" sz="2000" dirty="0">
                <a:solidFill>
                  <a:schemeClr val="bg1"/>
                </a:solidFill>
              </a:rPr>
              <a:t>群：八面体中的</a:t>
            </a:r>
            <a:r>
              <a:rPr lang="en-US" altLang="zh-CN" sz="2000" dirty="0">
                <a:solidFill>
                  <a:schemeClr val="bg1"/>
                </a:solidFill>
              </a:rPr>
              <a:t>24</a:t>
            </a:r>
            <a:r>
              <a:rPr lang="zh-CN" altLang="en-US" sz="2000" dirty="0">
                <a:solidFill>
                  <a:schemeClr val="bg1"/>
                </a:solidFill>
              </a:rPr>
              <a:t>个纯转动操作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spcBef>
                <a:spcPts val="1000"/>
              </a:spcBef>
            </a:pPr>
            <a:r>
              <a:rPr lang="en-US" altLang="zh-CN" sz="2000" dirty="0">
                <a:solidFill>
                  <a:schemeClr val="bg1"/>
                </a:solidFill>
              </a:rPr>
              <a:t>O</a:t>
            </a:r>
            <a:r>
              <a:rPr lang="en-US" altLang="zh-CN" sz="2000" baseline="-25000" dirty="0">
                <a:solidFill>
                  <a:schemeClr val="bg1"/>
                </a:solidFill>
              </a:rPr>
              <a:t>h</a:t>
            </a:r>
            <a:r>
              <a:rPr lang="zh-CN" altLang="en-US" sz="2000" dirty="0">
                <a:solidFill>
                  <a:schemeClr val="bg1"/>
                </a:solidFill>
              </a:rPr>
              <a:t>群：立方体点群，含有</a:t>
            </a:r>
            <a:r>
              <a:rPr lang="en-US" altLang="zh-CN" sz="2000" dirty="0">
                <a:solidFill>
                  <a:schemeClr val="bg1"/>
                </a:solidFill>
              </a:rPr>
              <a:t>48</a:t>
            </a:r>
            <a:r>
              <a:rPr lang="zh-CN" altLang="en-US" sz="2000" dirty="0">
                <a:solidFill>
                  <a:schemeClr val="bg1"/>
                </a:solidFill>
              </a:rPr>
              <a:t>个对称操作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pic>
        <p:nvPicPr>
          <p:cNvPr id="8" name="图片 9" descr="595px-Dual_Cube-Octahedron.svg.png">
            <a:extLst>
              <a:ext uri="{FF2B5EF4-FFF2-40B4-BE49-F238E27FC236}">
                <a16:creationId xmlns:a16="http://schemas.microsoft.com/office/drawing/2014/main" id="{CB46EDFB-6D1B-B6E7-4290-0410FDE8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66973" y="4245373"/>
            <a:ext cx="2483768" cy="250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正四面体图册_360百科">
            <a:extLst>
              <a:ext uri="{FF2B5EF4-FFF2-40B4-BE49-F238E27FC236}">
                <a16:creationId xmlns:a16="http://schemas.microsoft.com/office/drawing/2014/main" id="{EC09C218-7742-51BD-F36D-0C73DB9B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57" r="1246" b="2926"/>
          <a:stretch>
            <a:fillRect/>
          </a:stretch>
        </p:blipFill>
        <p:spPr>
          <a:xfrm>
            <a:off x="9944100" y="1397000"/>
            <a:ext cx="2000250" cy="2213058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B2E583-D35F-29CB-72AF-F541A231B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00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555" grpId="0" uiExpand="1" build="p" animBg="1"/>
      <p:bldP spid="3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48D541-B724-4B46-BA05-9F7CAA057B97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证明：在晶体中，因为平移对称性的存在，旋转对称轴只可能为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1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6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重旋转对称轴；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为何准晶可以存在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5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重旋转对称轴？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写出正四面体群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T</a:t>
            </a:r>
            <a:r>
              <a:rPr lang="en-US" altLang="zh-CN" sz="2800" baseline="-25000" dirty="0">
                <a:solidFill>
                  <a:schemeClr val="bg1"/>
                </a:solidFill>
                <a:effectLst/>
              </a:rPr>
              <a:t>d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的所有对称操作（熊夫利记号和国际记号均可）</a:t>
            </a:r>
            <a:endParaRPr lang="zh-CN" altLang="en-US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57A1492-7D06-9A48-793B-CA6D5617326D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课后作业（需上交）</a:t>
            </a:r>
            <a:r>
              <a:rPr lang="zh-CN" altLang="en-US" sz="4400" dirty="0">
                <a:solidFill>
                  <a:srgbClr val="FF0000"/>
                </a:solidFill>
                <a:effectLst/>
              </a:rPr>
              <a:t>本周日截止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696C018-81C1-8E3E-BF64-10659A4BC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180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708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>
                <a:solidFill>
                  <a:schemeClr val="bg1"/>
                </a:solidFill>
                <a:effectLst/>
              </a:rPr>
              <a:t>第一章 晶体结构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AE2FF-96E1-56DE-7288-65B63ACD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6748" y="1289889"/>
            <a:ext cx="3905801" cy="4278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effectLst/>
              </a:rPr>
              <a:t>7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大晶系与</a:t>
            </a:r>
            <a:r>
              <a:rPr lang="en-US" altLang="zh-CN" dirty="0">
                <a:solidFill>
                  <a:schemeClr val="bg1"/>
                </a:solidFill>
                <a:effectLst/>
              </a:rPr>
              <a:t>14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种布拉维格子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B252C2F-1EFB-6F6C-4A9F-2D5A516DA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682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4B430B0-FFC6-6611-E391-392E0021F0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2377" y="626407"/>
            <a:ext cx="9144000" cy="5605185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1CD6058-CA6A-19AC-ED00-B064D830B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792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9E98F34-33C0-2475-89E9-743128E49D9B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七大晶系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E44D1F-6517-4DA0-DBAD-9354E4CD0750}"/>
              </a:ext>
            </a:extLst>
          </p:cNvPr>
          <p:cNvSpPr txBox="1"/>
          <p:nvPr/>
        </p:nvSpPr>
        <p:spPr>
          <a:xfrm>
            <a:off x="1059245" y="1644650"/>
            <a:ext cx="7468839" cy="510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</a:rPr>
              <a:t>本课程所说的七大晶系，采用crystal system的严格定义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5292A1-E9AD-5444-54A6-70DE5BE16D78}"/>
              </a:ext>
            </a:extLst>
          </p:cNvPr>
          <p:cNvSpPr txBox="1"/>
          <p:nvPr/>
        </p:nvSpPr>
        <p:spPr>
          <a:xfrm>
            <a:off x="1059245" y="3112393"/>
            <a:ext cx="2479100" cy="2377142"/>
          </a:xfrm>
          <a:prstGeom prst="roundRect">
            <a:avLst>
              <a:gd name="adj" fmla="val 9770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三斜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Tric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linic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单斜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M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onoclinic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正交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O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rthorhombic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四方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Tet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ragonal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三方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Trig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onal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六方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H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exagonal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立方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ubic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9792A9-FA38-5DD1-DC8D-217DF476D4AA}"/>
              </a:ext>
            </a:extLst>
          </p:cNvPr>
          <p:cNvSpPr txBox="1"/>
          <p:nvPr/>
        </p:nvSpPr>
        <p:spPr>
          <a:xfrm>
            <a:off x="1059245" y="240307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按晶格对称性分类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5F7760-52E3-B75E-3C5D-F06396F17A38}"/>
              </a:ext>
            </a:extLst>
          </p:cNvPr>
          <p:cNvSpPr txBox="1"/>
          <p:nvPr/>
        </p:nvSpPr>
        <p:spPr>
          <a:xfrm>
            <a:off x="4514850" y="3112393"/>
            <a:ext cx="4412774" cy="2377142"/>
          </a:xfrm>
          <a:prstGeom prst="roundRect">
            <a:avLst>
              <a:gd name="adj" fmla="val 89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无对称性、或仅有反演对称性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仅有一个二重旋转或镜面对称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三个彼此正交的二重旋转或镜面对称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仅有一个四重旋转或瑕旋转对称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仅有一个三重旋转或瑕旋转对称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仅有一个六重旋转或瑕旋转对称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四个三重旋转对称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421498E-3AC3-FD3D-56B9-138AB7C200A3}"/>
              </a:ext>
            </a:extLst>
          </p:cNvPr>
          <p:cNvCxnSpPr/>
          <p:nvPr/>
        </p:nvCxnSpPr>
        <p:spPr>
          <a:xfrm>
            <a:off x="3098800" y="3390900"/>
            <a:ext cx="1377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DF30883-08DD-AE1C-0417-FFACCAD58B72}"/>
              </a:ext>
            </a:extLst>
          </p:cNvPr>
          <p:cNvCxnSpPr>
            <a:cxnSpLocks/>
          </p:cNvCxnSpPr>
          <p:nvPr/>
        </p:nvCxnSpPr>
        <p:spPr>
          <a:xfrm>
            <a:off x="3178175" y="3689350"/>
            <a:ext cx="1298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02D1D31-EA77-09EE-5E7E-38E6D528863A}"/>
              </a:ext>
            </a:extLst>
          </p:cNvPr>
          <p:cNvCxnSpPr>
            <a:cxnSpLocks/>
          </p:cNvCxnSpPr>
          <p:nvPr/>
        </p:nvCxnSpPr>
        <p:spPr>
          <a:xfrm>
            <a:off x="3424237" y="3994150"/>
            <a:ext cx="1052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73309D2-D17B-A07F-6030-710A7429385C}"/>
              </a:ext>
            </a:extLst>
          </p:cNvPr>
          <p:cNvCxnSpPr>
            <a:cxnSpLocks/>
          </p:cNvCxnSpPr>
          <p:nvPr/>
        </p:nvCxnSpPr>
        <p:spPr>
          <a:xfrm>
            <a:off x="3151187" y="4305300"/>
            <a:ext cx="1325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309173C-7882-118F-BA46-9078D21F72C6}"/>
              </a:ext>
            </a:extLst>
          </p:cNvPr>
          <p:cNvCxnSpPr>
            <a:cxnSpLocks/>
          </p:cNvCxnSpPr>
          <p:nvPr/>
        </p:nvCxnSpPr>
        <p:spPr>
          <a:xfrm>
            <a:off x="2875563" y="4622800"/>
            <a:ext cx="1601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28AA9B8-B3A5-F3C9-EA2D-11C15C988F74}"/>
              </a:ext>
            </a:extLst>
          </p:cNvPr>
          <p:cNvCxnSpPr>
            <a:cxnSpLocks/>
          </p:cNvCxnSpPr>
          <p:nvPr/>
        </p:nvCxnSpPr>
        <p:spPr>
          <a:xfrm>
            <a:off x="3013374" y="4933950"/>
            <a:ext cx="146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4CABEBB-C68C-9189-1D33-055D6D060BDD}"/>
              </a:ext>
            </a:extLst>
          </p:cNvPr>
          <p:cNvCxnSpPr>
            <a:cxnSpLocks/>
          </p:cNvCxnSpPr>
          <p:nvPr/>
        </p:nvCxnSpPr>
        <p:spPr>
          <a:xfrm>
            <a:off x="2570461" y="5245100"/>
            <a:ext cx="190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AB80F47-BBE6-0288-0A8B-BCE89E24F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10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D547-A39D-3419-5D89-8D559DA69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188B2D2-7ADF-4D03-BC18-0E69159991A3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另一种“七大晶系”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FF263D-293E-9727-3A4C-5A916A22452E}"/>
              </a:ext>
            </a:extLst>
          </p:cNvPr>
          <p:cNvSpPr txBox="1"/>
          <p:nvPr/>
        </p:nvSpPr>
        <p:spPr>
          <a:xfrm>
            <a:off x="1059245" y="3112393"/>
            <a:ext cx="2479100" cy="2377142"/>
          </a:xfrm>
          <a:prstGeom prst="roundRect">
            <a:avLst>
              <a:gd name="adj" fmla="val 9770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三斜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Tric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linic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单斜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M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onoclinic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正交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O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rthorhombic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四方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Tet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ragonal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菱方</a:t>
            </a: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hombohedral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六方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H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exagonal</a:t>
            </a:r>
          </a:p>
          <a:p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立方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ubic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5CD1BA-E8E8-47B3-6C20-801D6437B602}"/>
              </a:ext>
            </a:extLst>
          </p:cNvPr>
          <p:cNvSpPr txBox="1"/>
          <p:nvPr/>
        </p:nvSpPr>
        <p:spPr>
          <a:xfrm>
            <a:off x="1033822" y="2126357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如果只看格点本身</a:t>
            </a:r>
            <a:r>
              <a:rPr lang="en-US" altLang="zh-CN" sz="2400" dirty="0">
                <a:solidFill>
                  <a:schemeClr val="bg1"/>
                </a:solidFill>
              </a:rPr>
              <a:t>……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90D235-FBB2-E207-6C27-C5E89B00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071" y="2930955"/>
            <a:ext cx="2222604" cy="255858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452028-FEC0-4E6B-C86F-9D267E34A1E5}"/>
              </a:ext>
            </a:extLst>
          </p:cNvPr>
          <p:cNvSpPr txBox="1"/>
          <p:nvPr/>
        </p:nvSpPr>
        <p:spPr>
          <a:xfrm>
            <a:off x="6558858" y="2533650"/>
            <a:ext cx="3519067" cy="7150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Trigonal 是 symmetry class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Rhombohedral 是 lattice geometry</a:t>
            </a:r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D8123-014E-B3D8-6E38-16929A81BE1C}"/>
                  </a:ext>
                </a:extLst>
              </p:cNvPr>
              <p:cNvSpPr txBox="1"/>
              <p:nvPr/>
            </p:nvSpPr>
            <p:spPr>
              <a:xfrm>
                <a:off x="6558858" y="3494640"/>
                <a:ext cx="1895751" cy="71572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Trigonal</a:t>
                </a:r>
                <a:r>
                  <a:rPr lang="en-US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crystal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e>
                    </m:acc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𝐷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𝐷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  <m:r>
                          <a:rPr lang="en-US" altLang="zh-CN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​</a:t>
                </a:r>
                <a:endParaRPr lang="zh-CN" altLang="en-US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D8123-014E-B3D8-6E38-16929A81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58" y="3494640"/>
                <a:ext cx="1895751" cy="715728"/>
              </a:xfrm>
              <a:prstGeom prst="roundRect">
                <a:avLst/>
              </a:prstGeom>
              <a:blipFill>
                <a:blip r:embed="rId3"/>
                <a:stretch>
                  <a:fillRect r="-319" b="-7500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F5A3C6-A1C5-390E-806A-D81AA9986254}"/>
                  </a:ext>
                </a:extLst>
              </p:cNvPr>
              <p:cNvSpPr txBox="1"/>
              <p:nvPr/>
            </p:nvSpPr>
            <p:spPr>
              <a:xfrm>
                <a:off x="8728863" y="3495279"/>
                <a:ext cx="3104683" cy="71508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Rhombohedral</a:t>
                </a:r>
                <a:r>
                  <a:rPr lang="en-US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lattice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𝑐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l-GR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𝛼</m:t>
                    </m:r>
                    <m:r>
                      <a:rPr lang="el-GR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l-GR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𝛽</m:t>
                    </m:r>
                    <m:r>
                      <a:rPr lang="el-GR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l-GR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𝛾</m:t>
                    </m:r>
                    <m:r>
                      <a:rPr lang="en-US" altLang="zh-CN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≠90°</m:t>
                    </m:r>
                  </m:oMath>
                </a14:m>
                <a:r>
                  <a:rPr lang="en-US" altLang="zh-CN" dirty="0">
                    <a:solidFill>
                      <a:schemeClr val="bg1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​</a:t>
                </a:r>
                <a:endParaRPr lang="zh-CN" altLang="en-US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8F5A3C6-A1C5-390E-806A-D81AA9986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863" y="3495279"/>
                <a:ext cx="3104683" cy="715089"/>
              </a:xfrm>
              <a:prstGeom prst="roundRect">
                <a:avLst/>
              </a:prstGeom>
              <a:blipFill>
                <a:blip r:embed="rId4"/>
                <a:stretch>
                  <a:fillRect b="-6667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B6889F2-4A79-6156-AE1D-B8EC50934CD0}"/>
              </a:ext>
            </a:extLst>
          </p:cNvPr>
          <p:cNvSpPr txBox="1"/>
          <p:nvPr/>
        </p:nvSpPr>
        <p:spPr>
          <a:xfrm>
            <a:off x="6344683" y="4635455"/>
            <a:ext cx="565396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Trigonal crystal</a:t>
            </a:r>
            <a:r>
              <a:rPr lang="zh-CN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可以与两种格子结合</a:t>
            </a:r>
            <a:endParaRPr lang="en-US" altLang="zh-CN" sz="18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Trigonal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crystal + </a:t>
            </a:r>
            <a:r>
              <a:rPr lang="zh-CN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Rhombohedral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lattice: </a:t>
            </a:r>
            <a:r>
              <a:rPr lang="el-GR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α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石英 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</a:t>
            </a:r>
            <a:r>
              <a:rPr lang="el-GR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α-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quartz)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Trigonal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crystal + Hexagonal lattice: 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刚玉 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(Al</a:t>
            </a:r>
            <a:r>
              <a:rPr lang="en-US" altLang="zh-CN" baseline="-25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O</a:t>
            </a:r>
            <a:r>
              <a:rPr lang="en-US" altLang="zh-CN" baseline="-250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3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Hexagonal crystal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只可以与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hexagonal lattice</a:t>
            </a:r>
            <a:r>
              <a:rPr lang="zh-CN" altLang="en-US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结合</a:t>
            </a:r>
            <a:endParaRPr lang="en-US" altLang="zh-CN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58B98D0-3A1C-9B7F-0DB2-67B7E7F0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11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4" grpId="0" animBg="1"/>
      <p:bldP spid="20" grpId="0" animBg="1"/>
      <p:bldP spid="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016264-4BD5-E820-FCEB-94193D7E9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973"/>
            <a:ext cx="12192000" cy="6183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724F5A-0C2A-F7BF-BDDC-927C721A3BB6}"/>
              </a:ext>
            </a:extLst>
          </p:cNvPr>
          <p:cNvSpPr txBox="1"/>
          <p:nvPr/>
        </p:nvSpPr>
        <p:spPr>
          <a:xfrm>
            <a:off x="8648700" y="16459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点群最高对称性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EE461F-94A0-A5BD-E4EB-1C6A8D153ED3}"/>
              </a:ext>
            </a:extLst>
          </p:cNvPr>
          <p:cNvSpPr txBox="1"/>
          <p:nvPr/>
        </p:nvSpPr>
        <p:spPr>
          <a:xfrm>
            <a:off x="431800" y="1987550"/>
            <a:ext cx="11684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(Triclinic)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96F0A6-7F3C-0BC7-907C-DEA57CA613BF}"/>
              </a:ext>
            </a:extLst>
          </p:cNvPr>
          <p:cNvSpPr txBox="1"/>
          <p:nvPr/>
        </p:nvSpPr>
        <p:spPr>
          <a:xfrm>
            <a:off x="2235200" y="1987550"/>
            <a:ext cx="11684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(Triclinic)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A64D4-48FE-203E-D692-038123ECC263}"/>
              </a:ext>
            </a:extLst>
          </p:cNvPr>
          <p:cNvSpPr txBox="1"/>
          <p:nvPr/>
        </p:nvSpPr>
        <p:spPr>
          <a:xfrm>
            <a:off x="4038600" y="1987550"/>
            <a:ext cx="11684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(Triclinic)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69907D0-E6FE-64C2-4A11-3E547D4E3D6A}"/>
              </a:ext>
            </a:extLst>
          </p:cNvPr>
          <p:cNvCxnSpPr/>
          <p:nvPr/>
        </p:nvCxnSpPr>
        <p:spPr>
          <a:xfrm>
            <a:off x="3314700" y="4457700"/>
            <a:ext cx="577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035CB9B-BBB5-FD0D-921D-6A80F5A8B636}"/>
              </a:ext>
            </a:extLst>
          </p:cNvPr>
          <p:cNvCxnSpPr>
            <a:cxnSpLocks/>
          </p:cNvCxnSpPr>
          <p:nvPr/>
        </p:nvCxnSpPr>
        <p:spPr>
          <a:xfrm>
            <a:off x="3314700" y="4457700"/>
            <a:ext cx="774700" cy="730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3E530EF-8470-84AA-D1C5-F9EB61BEB3FE}"/>
              </a:ext>
            </a:extLst>
          </p:cNvPr>
          <p:cNvCxnSpPr>
            <a:cxnSpLocks/>
          </p:cNvCxnSpPr>
          <p:nvPr/>
        </p:nvCxnSpPr>
        <p:spPr>
          <a:xfrm>
            <a:off x="3403600" y="5187950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933EC483-2A44-F739-62A6-5626F7C85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009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02E6CA-DB50-2670-8993-5A65BA71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977"/>
            <a:ext cx="12192000" cy="51348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F4172EB-2B70-3621-53B0-9E5835F24136}"/>
              </a:ext>
            </a:extLst>
          </p:cNvPr>
          <p:cNvSpPr txBox="1"/>
          <p:nvPr/>
        </p:nvSpPr>
        <p:spPr>
          <a:xfrm>
            <a:off x="327660" y="6488668"/>
            <a:ext cx="8351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https://opengeology.org/Mineralogy/10-crystal-morphology-and-symmetry/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0004BB-3160-BA19-30A0-1B210C34B08C}"/>
              </a:ext>
            </a:extLst>
          </p:cNvPr>
          <p:cNvSpPr txBox="1"/>
          <p:nvPr/>
        </p:nvSpPr>
        <p:spPr>
          <a:xfrm>
            <a:off x="3150870" y="711757"/>
            <a:ext cx="5890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由对称元素判断格子系和可能的点群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E8E7DD-EFD5-4403-35E0-78FC80C27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465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工程绘图&#10;&#10;描述已自动生成">
            <a:extLst>
              <a:ext uri="{FF2B5EF4-FFF2-40B4-BE49-F238E27FC236}">
                <a16:creationId xmlns:a16="http://schemas.microsoft.com/office/drawing/2014/main" id="{E4B1DA82-4A82-7793-2213-ED7C6DC8C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749" y="1650602"/>
            <a:ext cx="9850611" cy="48888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C19672F-9E67-404E-1981-0D37D299A361}"/>
              </a:ext>
            </a:extLst>
          </p:cNvPr>
          <p:cNvSpPr txBox="1"/>
          <p:nvPr/>
        </p:nvSpPr>
        <p:spPr>
          <a:xfrm>
            <a:off x="970472" y="34897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底心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EDE116-9642-3C21-D456-308D0B0E57DE}"/>
              </a:ext>
            </a:extLst>
          </p:cNvPr>
          <p:cNvSpPr txBox="1"/>
          <p:nvPr/>
        </p:nvSpPr>
        <p:spPr>
          <a:xfrm>
            <a:off x="970471" y="45715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体心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5AA787-6A0C-4440-8DB9-714001B014FE}"/>
              </a:ext>
            </a:extLst>
          </p:cNvPr>
          <p:cNvSpPr txBox="1"/>
          <p:nvPr/>
        </p:nvSpPr>
        <p:spPr>
          <a:xfrm>
            <a:off x="970470" y="57391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面心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19AB54C-0689-9422-BF1F-1568892FAFCC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0353761" cy="78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400" dirty="0">
                <a:solidFill>
                  <a:schemeClr val="bg1"/>
                </a:solidFill>
                <a:effectLst/>
              </a:rPr>
              <a:t>14</a:t>
            </a:r>
            <a:r>
              <a:rPr lang="zh-CN" altLang="en-US" sz="4400" dirty="0">
                <a:solidFill>
                  <a:schemeClr val="bg1"/>
                </a:solidFill>
                <a:effectLst/>
              </a:rPr>
              <a:t>种布拉维格子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42AF6D-11DE-DAE4-6435-F1EFC0581ED8}"/>
              </a:ext>
            </a:extLst>
          </p:cNvPr>
          <p:cNvSpPr txBox="1"/>
          <p:nvPr/>
        </p:nvSpPr>
        <p:spPr>
          <a:xfrm>
            <a:off x="970473" y="24079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简单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E25EB05-B99F-E575-86D2-6709D345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09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441637-8CCF-952D-6168-91395D99E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3" y="2043274"/>
            <a:ext cx="7907135" cy="44878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688AB5C-69C7-B762-6DB8-D571CC07F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83" y="468908"/>
            <a:ext cx="2432500" cy="23911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7711A2-7661-44A8-A721-99CB2974C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963" y="3093835"/>
            <a:ext cx="2549141" cy="343727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6936702E-92DF-F194-36D1-773D1F382C05}"/>
              </a:ext>
            </a:extLst>
          </p:cNvPr>
          <p:cNvSpPr txBox="1">
            <a:spLocks/>
          </p:cNvSpPr>
          <p:nvPr/>
        </p:nvSpPr>
        <p:spPr>
          <a:xfrm>
            <a:off x="913795" y="609601"/>
            <a:ext cx="11068655" cy="825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bg1"/>
                </a:solidFill>
                <a:effectLst/>
              </a:rPr>
              <a:t>晶体学空间群</a:t>
            </a:r>
            <a:r>
              <a:rPr lang="en-US" altLang="zh-CN" sz="4400" dirty="0">
                <a:solidFill>
                  <a:schemeClr val="bg1"/>
                </a:solidFill>
                <a:effectLst/>
              </a:rPr>
              <a:t> (space group)</a:t>
            </a:r>
            <a:endParaRPr lang="zh-CN" altLang="en-US" sz="440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A24AF8B-4918-09B9-12E6-4841A493F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539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FB4331E-56DE-9900-FBF1-A91004D3DB5A}"/>
              </a:ext>
            </a:extLst>
          </p:cNvPr>
          <p:cNvGrpSpPr/>
          <p:nvPr/>
        </p:nvGrpSpPr>
        <p:grpSpPr>
          <a:xfrm>
            <a:off x="1198887" y="420866"/>
            <a:ext cx="9794225" cy="6067802"/>
            <a:chOff x="-9525" y="116632"/>
            <a:chExt cx="9163050" cy="64807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C93B670-50BD-6027-F825-6EC861C12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9525" y="116632"/>
              <a:ext cx="9163050" cy="648072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88F9527-1BC6-4A47-63F7-48CBD254B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0112" y="6426283"/>
              <a:ext cx="2052836" cy="171069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44E4604-9380-C5B6-81C0-6214A61EE16C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https://en.wikipedia.org/wiki/Space_group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FA5481-FD11-944B-456E-13FC7024D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719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D88AD2E-4CD3-D437-CC00-0A83B2253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298" y="389619"/>
            <a:ext cx="8591404" cy="60787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86F487-71EA-BF95-49B8-96FD3A5F3C30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https://en.wikipedia.org/wiki/Space_group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8634FA-3015-F120-74F4-36D0F1E82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019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金刚石结构</a:t>
            </a:r>
          </a:p>
        </p:txBody>
      </p:sp>
      <p:pic>
        <p:nvPicPr>
          <p:cNvPr id="45059" name="图片 4" descr="diamond-conventional-unit-cell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1250" y="1928813"/>
            <a:ext cx="34290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图片 5" descr="diamond2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75" y="1857376"/>
            <a:ext cx="39497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内容占位符 2"/>
          <p:cNvSpPr txBox="1">
            <a:spLocks/>
          </p:cNvSpPr>
          <p:nvPr/>
        </p:nvSpPr>
        <p:spPr bwMode="auto">
          <a:xfrm>
            <a:off x="2338388" y="5357813"/>
            <a:ext cx="74723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en-US" altLang="zh-CN" sz="3200">
                <a:solidFill>
                  <a:schemeClr val="bg1"/>
                </a:solidFill>
              </a:rPr>
              <a:t>C, Si, Ge, </a:t>
            </a:r>
            <a:r>
              <a:rPr lang="zh-CN" altLang="en-US" sz="3200">
                <a:solidFill>
                  <a:schemeClr val="bg1"/>
                </a:solidFill>
              </a:rPr>
              <a:t>灰</a:t>
            </a:r>
            <a:r>
              <a:rPr lang="en-US" altLang="zh-CN" sz="3200">
                <a:solidFill>
                  <a:schemeClr val="bg1"/>
                </a:solidFill>
              </a:rPr>
              <a:t>Sn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2567608" y="1412777"/>
                <a:ext cx="3096344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Fd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m (227)</a:t>
                </a:r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1412777"/>
                <a:ext cx="3096344" cy="500062"/>
              </a:xfrm>
              <a:prstGeom prst="rect">
                <a:avLst/>
              </a:prstGeom>
              <a:blipFill>
                <a:blip r:embed="rId4"/>
                <a:stretch>
                  <a:fillRect t="-12195" b="-20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FED61E-D637-FE40-1478-4878ED89C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5640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0325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闪锌矿结构</a:t>
            </a:r>
          </a:p>
        </p:txBody>
      </p:sp>
      <p:pic>
        <p:nvPicPr>
          <p:cNvPr id="46083" name="图片 2" descr="Diamond and zincblende structur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6600" y="1804764"/>
            <a:ext cx="818673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内容占位符 2"/>
          <p:cNvSpPr txBox="1">
            <a:spLocks/>
          </p:cNvSpPr>
          <p:nvPr/>
        </p:nvSpPr>
        <p:spPr bwMode="auto">
          <a:xfrm>
            <a:off x="2279576" y="5805264"/>
            <a:ext cx="74723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zh-CN" altLang="en-US" sz="2400" dirty="0">
                <a:solidFill>
                  <a:schemeClr val="bg1"/>
                </a:solidFill>
              </a:rPr>
              <a:t>闪锌矿和金刚石结构具有相似性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 bwMode="auto">
              <a:xfrm>
                <a:off x="2423592" y="1361170"/>
                <a:ext cx="3096344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Fd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m (227)</a:t>
                </a:r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2" y="1361170"/>
                <a:ext cx="3096344" cy="500062"/>
              </a:xfrm>
              <a:prstGeom prst="rect">
                <a:avLst/>
              </a:prstGeom>
              <a:blipFill>
                <a:blip r:embed="rId3"/>
                <a:stretch>
                  <a:fillRect t="-12195" b="-20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6816080" y="1361170"/>
                <a:ext cx="3096344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F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3m (216)</a:t>
                </a:r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080" y="1361170"/>
                <a:ext cx="3096344" cy="500062"/>
              </a:xfrm>
              <a:prstGeom prst="rect">
                <a:avLst/>
              </a:prstGeom>
              <a:blipFill>
                <a:blip r:embed="rId4"/>
                <a:stretch>
                  <a:fillRect t="-12195" r="-197" b="-20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5F3D62-9F79-14F5-A459-9F3DBFA21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23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1595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闪锌矿结构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2201" y="1814514"/>
            <a:ext cx="3495675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8439" y="1824039"/>
            <a:ext cx="320992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内容占位符 2"/>
          <p:cNvSpPr txBox="1">
            <a:spLocks/>
          </p:cNvSpPr>
          <p:nvPr/>
        </p:nvSpPr>
        <p:spPr bwMode="auto">
          <a:xfrm>
            <a:off x="2338388" y="5357814"/>
            <a:ext cx="7472362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zh-CN" altLang="en-US" sz="2400" dirty="0">
                <a:solidFill>
                  <a:schemeClr val="bg1"/>
                </a:solidFill>
              </a:rPr>
              <a:t>两套相互嵌套的面心立方格子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en-US" altLang="zh-CN" sz="2400" dirty="0" err="1">
                <a:solidFill>
                  <a:schemeClr val="bg1"/>
                </a:solidFill>
              </a:rPr>
              <a:t>ZnS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GaAs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GaP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05C9B44-CEAB-EBB7-91D2-F2596799E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375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 descr="âwurtzite structure space group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23592" y="2204864"/>
            <a:ext cx="3480762" cy="34275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483124" y="1417638"/>
            <a:ext cx="3096344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zh-CN" altLang="en-US" sz="2400" dirty="0">
                <a:solidFill>
                  <a:schemeClr val="bg1"/>
                </a:solidFill>
              </a:rPr>
              <a:t>空间群</a:t>
            </a:r>
            <a:r>
              <a:rPr lang="en-US" altLang="zh-CN" sz="2400" dirty="0">
                <a:solidFill>
                  <a:schemeClr val="bg1"/>
                </a:solidFill>
              </a:rPr>
              <a:t>P6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en-US" altLang="zh-CN" sz="2400" dirty="0">
                <a:solidFill>
                  <a:schemeClr val="bg1"/>
                </a:solidFill>
              </a:rPr>
              <a:t>mc (186)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纤锌矿结构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2164994"/>
            <a:ext cx="3557778" cy="3467435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754778-F4C0-975C-BD65-43E6B869E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6319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 idx="4294967295"/>
          </p:nvPr>
        </p:nvSpPr>
        <p:spPr>
          <a:xfrm>
            <a:off x="4890120" y="276808"/>
            <a:ext cx="2411760" cy="122337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岩盐结构</a:t>
            </a:r>
          </a:p>
        </p:txBody>
      </p:sp>
      <p:pic>
        <p:nvPicPr>
          <p:cNvPr id="41987" name="图片 3" descr="NaCl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7" t="3671" r="3497" b="3671"/>
          <a:stretch>
            <a:fillRect/>
          </a:stretch>
        </p:blipFill>
        <p:spPr bwMode="auto">
          <a:xfrm>
            <a:off x="2881314" y="1263650"/>
            <a:ext cx="2357437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内容占位符 2"/>
          <p:cNvSpPr txBox="1">
            <a:spLocks/>
          </p:cNvSpPr>
          <p:nvPr/>
        </p:nvSpPr>
        <p:spPr bwMode="auto">
          <a:xfrm>
            <a:off x="5810250" y="1571625"/>
            <a:ext cx="38290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en-US" altLang="zh-CN" sz="2800" dirty="0">
                <a:solidFill>
                  <a:schemeClr val="bg1"/>
                </a:solidFill>
              </a:rPr>
              <a:t>Fm-3m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41989" name="图片 6" descr="700px-NaCl_polyhedr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3342481"/>
            <a:ext cx="3535363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图片 7" descr="200px-NaCl-estructura_cristalina.svg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8438" y="3571875"/>
            <a:ext cx="2571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8AC3EA-CE81-08BF-977F-93AB0C391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93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5564" y="1928813"/>
            <a:ext cx="34194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1238" y="1928814"/>
            <a:ext cx="35052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内容占位符 2"/>
          <p:cNvSpPr txBox="1">
            <a:spLocks/>
          </p:cNvSpPr>
          <p:nvPr/>
        </p:nvSpPr>
        <p:spPr bwMode="auto">
          <a:xfrm>
            <a:off x="2505547" y="5157193"/>
            <a:ext cx="7900987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zh-CN" altLang="en-US" sz="2400" dirty="0">
                <a:solidFill>
                  <a:schemeClr val="bg1"/>
                </a:solidFill>
              </a:rPr>
              <a:t>两套相互嵌套的面心立方格子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en-US" altLang="zh-CN" sz="2400" dirty="0" err="1">
                <a:solidFill>
                  <a:schemeClr val="bg1"/>
                </a:solidFill>
              </a:rPr>
              <a:t>NaCl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以及</a:t>
            </a:r>
            <a:r>
              <a:rPr lang="en-US" altLang="zh-CN" sz="2400" dirty="0">
                <a:solidFill>
                  <a:schemeClr val="bg1"/>
                </a:solidFill>
              </a:rPr>
              <a:t>Li, Na, K, </a:t>
            </a:r>
            <a:r>
              <a:rPr lang="en-US" altLang="zh-CN" sz="2400" dirty="0" err="1">
                <a:solidFill>
                  <a:schemeClr val="bg1"/>
                </a:solidFill>
              </a:rPr>
              <a:t>Rb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</a:rPr>
              <a:t>F, Cl, Br, I</a:t>
            </a:r>
            <a:r>
              <a:rPr lang="zh-CN" altLang="en-US" sz="2400" dirty="0">
                <a:solidFill>
                  <a:schemeClr val="bg1"/>
                </a:solidFill>
              </a:rPr>
              <a:t>化合物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lang="en-US" altLang="zh-CN" sz="2400" dirty="0" err="1">
                <a:solidFill>
                  <a:schemeClr val="bg1"/>
                </a:solidFill>
              </a:rPr>
              <a:t>CaO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MgS</a:t>
            </a:r>
            <a:r>
              <a:rPr lang="zh-CN" altLang="en-US" sz="2400" dirty="0">
                <a:solidFill>
                  <a:schemeClr val="bg1"/>
                </a:solidFill>
              </a:rPr>
              <a:t>等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2567608" y="1412777"/>
                <a:ext cx="3888432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 err="1">
                    <a:solidFill>
                      <a:schemeClr val="bg1"/>
                    </a:solidFill>
                  </a:rPr>
                  <a:t>Fm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m (225)</a:t>
                </a:r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1412777"/>
                <a:ext cx="3888432" cy="500062"/>
              </a:xfrm>
              <a:prstGeom prst="rect">
                <a:avLst/>
              </a:prstGeom>
              <a:blipFill>
                <a:blip r:embed="rId4"/>
                <a:stretch>
                  <a:fillRect t="-12195" b="-20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C0EEAE7C-0ECD-8DB3-2F65-059604014DD2}"/>
              </a:ext>
            </a:extLst>
          </p:cNvPr>
          <p:cNvSpPr txBox="1">
            <a:spLocks/>
          </p:cNvSpPr>
          <p:nvPr/>
        </p:nvSpPr>
        <p:spPr>
          <a:xfrm>
            <a:off x="4890120" y="276808"/>
            <a:ext cx="2411760" cy="1223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</a:rPr>
              <a:t>岩盐结构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B12B32D-2D6B-EC55-2E09-30EA496AA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9241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萤石结构</a:t>
            </a:r>
          </a:p>
        </p:txBody>
      </p:sp>
      <p:pic>
        <p:nvPicPr>
          <p:cNvPr id="44035" name="图片 2" descr="Calcium_fluorid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6255" y="411481"/>
            <a:ext cx="2725737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图片 3" descr="606px-Calcium-fluoride-3D-ionic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001" y="1246189"/>
            <a:ext cx="2714625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图片 4" descr="591px-Fluorite-unit-cell-3D-ionic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2750" y="4038601"/>
            <a:ext cx="2286000" cy="232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图片 5" descr="CaF2_polyhedra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1944" y="2930525"/>
            <a:ext cx="42545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 txBox="1">
                <a:spLocks/>
              </p:cNvSpPr>
              <p:nvPr/>
            </p:nvSpPr>
            <p:spPr bwMode="auto">
              <a:xfrm>
                <a:off x="6176318" y="2453482"/>
                <a:ext cx="3888432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 err="1">
                    <a:solidFill>
                      <a:schemeClr val="bg1"/>
                    </a:solidFill>
                  </a:rPr>
                  <a:t>Fm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m (225)</a:t>
                </a:r>
              </a:p>
            </p:txBody>
          </p:sp>
        </mc:Choice>
        <mc:Fallback xmlns="">
          <p:sp>
            <p:nvSpPr>
              <p:cNvPr id="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6318" y="2453482"/>
                <a:ext cx="3888432" cy="500062"/>
              </a:xfrm>
              <a:prstGeom prst="rect">
                <a:avLst/>
              </a:prstGeom>
              <a:blipFill>
                <a:blip r:embed="rId6"/>
                <a:stretch>
                  <a:fillRect t="-12048" b="-192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8FBB33F-0F9E-D373-EAE0-B667F2A6F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88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氯化铯结构</a:t>
            </a:r>
          </a:p>
        </p:txBody>
      </p:sp>
      <p:pic>
        <p:nvPicPr>
          <p:cNvPr id="37891" name="图片 3" descr="CsCl_polyhedra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3064" y="3429001"/>
            <a:ext cx="3819525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图片 4" descr="Rubidium-chloride-CsCl-structure-3D-ionic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16226" y="1785938"/>
            <a:ext cx="21367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图片 5" descr="CsCl_crystal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09876" y="3938589"/>
            <a:ext cx="2157413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内容占位符 2"/>
              <p:cNvSpPr txBox="1">
                <a:spLocks/>
              </p:cNvSpPr>
              <p:nvPr/>
            </p:nvSpPr>
            <p:spPr bwMode="auto">
              <a:xfrm>
                <a:off x="5381625" y="2464903"/>
                <a:ext cx="3829050" cy="821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rgbClr val="477AB1"/>
                  </a:buClr>
                  <a:buSzPct val="50000"/>
                  <a:buFont typeface="Wingdings 2" pitchFamily="18" charset="2"/>
                  <a:buChar char=""/>
                </a:pPr>
                <a:r>
                  <a:rPr lang="en-US" altLang="zh-CN" sz="2800" dirty="0">
                    <a:solidFill>
                      <a:schemeClr val="bg1"/>
                    </a:solidFill>
                  </a:rPr>
                  <a:t>Pm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bg1"/>
                    </a:solidFill>
                  </a:rPr>
                  <a:t>m (221)</a:t>
                </a:r>
              </a:p>
            </p:txBody>
          </p:sp>
        </mc:Choice>
        <mc:Fallback xmlns="">
          <p:sp>
            <p:nvSpPr>
              <p:cNvPr id="3789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1625" y="2464903"/>
                <a:ext cx="3829050" cy="821221"/>
              </a:xfrm>
              <a:prstGeom prst="rect">
                <a:avLst/>
              </a:prstGeom>
              <a:blipFill>
                <a:blip r:embed="rId5"/>
                <a:stretch>
                  <a:fillRect l="-159" t="-74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895" name="图片 7" descr="Caesium_chloride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5188" y="525780"/>
            <a:ext cx="2208212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CBA3617-9D0E-DABE-E5AF-DA94F14B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2769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氯化铯结构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1313" y="2071688"/>
            <a:ext cx="32194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67439" y="2052639"/>
            <a:ext cx="35718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内容占位符 2"/>
          <p:cNvSpPr txBox="1">
            <a:spLocks/>
          </p:cNvSpPr>
          <p:nvPr/>
        </p:nvSpPr>
        <p:spPr bwMode="auto">
          <a:xfrm>
            <a:off x="2452689" y="5357814"/>
            <a:ext cx="79009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itchFamily="18" charset="0"/>
                <a:ea typeface="华文楷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</a:pPr>
            <a:r>
              <a:rPr lang="zh-CN" altLang="en-US" sz="2400" dirty="0">
                <a:solidFill>
                  <a:schemeClr val="bg1"/>
                </a:solidFill>
              </a:rPr>
              <a:t>两套相互嵌套的简单立方格子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</a:pPr>
            <a:r>
              <a:rPr lang="en-US" altLang="zh-CN" sz="2400" dirty="0" err="1">
                <a:solidFill>
                  <a:schemeClr val="bg1"/>
                </a:solidFill>
              </a:rPr>
              <a:t>CsCl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CsBr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CsI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TlCl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dirty="0" err="1">
                <a:solidFill>
                  <a:schemeClr val="bg1"/>
                </a:solidFill>
              </a:rPr>
              <a:t>TlI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2567608" y="1412777"/>
                <a:ext cx="4241054" cy="500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 2" pitchFamily="18" charset="2"/>
                  <a:buChar char=""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Cubic 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空间群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Pm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m (221)</a:t>
                </a:r>
              </a:p>
            </p:txBody>
          </p:sp>
        </mc:Choice>
        <mc:Fallback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7608" y="1412777"/>
                <a:ext cx="4241054" cy="500062"/>
              </a:xfrm>
              <a:prstGeom prst="rect">
                <a:avLst/>
              </a:prstGeom>
              <a:blipFill>
                <a:blip r:embed="rId4"/>
                <a:stretch>
                  <a:fillRect t="-12195" b="-20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BB4C42E-D3C8-B440-190A-AC39751C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132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9936" y="2348881"/>
            <a:ext cx="4846848" cy="3429263"/>
          </a:xfrm>
          <a:prstGeom prst="rect">
            <a:avLst/>
          </a:prstGeom>
        </p:spPr>
      </p:pic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981201" y="1417638"/>
            <a:ext cx="5603714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mbria" pitchFamily="18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</a:pPr>
            <a:r>
              <a:rPr lang="en-US" altLang="zh-CN" sz="2400" dirty="0">
                <a:solidFill>
                  <a:schemeClr val="bg1"/>
                </a:solidFill>
              </a:rPr>
              <a:t>Hexagonal </a:t>
            </a:r>
            <a:r>
              <a:rPr lang="zh-CN" altLang="en-US" sz="2400" dirty="0">
                <a:solidFill>
                  <a:schemeClr val="bg1"/>
                </a:solidFill>
              </a:rPr>
              <a:t>空间群</a:t>
            </a:r>
            <a:r>
              <a:rPr lang="en-US" altLang="zh-CN" sz="2400" dirty="0">
                <a:solidFill>
                  <a:schemeClr val="bg1"/>
                </a:solidFill>
              </a:rPr>
              <a:t>P6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en-US" altLang="zh-CN" sz="2400" dirty="0">
                <a:solidFill>
                  <a:schemeClr val="bg1"/>
                </a:solidFill>
              </a:rPr>
              <a:t>/mmc (194)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972419" y="213800"/>
            <a:ext cx="8229600" cy="11430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TMD 2H</a:t>
            </a:r>
            <a:r>
              <a:rPr lang="zh-CN" altLang="en-US" dirty="0">
                <a:solidFill>
                  <a:schemeClr val="bg1"/>
                </a:solidFill>
              </a:rPr>
              <a:t>相</a:t>
            </a:r>
            <a:endParaRPr lang="zh-CN" altLang="en-US" baseline="-25000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341"/>
          <a:stretch>
            <a:fillRect/>
          </a:stretch>
        </p:blipFill>
        <p:spPr>
          <a:xfrm>
            <a:off x="1386657" y="3125485"/>
            <a:ext cx="3913640" cy="943692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2499E88-FF83-93F2-2182-F0733D404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53414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4CDF818-0E70-B228-5792-E7469173FF4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341"/>
          <a:stretch>
            <a:fillRect/>
          </a:stretch>
        </p:blipFill>
        <p:spPr>
          <a:xfrm flipH="1">
            <a:off x="1460246" y="4124381"/>
            <a:ext cx="3913640" cy="9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04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钙钛矿结构</a:t>
            </a:r>
          </a:p>
        </p:txBody>
      </p:sp>
      <p:pic>
        <p:nvPicPr>
          <p:cNvPr id="39939" name="图片 2" descr="Perovskite-unitcel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96125" y="3429001"/>
            <a:ext cx="2928938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图片 3" descr="Perovskit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5476" y="1643064"/>
            <a:ext cx="48371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941" name="内容占位符 2"/>
              <p:cNvSpPr txBox="1">
                <a:spLocks/>
              </p:cNvSpPr>
              <p:nvPr/>
            </p:nvSpPr>
            <p:spPr bwMode="auto">
              <a:xfrm>
                <a:off x="7392145" y="1643063"/>
                <a:ext cx="3169838" cy="1714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mbria" pitchFamily="18" charset="0"/>
                    <a:ea typeface="华文楷体" pitchFamily="2" charset="-122"/>
                  </a:defRPr>
                </a:lvl9pPr>
              </a:lstStyle>
              <a:p>
                <a:r>
                  <a:rPr lang="en-US" altLang="zh-CN" sz="2800" dirty="0">
                    <a:solidFill>
                      <a:schemeClr val="bg1"/>
                    </a:solidFill>
                  </a:rPr>
                  <a:t>Cubic (Pm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bg1"/>
                    </a:solidFill>
                  </a:rPr>
                  <a:t>m, 221)</a:t>
                </a:r>
              </a:p>
            </p:txBody>
          </p:sp>
        </mc:Choice>
        <mc:Fallback xmlns="">
          <p:sp>
            <p:nvSpPr>
              <p:cNvPr id="39941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145" y="1643063"/>
                <a:ext cx="3169838" cy="1714500"/>
              </a:xfrm>
              <a:prstGeom prst="rect">
                <a:avLst/>
              </a:prstGeom>
              <a:blipFill>
                <a:blip r:embed="rId4"/>
                <a:stretch>
                  <a:fillRect l="-4038" t="-3915" r="-15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2259F3C-8F94-D91C-5840-9F687B8F5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73867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850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对称性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点对称操作与点群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32</a:t>
            </a:r>
            <a:r>
              <a:rPr lang="zh-CN" altLang="en-US" sz="2400" dirty="0">
                <a:solidFill>
                  <a:schemeClr val="bg1"/>
                </a:solidFill>
              </a:rPr>
              <a:t>个点群和标记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</a:rPr>
              <a:t>7</a:t>
            </a:r>
            <a:r>
              <a:rPr lang="zh-CN" altLang="en-US" sz="2400" dirty="0">
                <a:solidFill>
                  <a:schemeClr val="bg1"/>
                </a:solidFill>
              </a:rPr>
              <a:t>个晶系，</a:t>
            </a:r>
            <a:r>
              <a:rPr lang="en-US" altLang="zh-CN" sz="2400" dirty="0">
                <a:solidFill>
                  <a:schemeClr val="bg1"/>
                </a:solidFill>
              </a:rPr>
              <a:t>14</a:t>
            </a:r>
            <a:r>
              <a:rPr lang="zh-CN" altLang="en-US" sz="2400" dirty="0">
                <a:solidFill>
                  <a:schemeClr val="bg1"/>
                </a:solidFill>
              </a:rPr>
              <a:t>个布拉维格子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常见的晶体结构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697BD4-3ACB-F13D-D269-33B8D445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865214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4193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网络学习资源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84785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关于分子的对称性</a:t>
            </a:r>
            <a:r>
              <a:rPr lang="en-US" altLang="zh-CN" sz="2400" dirty="0">
                <a:solidFill>
                  <a:schemeClr val="bg1"/>
                </a:solidFill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http://symmetry.otterbein.edu/tutorial/index.html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关于晶体学与群论 </a:t>
            </a:r>
            <a:r>
              <a:rPr lang="en-US" altLang="zh-CN" sz="2400" dirty="0">
                <a:solidFill>
                  <a:schemeClr val="bg1"/>
                </a:solidFill>
              </a:rPr>
              <a:t>     </a:t>
            </a:r>
            <a:r>
              <a:rPr lang="en-US" altLang="zh-CN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http://www.cryst.ehu.es/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zh-CN" altLang="en-US" sz="2400" dirty="0">
                <a:solidFill>
                  <a:schemeClr val="bg1"/>
                </a:solidFill>
              </a:rPr>
              <a:t>空间群表  </a:t>
            </a:r>
            <a:r>
              <a:rPr lang="en-US" altLang="zh-CN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http://img.chem.ucl.ac.uk/sgp/large/sgp.htm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5E723DC-32BE-BE91-016A-B42FD7E70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4204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0983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4EF29-6876-87A2-5878-8B9A1D7D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课后任务（不需要上交）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59600-D65A-B5E3-0475-49343FA3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预习“倒格子”、“布里渊区”概念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D47EC0A-4913-9F01-EE42-30AED7CF6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321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1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花纹</Template>
  <TotalTime>745</TotalTime>
  <Words>4546</Words>
  <Application>Microsoft Office PowerPoint</Application>
  <PresentationFormat>宽屏</PresentationFormat>
  <Paragraphs>617</Paragraphs>
  <Slides>58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69" baseType="lpstr">
      <vt:lpstr>等线</vt:lpstr>
      <vt:lpstr>黑体</vt:lpstr>
      <vt:lpstr>微软雅黑</vt:lpstr>
      <vt:lpstr>Aptos</vt:lpstr>
      <vt:lpstr>Arial</vt:lpstr>
      <vt:lpstr>Calibri</vt:lpstr>
      <vt:lpstr>Cambria Math</vt:lpstr>
      <vt:lpstr>Wingdings</vt:lpstr>
      <vt:lpstr>Wingdings 2</vt:lpstr>
      <vt:lpstr>Damask</vt:lpstr>
      <vt:lpstr>Office 2013 - 2022 主题</vt:lpstr>
      <vt:lpstr>固体物理（2班） Solid state physics</vt:lpstr>
      <vt:lpstr>第一章 晶体结构</vt:lpstr>
      <vt:lpstr>晶向 (crystal direction)</vt:lpstr>
      <vt:lpstr>晶向记号</vt:lpstr>
      <vt:lpstr>晶向记号</vt:lpstr>
      <vt:lpstr>晶向记号</vt:lpstr>
      <vt:lpstr>晶面 (Crystal plane)</vt:lpstr>
      <vt:lpstr>晶面记号和密勒指数 (Miller indices)</vt:lpstr>
      <vt:lpstr>PowerPoint 演示文稿</vt:lpstr>
      <vt:lpstr>晶面记号</vt:lpstr>
      <vt:lpstr>六方晶格的密勒-布拉维指数</vt:lpstr>
      <vt:lpstr>为何大费周章？</vt:lpstr>
      <vt:lpstr>第一章 晶体结构</vt:lpstr>
      <vt:lpstr>PowerPoint 演示文稿</vt:lpstr>
      <vt:lpstr>PowerPoint 演示文稿</vt:lpstr>
      <vt:lpstr>什么是对称性？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考虑一个结构的全部对称操作，有什么特点？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S4群</vt:lpstr>
      <vt:lpstr>D6h群</vt:lpstr>
      <vt:lpstr>PowerPoint 演示文稿</vt:lpstr>
      <vt:lpstr>PowerPoint 演示文稿</vt:lpstr>
      <vt:lpstr>PowerPoint 演示文稿</vt:lpstr>
      <vt:lpstr>第一章 晶体结构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金刚石结构</vt:lpstr>
      <vt:lpstr>闪锌矿结构</vt:lpstr>
      <vt:lpstr>闪锌矿结构</vt:lpstr>
      <vt:lpstr>纤锌矿结构</vt:lpstr>
      <vt:lpstr>岩盐结构</vt:lpstr>
      <vt:lpstr>PowerPoint 演示文稿</vt:lpstr>
      <vt:lpstr>萤石结构</vt:lpstr>
      <vt:lpstr>氯化铯结构</vt:lpstr>
      <vt:lpstr>氯化铯结构</vt:lpstr>
      <vt:lpstr>TMD 2H相</vt:lpstr>
      <vt:lpstr>钙钛矿结构</vt:lpstr>
      <vt:lpstr>小结</vt:lpstr>
      <vt:lpstr>网络学习资源</vt:lpstr>
      <vt:lpstr>课后任务（不需要上交）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固体物理（2班） Solid state physics</dc:title>
  <dc:creator>Zhi Wang</dc:creator>
  <cp:lastModifiedBy>Zhi Wang</cp:lastModifiedBy>
  <cp:revision>8</cp:revision>
  <dcterms:created xsi:type="dcterms:W3CDTF">2024-09-03T16:39:30Z</dcterms:created>
  <dcterms:modified xsi:type="dcterms:W3CDTF">2026-09-13T12:45:20Z</dcterms:modified>
</cp:coreProperties>
</file>